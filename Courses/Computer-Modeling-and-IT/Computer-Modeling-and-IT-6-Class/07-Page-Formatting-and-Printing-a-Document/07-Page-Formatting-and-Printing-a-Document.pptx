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22"/>
  </p:notesMasterIdLst>
  <p:handoutMasterIdLst>
    <p:handoutMasterId r:id="rId23"/>
  </p:handoutMasterIdLst>
  <p:sldIdLst>
    <p:sldId id="503" r:id="rId2"/>
    <p:sldId id="276" r:id="rId3"/>
    <p:sldId id="587" r:id="rId4"/>
    <p:sldId id="588" r:id="rId5"/>
    <p:sldId id="589" r:id="rId6"/>
    <p:sldId id="590" r:id="rId7"/>
    <p:sldId id="591" r:id="rId8"/>
    <p:sldId id="592" r:id="rId9"/>
    <p:sldId id="593" r:id="rId10"/>
    <p:sldId id="594" r:id="rId11"/>
    <p:sldId id="595" r:id="rId12"/>
    <p:sldId id="596" r:id="rId13"/>
    <p:sldId id="597" r:id="rId14"/>
    <p:sldId id="598" r:id="rId15"/>
    <p:sldId id="599" r:id="rId16"/>
    <p:sldId id="600" r:id="rId17"/>
    <p:sldId id="601" r:id="rId18"/>
    <p:sldId id="586" r:id="rId19"/>
    <p:sldId id="504" r:id="rId20"/>
    <p:sldId id="50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Въведение" id="{A0C7653D-1924-4F56-9E27-AA2B21F1DA92}">
          <p14:sldIdLst>
            <p14:sldId id="503"/>
            <p14:sldId id="276"/>
          </p14:sldIdLst>
        </p14:section>
        <p14:section name="Форматиране на страница" id="{33375950-8F68-49A9-A2EF-D5FFA8ED6D13}">
          <p14:sldIdLst>
            <p14:sldId id="587"/>
            <p14:sldId id="588"/>
            <p14:sldId id="589"/>
            <p14:sldId id="590"/>
            <p14:sldId id="591"/>
            <p14:sldId id="592"/>
          </p14:sldIdLst>
        </p14:section>
        <p14:section name="Номериране на страница" id="{8115A883-E28F-48BB-8455-450163669199}">
          <p14:sldIdLst>
            <p14:sldId id="593"/>
            <p14:sldId id="594"/>
            <p14:sldId id="595"/>
            <p14:sldId id="596"/>
          </p14:sldIdLst>
        </p14:section>
        <p14:section name="Отпечатване на документ" id="{35D0EBBF-4293-4D80-8E3D-CA3F779D3DF8}">
          <p14:sldIdLst>
            <p14:sldId id="597"/>
            <p14:sldId id="598"/>
            <p14:sldId id="599"/>
            <p14:sldId id="600"/>
            <p14:sldId id="601"/>
          </p14:sldIdLst>
        </p14:section>
        <p14:section name="Заключение" id="{E19D07F1-86E2-47E9-B2AB-7ADC4F89DC12}">
          <p14:sldIdLst>
            <p14:sldId id="586"/>
            <p14:sldId id="504"/>
            <p14:sldId id="505"/>
          </p14:sldIdLst>
        </p14:section>
      </p14:sectionLst>
    </p:ex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4465"/>
    <a:srgbClr val="ADB4C3"/>
    <a:srgbClr val="EA91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54" autoAdjust="0"/>
    <p:restoredTop sz="93810" autoAdjust="0"/>
  </p:normalViewPr>
  <p:slideViewPr>
    <p:cSldViewPr showGuides="1">
      <p:cViewPr varScale="1">
        <p:scale>
          <a:sx n="104" d="100"/>
          <a:sy n="104" d="100"/>
        </p:scale>
        <p:origin x="804" y="96"/>
      </p:cViewPr>
      <p:guideLst>
        <p:guide orient="horz" pos="2184"/>
        <p:guide pos="3840"/>
      </p:guideLst>
    </p:cSldViewPr>
  </p:slideViewPr>
  <p:outlineViewPr>
    <p:cViewPr>
      <p:scale>
        <a:sx n="33" d="100"/>
        <a:sy n="33" d="100"/>
      </p:scale>
      <p:origin x="0" y="-9989"/>
    </p:cViewPr>
  </p:outlineViewPr>
  <p:notesTextViewPr>
    <p:cViewPr>
      <p:scale>
        <a:sx n="3" d="2"/>
        <a:sy n="3" d="2"/>
      </p:scale>
      <p:origin x="0" y="0"/>
    </p:cViewPr>
  </p:notesTextViewPr>
  <p:sorterViewPr>
    <p:cViewPr>
      <p:scale>
        <a:sx n="100" d="100"/>
        <a:sy n="100" d="100"/>
      </p:scale>
      <p:origin x="0" y="-6566"/>
    </p:cViewPr>
  </p:sorterViewPr>
  <p:notesViewPr>
    <p:cSldViewPr>
      <p:cViewPr varScale="1">
        <p:scale>
          <a:sx n="60" d="100"/>
          <a:sy n="60" d="100"/>
        </p:scale>
        <p:origin x="3187" y="48"/>
      </p:cViewPr>
      <p:guideLst/>
    </p:cSldViewPr>
  </p:notesViewPr>
  <p:gridSpacing cx="45000" cy="450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2" Type="http://schemas.openxmlformats.org/officeDocument/2006/relationships/hyperlink" Target="https://softuni.org/" TargetMode="Externa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F20103-83CC-4A54-8FDE-9D37FC2629C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bg-BG"/>
          </a:p>
        </p:txBody>
      </p:sp>
      <p:sp>
        <p:nvSpPr>
          <p:cNvPr id="3" name="Date Placeholder 2">
            <a:extLst>
              <a:ext uri="{FF2B5EF4-FFF2-40B4-BE49-F238E27FC236}">
                <a16:creationId xmlns:a16="http://schemas.microsoft.com/office/drawing/2014/main" id="{27A53962-26EF-44E4-9E69-61B1727AB1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E087215-0C8F-4762-A664-737A353EC9A4}" type="datetimeFigureOut">
              <a:rPr lang="bg-BG" smtClean="0"/>
              <a:t>25.9.2026 г.</a:t>
            </a:fld>
            <a:endParaRPr lang="bg-BG"/>
          </a:p>
        </p:txBody>
      </p:sp>
      <p:sp>
        <p:nvSpPr>
          <p:cNvPr id="4" name="Footer Placeholder 3">
            <a:extLst>
              <a:ext uri="{FF2B5EF4-FFF2-40B4-BE49-F238E27FC236}">
                <a16:creationId xmlns:a16="http://schemas.microsoft.com/office/drawing/2014/main" id="{28A6967E-448F-4887-8FCB-34482EFBCC74}"/>
              </a:ext>
            </a:extLst>
          </p:cNvPr>
          <p:cNvSpPr>
            <a:spLocks noGrp="1"/>
          </p:cNvSpPr>
          <p:nvPr>
            <p:ph type="ftr" sz="quarter" idx="2"/>
          </p:nvPr>
        </p:nvSpPr>
        <p:spPr>
          <a:xfrm>
            <a:off x="-1" y="8892000"/>
            <a:ext cx="6443999" cy="252000"/>
          </a:xfrm>
          <a:prstGeom prst="rect">
            <a:avLst/>
          </a:prstGeom>
        </p:spPr>
        <p:txBody>
          <a:bodyPr vert="horz" lIns="91440" tIns="45720" rIns="91440" bIns="45720" rtlCol="0" anchor="b"/>
          <a:lstStyle>
            <a:lvl1pPr algn="l">
              <a:defRPr sz="1200"/>
            </a:lvl1pPr>
          </a:lstStyle>
          <a:p>
            <a:r>
              <a:rPr lang="bg-BG" sz="1100" dirty="0"/>
              <a:t>Работна група </a:t>
            </a:r>
            <a:r>
              <a:rPr lang="ru-RU" sz="1100" dirty="0"/>
              <a:t>"Образование по програмиране и ИТ</a:t>
            </a:r>
            <a:r>
              <a:rPr lang="bg-BG" sz="1100" dirty="0"/>
              <a:t>", с подкрепата на </a:t>
            </a:r>
            <a:r>
              <a:rPr lang="en-US" sz="1100" dirty="0">
                <a:hlinkClick r:id="rId2"/>
              </a:rPr>
              <a:t>SoftUni</a:t>
            </a:r>
            <a:endParaRPr lang="en-US" sz="1100" dirty="0"/>
          </a:p>
        </p:txBody>
      </p:sp>
      <p:sp>
        <p:nvSpPr>
          <p:cNvPr id="5" name="Slide Number Placeholder 4">
            <a:extLst>
              <a:ext uri="{FF2B5EF4-FFF2-40B4-BE49-F238E27FC236}">
                <a16:creationId xmlns:a16="http://schemas.microsoft.com/office/drawing/2014/main" id="{8B6554C2-DDBA-40E2-9536-53A07EC50274}"/>
              </a:ext>
            </a:extLst>
          </p:cNvPr>
          <p:cNvSpPr>
            <a:spLocks noGrp="1"/>
          </p:cNvSpPr>
          <p:nvPr>
            <p:ph type="sldNum" sz="quarter" idx="3"/>
          </p:nvPr>
        </p:nvSpPr>
        <p:spPr>
          <a:xfrm>
            <a:off x="6443999" y="8892000"/>
            <a:ext cx="412413" cy="252000"/>
          </a:xfrm>
          <a:prstGeom prst="rect">
            <a:avLst/>
          </a:prstGeom>
        </p:spPr>
        <p:txBody>
          <a:bodyPr vert="horz" lIns="91440" tIns="45720" rIns="91440" bIns="45720" rtlCol="0" anchor="b"/>
          <a:lstStyle>
            <a:lvl1pPr algn="r">
              <a:defRPr sz="1200"/>
            </a:lvl1pPr>
          </a:lstStyle>
          <a:p>
            <a:fld id="{7AC318AE-53F9-47EA-B5FE-E9473933AF11}" type="slidenum">
              <a:rPr lang="bg-BG" smtClean="0"/>
              <a:t>‹#›</a:t>
            </a:fld>
            <a:endParaRPr lang="bg-BG" dirty="0"/>
          </a:p>
        </p:txBody>
      </p:sp>
    </p:spTree>
    <p:extLst>
      <p:ext uri="{BB962C8B-B14F-4D97-AF65-F5344CB8AC3E}">
        <p14:creationId xmlns:p14="http://schemas.microsoft.com/office/powerpoint/2010/main" val="415060296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hyperlink" Target="https://softuni.org/" TargetMode="External"/><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D84649-876A-46C9-8472-14CB09C070D8}" type="datetimeFigureOut">
              <a:rPr lang="en-US" smtClean="0"/>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6488999" y="8892000"/>
            <a:ext cx="367414" cy="252000"/>
          </a:xfrm>
          <a:prstGeom prst="rect">
            <a:avLst/>
          </a:prstGeom>
        </p:spPr>
        <p:txBody>
          <a:bodyPr vert="horz" lIns="91440" tIns="45720" rIns="91440" bIns="45720" rtlCol="0" anchor="b"/>
          <a:lstStyle>
            <a:lvl1pPr algn="r">
              <a:defRPr sz="1200"/>
            </a:lvl1pPr>
          </a:lstStyle>
          <a:p>
            <a:fld id="{2BF067CD-8E6B-4360-9AA8-C5DF2A48A6D1}" type="slidenum">
              <a:rPr lang="en-US" smtClean="0"/>
              <a:t>‹#›</a:t>
            </a:fld>
            <a:endParaRPr lang="en-US" dirty="0"/>
          </a:p>
        </p:txBody>
      </p:sp>
      <p:sp>
        <p:nvSpPr>
          <p:cNvPr id="8" name="Footer Placeholder 7">
            <a:extLst>
              <a:ext uri="{FF2B5EF4-FFF2-40B4-BE49-F238E27FC236}">
                <a16:creationId xmlns:a16="http://schemas.microsoft.com/office/drawing/2014/main" id="{CAC3A49B-3196-44DF-AC28-085C72EFBFF0}"/>
              </a:ext>
            </a:extLst>
          </p:cNvPr>
          <p:cNvSpPr>
            <a:spLocks noGrp="1"/>
          </p:cNvSpPr>
          <p:nvPr>
            <p:ph type="ftr" sz="quarter" idx="4"/>
          </p:nvPr>
        </p:nvSpPr>
        <p:spPr>
          <a:xfrm>
            <a:off x="-1" y="8892000"/>
            <a:ext cx="6488999" cy="252000"/>
          </a:xfrm>
          <a:prstGeom prst="rect">
            <a:avLst/>
          </a:prstGeom>
        </p:spPr>
        <p:txBody>
          <a:bodyPr vert="horz" lIns="91440" tIns="45720" rIns="91440" bIns="45720" rtlCol="0" anchor="b"/>
          <a:lstStyle>
            <a:lvl1pPr algn="l">
              <a:defRPr sz="1100"/>
            </a:lvl1pPr>
          </a:lstStyle>
          <a:p>
            <a:r>
              <a:rPr lang="bg-BG" sz="1100" dirty="0"/>
              <a:t>Работна група </a:t>
            </a:r>
            <a:r>
              <a:rPr lang="bg-BG" dirty="0"/>
              <a:t>"Образование по програмиране и ИТ"</a:t>
            </a:r>
            <a:r>
              <a:rPr lang="bg-BG" sz="1100" dirty="0"/>
              <a:t>, с подкрепата на </a:t>
            </a:r>
            <a:r>
              <a:rPr lang="en-US" sz="1100" dirty="0">
                <a:hlinkClick r:id="rId2"/>
              </a:rPr>
              <a:t>SoftUni</a:t>
            </a:r>
            <a:endParaRPr lang="en-US" sz="1100" dirty="0"/>
          </a:p>
        </p:txBody>
      </p:sp>
    </p:spTree>
    <p:extLst>
      <p:ext uri="{BB962C8B-B14F-4D97-AF65-F5344CB8AC3E}">
        <p14:creationId xmlns:p14="http://schemas.microsoft.com/office/powerpoint/2010/main" val="153084769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18.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1"/>
          </p:nvPr>
        </p:nvSpPr>
        <p:spPr/>
        <p:txBody>
          <a:bodyPr/>
          <a:lstStyle/>
          <a:p>
            <a:fld id="{3EBA5BD7-F043-4D1B-AA17-CD412FC534DE}" type="slidenum">
              <a:rPr lang="en-US" smtClean="0"/>
              <a:pPr/>
              <a:t>1</a:t>
            </a:fld>
            <a:endParaRPr lang="en-US" dirty="0"/>
          </a:p>
        </p:txBody>
      </p:sp>
      <p:sp>
        <p:nvSpPr>
          <p:cNvPr id="8" name="Slide Image Placeholder 7">
            <a:extLst>
              <a:ext uri="{FF2B5EF4-FFF2-40B4-BE49-F238E27FC236}">
                <a16:creationId xmlns:a16="http://schemas.microsoft.com/office/drawing/2014/main" id="{78811095-27E9-49AB-972B-D4E20B3963A6}"/>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E923224B-0CC3-475A-8628-8A90751AE61A}"/>
              </a:ext>
            </a:extLst>
          </p:cNvPr>
          <p:cNvSpPr>
            <a:spLocks noGrp="1"/>
          </p:cNvSpPr>
          <p:nvPr>
            <p:ph type="body" idx="1"/>
          </p:nvPr>
        </p:nvSpPr>
        <p:spPr/>
        <p:txBody>
          <a:bodyPr/>
          <a:lstStyle/>
          <a:p>
            <a:endParaRPr lang="en-US" dirty="0"/>
          </a:p>
        </p:txBody>
      </p:sp>
      <p:sp>
        <p:nvSpPr>
          <p:cNvPr id="2" name="Footer Placeholder 1">
            <a:extLst>
              <a:ext uri="{FF2B5EF4-FFF2-40B4-BE49-F238E27FC236}">
                <a16:creationId xmlns:a16="http://schemas.microsoft.com/office/drawing/2014/main" id="{3288A3F3-90B1-4930-8D00-5603BDABEF10}"/>
              </a:ext>
            </a:extLst>
          </p:cNvPr>
          <p:cNvSpPr>
            <a:spLocks noGrp="1"/>
          </p:cNvSpPr>
          <p:nvPr>
            <p:ph type="ftr" sz="quarter" idx="4"/>
          </p:nvPr>
        </p:nvSpPr>
        <p:spPr/>
        <p:txBody>
          <a:bodyPr/>
          <a:lstStyle/>
          <a:p>
            <a:r>
              <a:rPr lang="en-US"/>
              <a:t>© SoftUni – </a:t>
            </a:r>
            <a:r>
              <a:rPr lang="en-US" u="sng">
                <a:hlinkClick r:id="rId3"/>
              </a:rPr>
              <a:t>https://softuni.org</a:t>
            </a:r>
            <a:r>
              <a:rPr lang="en-US"/>
              <a:t>. Copyrighted document. Unauthorized copy or reproduction is not permitted.</a:t>
            </a:r>
            <a:endParaRPr lang="en-US" dirty="0"/>
          </a:p>
        </p:txBody>
      </p:sp>
    </p:spTree>
    <p:extLst>
      <p:ext uri="{BB962C8B-B14F-4D97-AF65-F5344CB8AC3E}">
        <p14:creationId xmlns:p14="http://schemas.microsoft.com/office/powerpoint/2010/main" val="2594489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Image Placeholder 13">
            <a:extLst>
              <a:ext uri="{FF2B5EF4-FFF2-40B4-BE49-F238E27FC236}">
                <a16:creationId xmlns:a16="http://schemas.microsoft.com/office/drawing/2014/main" id="{A1F0B3C6-2E53-4CA3-86D1-53D46EC35267}"/>
              </a:ext>
            </a:extLst>
          </p:cNvPr>
          <p:cNvSpPr>
            <a:spLocks noGrp="1" noRot="1" noChangeAspect="1"/>
          </p:cNvSpPr>
          <p:nvPr>
            <p:ph type="sldImg"/>
          </p:nvPr>
        </p:nvSpPr>
        <p:spPr/>
      </p:sp>
      <p:sp>
        <p:nvSpPr>
          <p:cNvPr id="15" name="Notes Placeholder 14">
            <a:extLst>
              <a:ext uri="{FF2B5EF4-FFF2-40B4-BE49-F238E27FC236}">
                <a16:creationId xmlns:a16="http://schemas.microsoft.com/office/drawing/2014/main" id="{149CC699-A079-49A5-A4D6-73B7F849A7DC}"/>
              </a:ext>
            </a:extLst>
          </p:cNvPr>
          <p:cNvSpPr>
            <a:spLocks noGrp="1"/>
          </p:cNvSpPr>
          <p:nvPr>
            <p:ph type="body" idx="1"/>
          </p:nvPr>
        </p:nvSpPr>
        <p:spPr/>
        <p:txBody>
          <a:bodyPr/>
          <a:lstStyle/>
          <a:p>
            <a:endParaRPr lang="en-US"/>
          </a:p>
        </p:txBody>
      </p:sp>
      <p:sp>
        <p:nvSpPr>
          <p:cNvPr id="19" name="Slide Number Placeholder 5">
            <a:extLst>
              <a:ext uri="{FF2B5EF4-FFF2-40B4-BE49-F238E27FC236}">
                <a16:creationId xmlns:a16="http://schemas.microsoft.com/office/drawing/2014/main" id="{121F4233-7E9A-40D2-9066-2DB14E2FA5AD}"/>
              </a:ext>
            </a:extLst>
          </p:cNvPr>
          <p:cNvSpPr txBox="1">
            <a:spLocks/>
          </p:cNvSpPr>
          <p:nvPr/>
        </p:nvSpPr>
        <p:spPr>
          <a:xfrm>
            <a:off x="6488999" y="884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BA5BD7-F043-4D1B-AA17-CD412FC534DE}" type="slidenum">
              <a:rPr lang="en-US" smtClean="0"/>
              <a:pPr/>
              <a:t>2</a:t>
            </a:fld>
            <a:endParaRPr lang="en-US" dirty="0"/>
          </a:p>
        </p:txBody>
      </p:sp>
      <p:sp>
        <p:nvSpPr>
          <p:cNvPr id="2" name="Footer Placeholder 1">
            <a:extLst>
              <a:ext uri="{FF2B5EF4-FFF2-40B4-BE49-F238E27FC236}">
                <a16:creationId xmlns:a16="http://schemas.microsoft.com/office/drawing/2014/main" id="{D18F1DFF-B3E7-4ABF-97EE-0BBF3A961EC5}"/>
              </a:ext>
            </a:extLst>
          </p:cNvPr>
          <p:cNvSpPr>
            <a:spLocks noGrp="1"/>
          </p:cNvSpPr>
          <p:nvPr>
            <p:ph type="ftr" sz="quarter" idx="4"/>
          </p:nvPr>
        </p:nvSpPr>
        <p:spPr/>
        <p:txBody>
          <a:bodyPr/>
          <a:lstStyle/>
          <a:p>
            <a:r>
              <a:rPr lang="en-US"/>
              <a:t>© SoftUni – </a:t>
            </a:r>
            <a:r>
              <a:rPr lang="en-US" u="sng">
                <a:hlinkClick r:id="rId3"/>
              </a:rPr>
              <a:t>https://softuni.org</a:t>
            </a:r>
            <a:r>
              <a:rPr lang="en-US"/>
              <a:t>. Copyrighted document. Unauthorized copy or reproduction is not permitted.</a:t>
            </a:r>
            <a:endParaRPr lang="en-US" dirty="0"/>
          </a:p>
        </p:txBody>
      </p:sp>
    </p:spTree>
    <p:extLst>
      <p:ext uri="{BB962C8B-B14F-4D97-AF65-F5344CB8AC3E}">
        <p14:creationId xmlns:p14="http://schemas.microsoft.com/office/powerpoint/2010/main" val="40285307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BF067CD-8E6B-4360-9AA8-C5DF2A48A6D1}" type="slidenum">
              <a:rPr lang="en-US" smtClean="0"/>
              <a:t>5</a:t>
            </a:fld>
            <a:endParaRPr lang="en-US" dirty="0"/>
          </a:p>
        </p:txBody>
      </p:sp>
      <p:sp>
        <p:nvSpPr>
          <p:cNvPr id="5" name="Footer Placeholder 4"/>
          <p:cNvSpPr>
            <a:spLocks noGrp="1"/>
          </p:cNvSpPr>
          <p:nvPr>
            <p:ph type="ftr" sz="quarter" idx="4"/>
          </p:nvPr>
        </p:nvSpPr>
        <p:spPr/>
        <p:txBody>
          <a:bodyPr/>
          <a:lstStyle/>
          <a:p>
            <a:r>
              <a:rPr lang="bg-BG" sz="1100"/>
              <a:t>Работна група </a:t>
            </a:r>
            <a:r>
              <a:rPr lang="bg-BG"/>
              <a:t>"Образование по програмиране и ИТ"</a:t>
            </a:r>
            <a:r>
              <a:rPr lang="bg-BG" sz="1100"/>
              <a:t>, с подкрепата на </a:t>
            </a:r>
            <a:r>
              <a:rPr lang="en-US" sz="1100">
                <a:hlinkClick r:id="rId3"/>
              </a:rPr>
              <a:t>SoftUni</a:t>
            </a:r>
            <a:endParaRPr lang="en-US" sz="1100" dirty="0"/>
          </a:p>
        </p:txBody>
      </p:sp>
    </p:spTree>
    <p:extLst>
      <p:ext uri="{BB962C8B-B14F-4D97-AF65-F5344CB8AC3E}">
        <p14:creationId xmlns:p14="http://schemas.microsoft.com/office/powerpoint/2010/main" val="4362430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F067CD-8E6B-4360-9AA8-C5DF2A48A6D1}" type="slidenum">
              <a:rPr lang="en-US" smtClean="0"/>
              <a:t>6</a:t>
            </a:fld>
            <a:endParaRPr lang="en-US" dirty="0"/>
          </a:p>
        </p:txBody>
      </p:sp>
      <p:sp>
        <p:nvSpPr>
          <p:cNvPr id="5" name="Footer Placeholder 4"/>
          <p:cNvSpPr>
            <a:spLocks noGrp="1"/>
          </p:cNvSpPr>
          <p:nvPr>
            <p:ph type="ftr" sz="quarter" idx="11"/>
          </p:nvPr>
        </p:nvSpPr>
        <p:spPr/>
        <p:txBody>
          <a:bodyPr/>
          <a:lstStyle/>
          <a:p>
            <a:r>
              <a:rPr lang="bg-BG" sz="1100"/>
              <a:t>Работна група </a:t>
            </a:r>
            <a:r>
              <a:rPr lang="bg-BG"/>
              <a:t>"Образование по програмиране и ИТ"</a:t>
            </a:r>
            <a:r>
              <a:rPr lang="bg-BG" sz="1100"/>
              <a:t>, с подкрепата на </a:t>
            </a:r>
            <a:r>
              <a:rPr lang="en-US" sz="1100">
                <a:hlinkClick r:id="rId3"/>
              </a:rPr>
              <a:t>SoftUni</a:t>
            </a:r>
            <a:endParaRPr lang="en-US" sz="1100" dirty="0"/>
          </a:p>
        </p:txBody>
      </p:sp>
    </p:spTree>
    <p:extLst>
      <p:ext uri="{BB962C8B-B14F-4D97-AF65-F5344CB8AC3E}">
        <p14:creationId xmlns:p14="http://schemas.microsoft.com/office/powerpoint/2010/main" val="39574209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F067CD-8E6B-4360-9AA8-C5DF2A48A6D1}" type="slidenum">
              <a:rPr lang="en-US" smtClean="0"/>
              <a:t>7</a:t>
            </a:fld>
            <a:endParaRPr lang="en-US" dirty="0"/>
          </a:p>
        </p:txBody>
      </p:sp>
      <p:sp>
        <p:nvSpPr>
          <p:cNvPr id="5" name="Footer Placeholder 4"/>
          <p:cNvSpPr>
            <a:spLocks noGrp="1"/>
          </p:cNvSpPr>
          <p:nvPr>
            <p:ph type="ftr" sz="quarter" idx="11"/>
          </p:nvPr>
        </p:nvSpPr>
        <p:spPr/>
        <p:txBody>
          <a:bodyPr/>
          <a:lstStyle/>
          <a:p>
            <a:r>
              <a:rPr lang="bg-BG" sz="1100"/>
              <a:t>Работна група </a:t>
            </a:r>
            <a:r>
              <a:rPr lang="bg-BG"/>
              <a:t>"Образование по програмиране и ИТ"</a:t>
            </a:r>
            <a:r>
              <a:rPr lang="bg-BG" sz="1100"/>
              <a:t>, с подкрепата на </a:t>
            </a:r>
            <a:r>
              <a:rPr lang="en-US" sz="1100">
                <a:hlinkClick r:id="rId3"/>
              </a:rPr>
              <a:t>SoftUni</a:t>
            </a:r>
            <a:endParaRPr lang="en-US" sz="1100" dirty="0"/>
          </a:p>
        </p:txBody>
      </p:sp>
    </p:spTree>
    <p:extLst>
      <p:ext uri="{BB962C8B-B14F-4D97-AF65-F5344CB8AC3E}">
        <p14:creationId xmlns:p14="http://schemas.microsoft.com/office/powerpoint/2010/main" val="12639533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BF067CD-8E6B-4360-9AA8-C5DF2A48A6D1}" type="slidenum">
              <a:rPr lang="en-US" smtClean="0"/>
              <a:t>12</a:t>
            </a:fld>
            <a:endParaRPr lang="en-US" dirty="0"/>
          </a:p>
        </p:txBody>
      </p:sp>
      <p:sp>
        <p:nvSpPr>
          <p:cNvPr id="5" name="Footer Placeholder 4"/>
          <p:cNvSpPr>
            <a:spLocks noGrp="1"/>
          </p:cNvSpPr>
          <p:nvPr>
            <p:ph type="ftr" sz="quarter" idx="4"/>
          </p:nvPr>
        </p:nvSpPr>
        <p:spPr/>
        <p:txBody>
          <a:bodyPr/>
          <a:lstStyle/>
          <a:p>
            <a:r>
              <a:rPr lang="bg-BG" sz="1100"/>
              <a:t>Работна група </a:t>
            </a:r>
            <a:r>
              <a:rPr lang="bg-BG"/>
              <a:t>"Образование по програмиране и ИТ"</a:t>
            </a:r>
            <a:r>
              <a:rPr lang="bg-BG" sz="1100"/>
              <a:t>, с подкрепата на </a:t>
            </a:r>
            <a:r>
              <a:rPr lang="en-US" sz="1100">
                <a:hlinkClick r:id="rId3"/>
              </a:rPr>
              <a:t>SoftUni</a:t>
            </a:r>
            <a:endParaRPr lang="en-US" sz="1100" dirty="0"/>
          </a:p>
        </p:txBody>
      </p:sp>
    </p:spTree>
    <p:extLst>
      <p:ext uri="{BB962C8B-B14F-4D97-AF65-F5344CB8AC3E}">
        <p14:creationId xmlns:p14="http://schemas.microsoft.com/office/powerpoint/2010/main" val="316597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sz="1000" dirty="0"/>
              <a:t>© Software University Foundation – </a:t>
            </a:r>
            <a:r>
              <a:rPr lang="en-US" sz="1000" u="sng" dirty="0">
                <a:hlinkClick r:id="rId3"/>
              </a:rPr>
              <a:t>http://softuni.org</a:t>
            </a:r>
            <a:endParaRPr lang="en-US" sz="1000" dirty="0"/>
          </a:p>
          <a:p>
            <a:r>
              <a:rPr lang="en-US" sz="1000" dirty="0"/>
              <a:t>This work is licensed under the </a:t>
            </a:r>
            <a:r>
              <a:rPr lang="en-US" sz="1000" u="sng" noProof="1">
                <a:hlinkClick r:id="rId4"/>
              </a:rPr>
              <a:t>Creative Commons Attribution-NonCommercial-ShareAlike</a:t>
            </a:r>
            <a:r>
              <a:rPr lang="en-US" sz="1000" noProof="1"/>
              <a:t> </a:t>
            </a:r>
            <a:r>
              <a:rPr lang="en-US" sz="1000" dirty="0"/>
              <a:t>license.</a:t>
            </a:r>
          </a:p>
        </p:txBody>
      </p:sp>
      <p:sp>
        <p:nvSpPr>
          <p:cNvPr id="5" name="Slide Number Placeholder 4"/>
          <p:cNvSpPr>
            <a:spLocks noGrp="1"/>
          </p:cNvSpPr>
          <p:nvPr>
            <p:ph type="sldNum" sz="quarter" idx="11"/>
          </p:nvPr>
        </p:nvSpPr>
        <p:spPr/>
        <p:txBody>
          <a:bodyPr/>
          <a:lstStyle/>
          <a:p>
            <a:fld id="{3EBA5BD7-F043-4D1B-AA17-CD412FC534DE}" type="slidenum">
              <a:rPr lang="en-US" smtClean="0"/>
              <a:pPr/>
              <a:t>18</a:t>
            </a:fld>
            <a:endParaRPr lang="en-US" dirty="0"/>
          </a:p>
        </p:txBody>
      </p:sp>
    </p:spTree>
    <p:extLst>
      <p:ext uri="{BB962C8B-B14F-4D97-AF65-F5344CB8AC3E}">
        <p14:creationId xmlns:p14="http://schemas.microsoft.com/office/powerpoint/2010/main" val="25058047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7" name="Slide Number Placeholder 5">
            <a:extLst>
              <a:ext uri="{FF2B5EF4-FFF2-40B4-BE49-F238E27FC236}">
                <a16:creationId xmlns:a16="http://schemas.microsoft.com/office/drawing/2014/main" id="{5049B984-F964-47FF-8179-0A3007CE21CD}"/>
              </a:ext>
            </a:extLst>
          </p:cNvPr>
          <p:cNvSpPr txBox="1">
            <a:spLocks/>
          </p:cNvSpPr>
          <p:nvPr/>
        </p:nvSpPr>
        <p:spPr>
          <a:xfrm>
            <a:off x="6488999" y="884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BA5BD7-F043-4D1B-AA17-CD412FC534DE}" type="slidenum">
              <a:rPr lang="en-US" smtClean="0"/>
              <a:pPr/>
              <a:t>19</a:t>
            </a:fld>
            <a:endParaRPr lang="en-US" dirty="0"/>
          </a:p>
        </p:txBody>
      </p:sp>
      <p:sp>
        <p:nvSpPr>
          <p:cNvPr id="4" name="Footer Placeholder 3">
            <a:extLst>
              <a:ext uri="{FF2B5EF4-FFF2-40B4-BE49-F238E27FC236}">
                <a16:creationId xmlns:a16="http://schemas.microsoft.com/office/drawing/2014/main" id="{8E059BE0-D868-413B-AAA1-1CC88D1F52C5}"/>
              </a:ext>
            </a:extLst>
          </p:cNvPr>
          <p:cNvSpPr>
            <a:spLocks noGrp="1"/>
          </p:cNvSpPr>
          <p:nvPr>
            <p:ph type="ftr" sz="quarter" idx="4"/>
          </p:nvPr>
        </p:nvSpPr>
        <p:spPr/>
        <p:txBody>
          <a:bodyPr/>
          <a:lstStyle/>
          <a:p>
            <a:r>
              <a:rPr lang="en-US"/>
              <a:t>© SoftUni – </a:t>
            </a:r>
            <a:r>
              <a:rPr lang="en-US" u="sng">
                <a:hlinkClick r:id="rId3"/>
              </a:rPr>
              <a:t>https://softuni.org</a:t>
            </a:r>
            <a:r>
              <a:rPr lang="en-US"/>
              <a:t>. Copyrighted document. Unauthorized copy or reproduction is not permitted.</a:t>
            </a:r>
            <a:endParaRPr lang="en-US" dirty="0"/>
          </a:p>
        </p:txBody>
      </p:sp>
    </p:spTree>
    <p:extLst>
      <p:ext uri="{BB962C8B-B14F-4D97-AF65-F5344CB8AC3E}">
        <p14:creationId xmlns:p14="http://schemas.microsoft.com/office/powerpoint/2010/main" val="34665903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6" name="Slide Number Placeholder 5">
            <a:extLst>
              <a:ext uri="{FF2B5EF4-FFF2-40B4-BE49-F238E27FC236}">
                <a16:creationId xmlns:a16="http://schemas.microsoft.com/office/drawing/2014/main" id="{6627548A-4D3C-449B-81A5-FA4BE4628490}"/>
              </a:ext>
            </a:extLst>
          </p:cNvPr>
          <p:cNvSpPr txBox="1">
            <a:spLocks/>
          </p:cNvSpPr>
          <p:nvPr/>
        </p:nvSpPr>
        <p:spPr>
          <a:xfrm>
            <a:off x="6488999" y="884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BA5BD7-F043-4D1B-AA17-CD412FC534DE}" type="slidenum">
              <a:rPr lang="en-US" smtClean="0"/>
              <a:pPr/>
              <a:t>20</a:t>
            </a:fld>
            <a:endParaRPr lang="en-US" dirty="0"/>
          </a:p>
        </p:txBody>
      </p:sp>
      <p:sp>
        <p:nvSpPr>
          <p:cNvPr id="4" name="Footer Placeholder 3">
            <a:extLst>
              <a:ext uri="{FF2B5EF4-FFF2-40B4-BE49-F238E27FC236}">
                <a16:creationId xmlns:a16="http://schemas.microsoft.com/office/drawing/2014/main" id="{D2472CE7-61C1-4B7B-B0C8-5A45F0178717}"/>
              </a:ext>
            </a:extLst>
          </p:cNvPr>
          <p:cNvSpPr>
            <a:spLocks noGrp="1"/>
          </p:cNvSpPr>
          <p:nvPr>
            <p:ph type="ftr" sz="quarter" idx="4"/>
          </p:nvPr>
        </p:nvSpPr>
        <p:spPr/>
        <p:txBody>
          <a:bodyPr/>
          <a:lstStyle/>
          <a:p>
            <a:r>
              <a:rPr lang="en-US"/>
              <a:t>© SoftUni – </a:t>
            </a:r>
            <a:r>
              <a:rPr lang="en-US" u="sng">
                <a:hlinkClick r:id="rId3"/>
              </a:rPr>
              <a:t>https://softuni.org</a:t>
            </a:r>
            <a:r>
              <a:rPr lang="en-US"/>
              <a:t>. Copyrighted document. Unauthorized copy or reproduction is not permitted.</a:t>
            </a:r>
            <a:endParaRPr lang="en-US" dirty="0"/>
          </a:p>
        </p:txBody>
      </p:sp>
    </p:spTree>
    <p:extLst>
      <p:ext uri="{BB962C8B-B14F-4D97-AF65-F5344CB8AC3E}">
        <p14:creationId xmlns:p14="http://schemas.microsoft.com/office/powerpoint/2010/main" val="36488444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creativecommons.org/licenses/by-nc-sa/4.0/"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Slide">
    <p:spTree>
      <p:nvGrpSpPr>
        <p:cNvPr id="1" name=""/>
        <p:cNvGrpSpPr/>
        <p:nvPr/>
      </p:nvGrpSpPr>
      <p:grpSpPr>
        <a:xfrm>
          <a:off x="0" y="0"/>
          <a:ext cx="0" cy="0"/>
          <a:chOff x="0" y="0"/>
          <a:chExt cx="0" cy="0"/>
        </a:xfrm>
      </p:grpSpPr>
      <p:sp>
        <p:nvSpPr>
          <p:cNvPr id="16" name="Rectangle Bottom">
            <a:extLst>
              <a:ext uri="{FF2B5EF4-FFF2-40B4-BE49-F238E27FC236}">
                <a16:creationId xmlns:a16="http://schemas.microsoft.com/office/drawing/2014/main" id="{6854D183-0374-4B3E-B2CE-32F308A81591}"/>
              </a:ext>
            </a:extLst>
          </p:cNvPr>
          <p:cNvSpPr/>
          <p:nvPr userDrawn="1"/>
        </p:nvSpPr>
        <p:spPr>
          <a:xfrm>
            <a:off x="0" y="6702676"/>
            <a:ext cx="12195176" cy="1553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33" name="Picture Placeholder Title Image">
            <a:extLst>
              <a:ext uri="{FF2B5EF4-FFF2-40B4-BE49-F238E27FC236}">
                <a16:creationId xmlns:a16="http://schemas.microsoft.com/office/drawing/2014/main" id="{A04D819A-89E2-4714-8C56-1838BF467EF7}"/>
              </a:ext>
            </a:extLst>
          </p:cNvPr>
          <p:cNvSpPr>
            <a:spLocks noGrp="1"/>
          </p:cNvSpPr>
          <p:nvPr>
            <p:ph type="pic" sz="quarter" idx="10"/>
          </p:nvPr>
        </p:nvSpPr>
        <p:spPr>
          <a:xfrm>
            <a:off x="6390123" y="3400017"/>
            <a:ext cx="5248260" cy="2188983"/>
          </a:xfrm>
        </p:spPr>
        <p:txBody>
          <a:bodyPr/>
          <a:lstStyle>
            <a:lvl1pPr marL="0" indent="0" algn="ctr" latinLnBrk="0">
              <a:buNone/>
              <a:defRPr>
                <a:solidFill>
                  <a:schemeClr val="bg1"/>
                </a:solidFill>
              </a:defRPr>
            </a:lvl1pPr>
          </a:lstStyle>
          <a:p>
            <a:r>
              <a:rPr lang="en-US" noProof="0" dirty="0"/>
              <a:t>Click icon to add picture</a:t>
            </a:r>
          </a:p>
        </p:txBody>
      </p:sp>
      <p:sp>
        <p:nvSpPr>
          <p:cNvPr id="10" name="Company Web Site">
            <a:extLst>
              <a:ext uri="{FF2B5EF4-FFF2-40B4-BE49-F238E27FC236}">
                <a16:creationId xmlns:a16="http://schemas.microsoft.com/office/drawing/2014/main" id="{0B99B1EE-62FA-4AA4-920C-D444D6C0B778}"/>
              </a:ext>
            </a:extLst>
          </p:cNvPr>
          <p:cNvSpPr>
            <a:spLocks noGrp="1"/>
          </p:cNvSpPr>
          <p:nvPr>
            <p:ph type="body" sz="quarter" idx="22" hasCustomPrompt="1"/>
          </p:nvPr>
        </p:nvSpPr>
        <p:spPr>
          <a:xfrm>
            <a:off x="6390120" y="6086106"/>
            <a:ext cx="5248260" cy="341313"/>
          </a:xfrm>
        </p:spPr>
        <p:txBody>
          <a:bodyPr lIns="36000" rIns="36000" anchor="ctr" anchorCtr="0">
            <a:noAutofit/>
          </a:bodyPr>
          <a:lstStyle>
            <a:lvl1pPr marL="0" indent="0" algn="r">
              <a:buNone/>
              <a:defRPr sz="1800"/>
            </a:lvl1pPr>
          </a:lstStyle>
          <a:p>
            <a:pPr lvl="0"/>
            <a:r>
              <a:rPr lang="en-US" dirty="0"/>
              <a:t>https://softuni.foundation  </a:t>
            </a:r>
          </a:p>
        </p:txBody>
      </p:sp>
      <p:sp>
        <p:nvSpPr>
          <p:cNvPr id="6" name="Company Name">
            <a:extLst>
              <a:ext uri="{FF2B5EF4-FFF2-40B4-BE49-F238E27FC236}">
                <a16:creationId xmlns:a16="http://schemas.microsoft.com/office/drawing/2014/main" id="{2A76510A-0BAE-A827-E77C-BE88E38F52AA}"/>
              </a:ext>
            </a:extLst>
          </p:cNvPr>
          <p:cNvSpPr>
            <a:spLocks noGrp="1"/>
          </p:cNvSpPr>
          <p:nvPr>
            <p:ph type="body" sz="quarter" idx="21" hasCustomPrompt="1"/>
          </p:nvPr>
        </p:nvSpPr>
        <p:spPr>
          <a:xfrm>
            <a:off x="6390122" y="5698189"/>
            <a:ext cx="5248260" cy="374236"/>
          </a:xfrm>
        </p:spPr>
        <p:txBody>
          <a:bodyPr lIns="36000" rIns="36000" anchor="ctr" anchorCtr="0">
            <a:normAutofit/>
          </a:bodyPr>
          <a:lstStyle>
            <a:lvl1pPr marL="0" indent="0" algn="r">
              <a:buNone/>
              <a:defRPr sz="2000" b="1">
                <a:solidFill>
                  <a:schemeClr val="tx1">
                    <a:lumMod val="75000"/>
                  </a:schemeClr>
                </a:solidFill>
              </a:defRPr>
            </a:lvl1pPr>
          </a:lstStyle>
          <a:p>
            <a:pPr lvl="0"/>
            <a:r>
              <a:rPr lang="en-US" dirty="0"/>
              <a:t>SoftUni Foundation</a:t>
            </a:r>
          </a:p>
        </p:txBody>
      </p:sp>
      <p:sp>
        <p:nvSpPr>
          <p:cNvPr id="31" name="Author Position">
            <a:extLst>
              <a:ext uri="{FF2B5EF4-FFF2-40B4-BE49-F238E27FC236}">
                <a16:creationId xmlns:a16="http://schemas.microsoft.com/office/drawing/2014/main" id="{3E6B87B7-9D33-4EBB-BD4F-C0436BA3FD72}"/>
              </a:ext>
            </a:extLst>
          </p:cNvPr>
          <p:cNvSpPr>
            <a:spLocks noGrp="1"/>
          </p:cNvSpPr>
          <p:nvPr>
            <p:ph type="body" sz="quarter" idx="18" hasCustomPrompt="1"/>
          </p:nvPr>
        </p:nvSpPr>
        <p:spPr bwMode="auto">
          <a:xfrm>
            <a:off x="534045" y="6085863"/>
            <a:ext cx="4751953" cy="341556"/>
          </a:xfrm>
          <a:prstGeom prst="rect">
            <a:avLst/>
          </a:prstGeom>
          <a:noFill/>
          <a:effectLst/>
        </p:spPr>
        <p:txBody>
          <a:bodyPr wrap="square" lIns="36000" tIns="36000" rIns="36000" bIns="36000" rtlCol="0" anchor="ctr" anchorCtr="0">
            <a:noAutofit/>
          </a:bodyPr>
          <a:lstStyle>
            <a:lvl1pPr marL="0" indent="0" algn="l" rtl="0" fontAlgn="base" latinLnBrk="0">
              <a:spcBef>
                <a:spcPct val="0"/>
              </a:spcBef>
              <a:spcAft>
                <a:spcPct val="0"/>
              </a:spcAft>
              <a:buNone/>
              <a:defRPr lang="en-US" sz="1800" b="0" kern="1200" dirty="0" smtClean="0">
                <a:solidFill>
                  <a:schemeClr val="tx1">
                    <a:lumMod val="75000"/>
                  </a:schemeClr>
                </a:solidFill>
                <a:effectLst/>
                <a:latin typeface="+mn-lt"/>
                <a:ea typeface="+mn-ea"/>
                <a:cs typeface="+mn-cs"/>
              </a:defRPr>
            </a:lvl1pPr>
          </a:lstStyle>
          <a:p>
            <a:pPr lvl="0"/>
            <a:r>
              <a:rPr lang="en-US" noProof="0" dirty="0"/>
              <a:t>URL</a:t>
            </a:r>
          </a:p>
        </p:txBody>
      </p:sp>
      <p:sp>
        <p:nvSpPr>
          <p:cNvPr id="30" name="Author Name">
            <a:extLst>
              <a:ext uri="{FF2B5EF4-FFF2-40B4-BE49-F238E27FC236}">
                <a16:creationId xmlns:a16="http://schemas.microsoft.com/office/drawing/2014/main" id="{2EA92DCA-4DB5-4D03-ACD3-A6A296592D0C}"/>
              </a:ext>
            </a:extLst>
          </p:cNvPr>
          <p:cNvSpPr>
            <a:spLocks noGrp="1"/>
          </p:cNvSpPr>
          <p:nvPr>
            <p:ph type="body" sz="quarter" idx="17" hasCustomPrompt="1"/>
          </p:nvPr>
        </p:nvSpPr>
        <p:spPr bwMode="auto">
          <a:xfrm>
            <a:off x="534046" y="5251106"/>
            <a:ext cx="4751954" cy="724904"/>
          </a:xfrm>
          <a:prstGeom prst="rect">
            <a:avLst/>
          </a:prstGeom>
          <a:noFill/>
          <a:effectLst/>
        </p:spPr>
        <p:txBody>
          <a:bodyPr wrap="square" lIns="36000" tIns="36000" rIns="36000" bIns="36000" rtlCol="0" anchor="ctr" anchorCtr="0">
            <a:noAutofit/>
          </a:bodyPr>
          <a:lstStyle>
            <a:lvl1pPr marL="0" indent="0" algn="l" rtl="0" fontAlgn="base" latinLnBrk="0">
              <a:spcBef>
                <a:spcPct val="0"/>
              </a:spcBef>
              <a:spcAft>
                <a:spcPct val="0"/>
              </a:spcAft>
              <a:buNone/>
              <a:defRPr lang="en-US" sz="2000" b="1" kern="1200" dirty="0" smtClean="0">
                <a:solidFill>
                  <a:schemeClr val="tx1">
                    <a:lumMod val="75000"/>
                  </a:schemeClr>
                </a:solidFill>
                <a:effectLst/>
                <a:latin typeface="+mn-lt"/>
                <a:ea typeface="+mn-ea"/>
                <a:cs typeface="+mn-cs"/>
              </a:defRPr>
            </a:lvl1pPr>
          </a:lstStyle>
          <a:p>
            <a:pPr lvl="0"/>
            <a:r>
              <a:rPr lang="en-US" noProof="0" dirty="0"/>
              <a:t>Authors</a:t>
            </a:r>
          </a:p>
        </p:txBody>
      </p:sp>
      <p:sp>
        <p:nvSpPr>
          <p:cNvPr id="43" name="Presentation Subtitle">
            <a:extLst>
              <a:ext uri="{FF2B5EF4-FFF2-40B4-BE49-F238E27FC236}">
                <a16:creationId xmlns:a16="http://schemas.microsoft.com/office/drawing/2014/main" id="{37BDB812-1395-4B02-ABCF-6A331EEE23E5}"/>
              </a:ext>
            </a:extLst>
          </p:cNvPr>
          <p:cNvSpPr>
            <a:spLocks noGrp="1"/>
          </p:cNvSpPr>
          <p:nvPr>
            <p:ph type="subTitle" idx="1" hasCustomPrompt="1"/>
          </p:nvPr>
        </p:nvSpPr>
        <p:spPr>
          <a:xfrm>
            <a:off x="554746" y="1402942"/>
            <a:ext cx="11083636" cy="1306057"/>
          </a:xfrm>
        </p:spPr>
        <p:txBody>
          <a:bodyPr anchor="t" anchorCtr="0">
            <a:normAutofit/>
          </a:bodyPr>
          <a:lstStyle>
            <a:lvl1pPr marL="0" indent="0" algn="ctr" latinLnBrk="0">
              <a:buNone/>
              <a:defRPr sz="3600">
                <a:solidFill>
                  <a:schemeClr val="tx1"/>
                </a:solidFill>
              </a:defRPr>
            </a:lvl1pPr>
          </a:lstStyle>
          <a:p>
            <a:r>
              <a:rPr lang="en-US" noProof="0" dirty="0"/>
              <a:t>Presentation Subtitle</a:t>
            </a:r>
          </a:p>
        </p:txBody>
      </p:sp>
      <p:sp>
        <p:nvSpPr>
          <p:cNvPr id="2" name="Presentation Title">
            <a:extLst>
              <a:ext uri="{FF2B5EF4-FFF2-40B4-BE49-F238E27FC236}">
                <a16:creationId xmlns:a16="http://schemas.microsoft.com/office/drawing/2014/main" id="{A4DF3AB8-E6E3-4FCE-8A4A-ECD147720A5D}"/>
              </a:ext>
            </a:extLst>
          </p:cNvPr>
          <p:cNvSpPr>
            <a:spLocks noGrp="1"/>
          </p:cNvSpPr>
          <p:nvPr>
            <p:ph type="title" hasCustomPrompt="1"/>
          </p:nvPr>
        </p:nvSpPr>
        <p:spPr>
          <a:xfrm>
            <a:off x="554746" y="321501"/>
            <a:ext cx="11083636" cy="971589"/>
          </a:xfrm>
        </p:spPr>
        <p:txBody>
          <a:bodyPr>
            <a:normAutofit/>
          </a:bodyPr>
          <a:lstStyle>
            <a:lvl1pPr algn="ctr" latinLnBrk="0">
              <a:defRPr sz="5400"/>
            </a:lvl1pPr>
          </a:lstStyle>
          <a:p>
            <a:r>
              <a:rPr lang="en-US" noProof="0" dirty="0"/>
              <a:t>Presentation Title</a:t>
            </a:r>
          </a:p>
        </p:txBody>
      </p:sp>
      <p:pic>
        <p:nvPicPr>
          <p:cNvPr id="4" name="Picture 3">
            <a:extLst>
              <a:ext uri="{FF2B5EF4-FFF2-40B4-BE49-F238E27FC236}">
                <a16:creationId xmlns:a16="http://schemas.microsoft.com/office/drawing/2014/main" id="{324D0DB3-F60A-469B-7831-209CB666CCE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6549" y="4325954"/>
            <a:ext cx="2538082" cy="633046"/>
          </a:xfrm>
          <a:prstGeom prst="rect">
            <a:avLst/>
          </a:prstGeom>
        </p:spPr>
      </p:pic>
      <p:pic>
        <p:nvPicPr>
          <p:cNvPr id="5" name="Picture 4" title="CC-BY-NC-SA License">
            <a:hlinkClick r:id="rId3" tooltip="This work is licensed under the &quot;Creative Commons Attribution-NonCommercial-ShareAlike 4.0 International&quot; license"/>
            <a:extLst>
              <a:ext uri="{FF2B5EF4-FFF2-40B4-BE49-F238E27FC236}">
                <a16:creationId xmlns:a16="http://schemas.microsoft.com/office/drawing/2014/main" id="{2D40731C-0303-A69D-63FD-E048A73CA59F}"/>
              </a:ext>
            </a:extLst>
          </p:cNvPr>
          <p:cNvPicPr>
            <a:picLocks noChangeAspect="1" noChangeArrowheads="1"/>
          </p:cNvPicPr>
          <p:nvPr userDrawn="1"/>
        </p:nvPicPr>
        <p:blipFill>
          <a:blip r:embed="rId4">
            <a:extLst>
              <a:ext uri="{28A0092B-C50C-407E-A947-70E740481C1C}">
                <a14:useLocalDpi xmlns:a14="http://schemas.microsoft.com/office/drawing/2010/main"/>
              </a:ext>
            </a:extLst>
          </a:blip>
          <a:srcRect/>
          <a:stretch>
            <a:fillRect/>
          </a:stretch>
        </p:blipFill>
        <p:spPr bwMode="auto">
          <a:xfrm>
            <a:off x="3402682" y="4321352"/>
            <a:ext cx="1809336" cy="633045"/>
          </a:xfrm>
          <a:prstGeom prst="roundRect">
            <a:avLst>
              <a:gd name="adj" fmla="val 3940"/>
            </a:avLst>
          </a:prstGeom>
          <a:solidFill>
            <a:srgbClr val="231F20">
              <a:alpha val="50000"/>
            </a:srgbClr>
          </a:solidFill>
          <a:ln>
            <a:noFill/>
          </a:ln>
        </p:spPr>
      </p:pic>
    </p:spTree>
    <p:extLst>
      <p:ext uri="{BB962C8B-B14F-4D97-AF65-F5344CB8AC3E}">
        <p14:creationId xmlns:p14="http://schemas.microsoft.com/office/powerpoint/2010/main" val="370654144"/>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Title Slide">
    <p:spTree>
      <p:nvGrpSpPr>
        <p:cNvPr id="1" name=""/>
        <p:cNvGrpSpPr/>
        <p:nvPr/>
      </p:nvGrpSpPr>
      <p:grpSpPr>
        <a:xfrm>
          <a:off x="0" y="0"/>
          <a:ext cx="0" cy="0"/>
          <a:chOff x="0" y="0"/>
          <a:chExt cx="0" cy="0"/>
        </a:xfrm>
      </p:grpSpPr>
      <p:sp>
        <p:nvSpPr>
          <p:cNvPr id="4" name="Oval Center Icon"/>
          <p:cNvSpPr>
            <a:spLocks noChangeAspect="1"/>
          </p:cNvSpPr>
          <p:nvPr/>
        </p:nvSpPr>
        <p:spPr>
          <a:xfrm>
            <a:off x="4319736" y="867751"/>
            <a:ext cx="3552529" cy="355252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1" name="Slide Subtitle"/>
          <p:cNvSpPr>
            <a:spLocks noGrp="1"/>
          </p:cNvSpPr>
          <p:nvPr>
            <p:ph type="subTitle" sz="quarter" idx="11" hasCustomPrompt="1"/>
          </p:nvPr>
        </p:nvSpPr>
        <p:spPr>
          <a:xfrm>
            <a:off x="615109" y="5585916"/>
            <a:ext cx="10961783" cy="768084"/>
          </a:xfrm>
          <a:prstGeom prst="rect">
            <a:avLst/>
          </a:prstGeom>
        </p:spPr>
        <p:txBody>
          <a:bodyPr anchor="ctr">
            <a:noAutofit/>
          </a:bodyPr>
          <a:lstStyle>
            <a:lvl1pPr marL="0" indent="0" algn="ctr" latinLnBrk="0">
              <a:buNone/>
              <a:defRPr sz="3998" b="0" baseline="0">
                <a:solidFill>
                  <a:schemeClr val="tx1"/>
                </a:solidFill>
                <a:latin typeface="+mn-lt"/>
                <a:cs typeface="Arial" pitchFamily="34" charset="0"/>
              </a:defRPr>
            </a:lvl1pPr>
          </a:lstStyle>
          <a:p>
            <a:pPr lvl="0"/>
            <a:r>
              <a:rPr lang="en-US" noProof="0" dirty="0"/>
              <a:t>Click to Edit Section Subtitle</a:t>
            </a:r>
          </a:p>
        </p:txBody>
      </p:sp>
      <p:sp>
        <p:nvSpPr>
          <p:cNvPr id="10" name="Slide Title"/>
          <p:cNvSpPr>
            <a:spLocks noGrp="1"/>
          </p:cNvSpPr>
          <p:nvPr>
            <p:ph type="title" sz="quarter" idx="10" hasCustomPrompt="1"/>
          </p:nvPr>
        </p:nvSpPr>
        <p:spPr>
          <a:xfrm>
            <a:off x="615109" y="4704825"/>
            <a:ext cx="10961783" cy="768084"/>
          </a:xfrm>
          <a:prstGeom prst="rect">
            <a:avLst/>
          </a:prstGeom>
        </p:spPr>
        <p:txBody>
          <a:bodyPr anchor="ctr">
            <a:noAutofit/>
          </a:bodyPr>
          <a:lstStyle>
            <a:lvl1pPr marL="0" indent="0" algn="ctr" latinLnBrk="0">
              <a:buNone/>
              <a:defRPr sz="5396" b="1" baseline="0">
                <a:solidFill>
                  <a:schemeClr val="tx1"/>
                </a:solidFill>
                <a:latin typeface="+mj-lt"/>
                <a:cs typeface="Arial" pitchFamily="34" charset="0"/>
              </a:defRPr>
            </a:lvl1pPr>
          </a:lstStyle>
          <a:p>
            <a:pPr lvl="0"/>
            <a:r>
              <a:rPr lang="en-US" noProof="0" dirty="0"/>
              <a:t>Click to Edit Section Title</a:t>
            </a:r>
            <a:endParaRPr lang="en-US" altLang="ko-KR" noProof="0" dirty="0"/>
          </a:p>
        </p:txBody>
      </p:sp>
    </p:spTree>
    <p:extLst>
      <p:ext uri="{BB962C8B-B14F-4D97-AF65-F5344CB8AC3E}">
        <p14:creationId xmlns:p14="http://schemas.microsoft.com/office/powerpoint/2010/main" val="3529216409"/>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Slide Number">
            <a:extLst>
              <a:ext uri="{FF2B5EF4-FFF2-40B4-BE49-F238E27FC236}">
                <a16:creationId xmlns:a16="http://schemas.microsoft.com/office/drawing/2014/main" id="{C1780DB1-0AF0-4108-AFE1-9DA99F0DBCB8}"/>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dirty="0"/>
          </a:p>
        </p:txBody>
      </p:sp>
      <p:sp>
        <p:nvSpPr>
          <p:cNvPr id="3" name="Slide Body Text">
            <a:extLst>
              <a:ext uri="{FF2B5EF4-FFF2-40B4-BE49-F238E27FC236}">
                <a16:creationId xmlns:a16="http://schemas.microsoft.com/office/drawing/2014/main" id="{5A9D2960-6D42-439F-82E8-812822013A10}"/>
              </a:ext>
            </a:extLst>
          </p:cNvPr>
          <p:cNvSpPr>
            <a:spLocks noGrp="1"/>
          </p:cNvSpPr>
          <p:nvPr>
            <p:ph type="body" sz="quarter" idx="10" hasCustomPrompt="1"/>
          </p:nvPr>
        </p:nvSpPr>
        <p:spPr>
          <a:xfrm>
            <a:off x="190402" y="1196125"/>
            <a:ext cx="11818096" cy="5528766"/>
          </a:xfrm>
        </p:spPr>
        <p:txBody>
          <a:bodyPr/>
          <a:lstStyle>
            <a:lvl1pPr latinLnBrk="0">
              <a:defRPr/>
            </a:lvl1pPr>
            <a:lvl2pPr latinLnBrk="0">
              <a:defRPr/>
            </a:lvl2pPr>
            <a:lvl3pPr latinLnBrk="0">
              <a:defRPr/>
            </a:lvl3pPr>
            <a:lvl4pPr latinLnBrk="0">
              <a:defRPr/>
            </a:lvl4pPr>
            <a:lvl5pPr latinLnBrk="0">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Rectangle Top">
            <a:extLst>
              <a:ext uri="{FF2B5EF4-FFF2-40B4-BE49-F238E27FC236}">
                <a16:creationId xmlns:a16="http://schemas.microsoft.com/office/drawing/2014/main" id="{391AFA4E-7870-4561-A1B8-AC956B0C8931}"/>
              </a:ext>
            </a:extLst>
          </p:cNvPr>
          <p:cNvSpPr/>
          <p:nvPr userDrawn="1"/>
        </p:nvSpPr>
        <p:spPr>
          <a:xfrm>
            <a:off x="0" y="0"/>
            <a:ext cx="12196800"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6" name="Slide Title">
            <a:extLst>
              <a:ext uri="{FF2B5EF4-FFF2-40B4-BE49-F238E27FC236}">
                <a16:creationId xmlns:a16="http://schemas.microsoft.com/office/drawing/2014/main" id="{19B5B676-7892-440F-8191-7109B2C59885}"/>
              </a:ext>
            </a:extLst>
          </p:cNvPr>
          <p:cNvSpPr>
            <a:spLocks noGrp="1"/>
          </p:cNvSpPr>
          <p:nvPr>
            <p:ph type="title" hasCustomPrompt="1"/>
          </p:nvPr>
        </p:nvSpPr>
        <p:spPr>
          <a:xfrm>
            <a:off x="190406" y="100750"/>
            <a:ext cx="10270594" cy="882654"/>
          </a:xfrm>
        </p:spPr>
        <p:txBody>
          <a:bodyPr/>
          <a:lstStyle>
            <a:lvl1pPr latinLnBrk="0">
              <a:defRPr>
                <a:solidFill>
                  <a:schemeClr val="bg2"/>
                </a:solidFill>
              </a:defRPr>
            </a:lvl1pPr>
          </a:lstStyle>
          <a:p>
            <a:r>
              <a:rPr lang="en-US" noProof="0" dirty="0"/>
              <a:t>Slide Title</a:t>
            </a:r>
          </a:p>
        </p:txBody>
      </p:sp>
      <p:pic>
        <p:nvPicPr>
          <p:cNvPr id="4" name="Picture 3">
            <a:extLst>
              <a:ext uri="{FF2B5EF4-FFF2-40B4-BE49-F238E27FC236}">
                <a16:creationId xmlns:a16="http://schemas.microsoft.com/office/drawing/2014/main" id="{4B9A1D0F-F579-6A3C-C698-4E2E7F1AB26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53573" y="368999"/>
            <a:ext cx="1443361" cy="360001"/>
          </a:xfrm>
          <a:prstGeom prst="rect">
            <a:avLst/>
          </a:prstGeom>
        </p:spPr>
      </p:pic>
    </p:spTree>
    <p:extLst>
      <p:ext uri="{BB962C8B-B14F-4D97-AF65-F5344CB8AC3E}">
        <p14:creationId xmlns:p14="http://schemas.microsoft.com/office/powerpoint/2010/main" val="110297071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mportant Concept">
    <p:spTree>
      <p:nvGrpSpPr>
        <p:cNvPr id="1" name=""/>
        <p:cNvGrpSpPr/>
        <p:nvPr/>
      </p:nvGrpSpPr>
      <p:grpSpPr>
        <a:xfrm>
          <a:off x="0" y="0"/>
          <a:ext cx="0" cy="0"/>
          <a:chOff x="0" y="0"/>
          <a:chExt cx="0" cy="0"/>
        </a:xfrm>
      </p:grpSpPr>
      <p:sp>
        <p:nvSpPr>
          <p:cNvPr id="9" name="Slide Number">
            <a:extLst>
              <a:ext uri="{FF2B5EF4-FFF2-40B4-BE49-F238E27FC236}">
                <a16:creationId xmlns:a16="http://schemas.microsoft.com/office/drawing/2014/main" id="{0020EB61-2079-41A3-B356-B1D8D48D786E}"/>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dirty="0"/>
          </a:p>
        </p:txBody>
      </p:sp>
      <p:sp>
        <p:nvSpPr>
          <p:cNvPr id="6" name="Rectangle Left"/>
          <p:cNvSpPr/>
          <p:nvPr/>
        </p:nvSpPr>
        <p:spPr>
          <a:xfrm>
            <a:off x="0" y="0"/>
            <a:ext cx="115383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dirty="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3074" name="Picture Bulb" descr="Bulb"/>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235205" y="1792355"/>
            <a:ext cx="1830304" cy="4062222"/>
          </a:xfrm>
          <a:prstGeom prst="rect">
            <a:avLst/>
          </a:prstGeom>
          <a:noFill/>
          <a:extLst>
            <a:ext uri="{909E8E84-426E-40DD-AFC4-6F175D3DCCD1}">
              <a14:hiddenFill xmlns:a14="http://schemas.microsoft.com/office/drawing/2010/main">
                <a:solidFill>
                  <a:srgbClr val="FFFFFF"/>
                </a:solidFill>
              </a14:hiddenFill>
            </a:ext>
          </a:extLst>
        </p:spPr>
      </p:pic>
      <p:sp>
        <p:nvSpPr>
          <p:cNvPr id="7" name="Slide Body Text">
            <a:extLst>
              <a:ext uri="{FF2B5EF4-FFF2-40B4-BE49-F238E27FC236}">
                <a16:creationId xmlns:a16="http://schemas.microsoft.com/office/drawing/2014/main" id="{CB4CB13C-66A1-466B-A6C1-B0BABF5CFEC1}"/>
              </a:ext>
            </a:extLst>
          </p:cNvPr>
          <p:cNvSpPr>
            <a:spLocks noGrp="1"/>
          </p:cNvSpPr>
          <p:nvPr>
            <p:ph type="body" sz="quarter" idx="10"/>
          </p:nvPr>
        </p:nvSpPr>
        <p:spPr>
          <a:xfrm>
            <a:off x="1866000" y="1121143"/>
            <a:ext cx="10129234" cy="5546589"/>
          </a:xfrm>
        </p:spPr>
        <p:txBody>
          <a:bodyPr/>
          <a:lstStyle>
            <a:lvl1pPr latinLnBrk="0">
              <a:defRPr>
                <a:solidFill>
                  <a:schemeClr val="tx1"/>
                </a:solidFill>
              </a:defRPr>
            </a:lvl1pPr>
            <a:lvl2pPr latinLnBrk="0">
              <a:defRPr>
                <a:solidFill>
                  <a:schemeClr val="tx1"/>
                </a:solidFill>
              </a:defRPr>
            </a:lvl2pPr>
            <a:lvl3pPr latinLnBrk="0">
              <a:defRPr>
                <a:solidFill>
                  <a:schemeClr val="tx1"/>
                </a:solidFill>
              </a:defRPr>
            </a:lvl3pPr>
            <a:lvl4pPr latinLnBrk="0">
              <a:defRPr>
                <a:solidFill>
                  <a:schemeClr val="tx1"/>
                </a:solidFill>
              </a:defRPr>
            </a:lvl4pPr>
            <a:lvl5pPr latinLnBrk="0">
              <a:defRPr>
                <a:solidFill>
                  <a:schemeClr val="tx1"/>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Slide Title">
            <a:extLst>
              <a:ext uri="{FF2B5EF4-FFF2-40B4-BE49-F238E27FC236}">
                <a16:creationId xmlns:a16="http://schemas.microsoft.com/office/drawing/2014/main" id="{E2DA9691-CDF5-499C-94BB-AAA61DAC1BFB}"/>
              </a:ext>
            </a:extLst>
          </p:cNvPr>
          <p:cNvSpPr>
            <a:spLocks noGrp="1"/>
          </p:cNvSpPr>
          <p:nvPr>
            <p:ph type="title" hasCustomPrompt="1"/>
          </p:nvPr>
        </p:nvSpPr>
        <p:spPr>
          <a:xfrm>
            <a:off x="1296956" y="100750"/>
            <a:ext cx="9164044" cy="882654"/>
          </a:xfrm>
        </p:spPr>
        <p:txBody>
          <a:bodyPr/>
          <a:lstStyle>
            <a:lvl1pPr latinLnBrk="0">
              <a:defRPr/>
            </a:lvl1pPr>
          </a:lstStyle>
          <a:p>
            <a:r>
              <a:rPr lang="en-US" noProof="0" dirty="0"/>
              <a:t>Slide Title</a:t>
            </a:r>
          </a:p>
        </p:txBody>
      </p:sp>
      <p:pic>
        <p:nvPicPr>
          <p:cNvPr id="2" name="Picture 1">
            <a:extLst>
              <a:ext uri="{FF2B5EF4-FFF2-40B4-BE49-F238E27FC236}">
                <a16:creationId xmlns:a16="http://schemas.microsoft.com/office/drawing/2014/main" id="{78CA5371-2597-CF8F-1859-22639580743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1877" y="362077"/>
            <a:ext cx="1443357" cy="360000"/>
          </a:xfrm>
          <a:prstGeom prst="rect">
            <a:avLst/>
          </a:prstGeom>
        </p:spPr>
      </p:pic>
    </p:spTree>
    <p:extLst>
      <p:ext uri="{BB962C8B-B14F-4D97-AF65-F5344CB8AC3E}">
        <p14:creationId xmlns:p14="http://schemas.microsoft.com/office/powerpoint/2010/main" val="254253073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mportant Example">
    <p:spTree>
      <p:nvGrpSpPr>
        <p:cNvPr id="1" name=""/>
        <p:cNvGrpSpPr/>
        <p:nvPr/>
      </p:nvGrpSpPr>
      <p:grpSpPr>
        <a:xfrm>
          <a:off x="0" y="0"/>
          <a:ext cx="0" cy="0"/>
          <a:chOff x="0" y="0"/>
          <a:chExt cx="0" cy="0"/>
        </a:xfrm>
      </p:grpSpPr>
      <p:sp>
        <p:nvSpPr>
          <p:cNvPr id="9" name="Slide Number">
            <a:extLst>
              <a:ext uri="{FF2B5EF4-FFF2-40B4-BE49-F238E27FC236}">
                <a16:creationId xmlns:a16="http://schemas.microsoft.com/office/drawing/2014/main" id="{1865BF6B-7F07-4E9C-879F-80E36EEB3405}"/>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dirty="0"/>
          </a:p>
        </p:txBody>
      </p:sp>
      <p:sp>
        <p:nvSpPr>
          <p:cNvPr id="12" name="Rectangle Left">
            <a:extLst>
              <a:ext uri="{FF2B5EF4-FFF2-40B4-BE49-F238E27FC236}">
                <a16:creationId xmlns:a16="http://schemas.microsoft.com/office/drawing/2014/main" id="{345FB1C8-7F66-4D5C-ACCE-AE919936BCFD}"/>
              </a:ext>
            </a:extLst>
          </p:cNvPr>
          <p:cNvSpPr/>
          <p:nvPr/>
        </p:nvSpPr>
        <p:spPr>
          <a:xfrm>
            <a:off x="0" y="0"/>
            <a:ext cx="115383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dirty="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3074" name="Picture Bulb" descr="Bulb"/>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520027" y="3314704"/>
            <a:ext cx="1260665" cy="2797950"/>
          </a:xfrm>
          <a:prstGeom prst="rect">
            <a:avLst/>
          </a:prstGeom>
          <a:noFill/>
          <a:extLst>
            <a:ext uri="{909E8E84-426E-40DD-AFC4-6F175D3DCCD1}">
              <a14:hiddenFill xmlns:a14="http://schemas.microsoft.com/office/drawing/2010/main">
                <a:solidFill>
                  <a:srgbClr val="FFFFFF"/>
                </a:solidFill>
              </a14:hiddenFill>
            </a:ext>
          </a:extLst>
        </p:spPr>
      </p:pic>
      <p:sp>
        <p:nvSpPr>
          <p:cNvPr id="15" name="Slide Body Text">
            <a:extLst>
              <a:ext uri="{FF2B5EF4-FFF2-40B4-BE49-F238E27FC236}">
                <a16:creationId xmlns:a16="http://schemas.microsoft.com/office/drawing/2014/main" id="{6157C8DE-E0AF-422B-BBB1-F0AF1264B5E9}"/>
              </a:ext>
            </a:extLst>
          </p:cNvPr>
          <p:cNvSpPr>
            <a:spLocks noGrp="1"/>
          </p:cNvSpPr>
          <p:nvPr>
            <p:ph type="body" sz="quarter" idx="10"/>
          </p:nvPr>
        </p:nvSpPr>
        <p:spPr>
          <a:xfrm>
            <a:off x="1673561" y="1121143"/>
            <a:ext cx="10321675" cy="5546589"/>
          </a:xfrm>
        </p:spPr>
        <p:txBody>
          <a:bodyPr/>
          <a:lstStyle>
            <a:lvl1pPr latinLnBrk="0">
              <a:defRPr>
                <a:solidFill>
                  <a:schemeClr val="tx1"/>
                </a:solidFill>
              </a:defRPr>
            </a:lvl1pPr>
            <a:lvl2pPr latinLnBrk="0">
              <a:defRPr>
                <a:solidFill>
                  <a:schemeClr val="tx1"/>
                </a:solidFill>
              </a:defRPr>
            </a:lvl2pPr>
            <a:lvl3pPr latinLnBrk="0">
              <a:defRPr>
                <a:solidFill>
                  <a:schemeClr val="tx1"/>
                </a:solidFill>
              </a:defRPr>
            </a:lvl3pPr>
            <a:lvl4pPr latinLnBrk="0">
              <a:defRPr>
                <a:solidFill>
                  <a:schemeClr val="tx1"/>
                </a:solidFill>
              </a:defRPr>
            </a:lvl4pPr>
            <a:lvl5pPr latinLnBrk="0">
              <a:defRPr>
                <a:solidFill>
                  <a:schemeClr val="tx1"/>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Slide Title">
            <a:extLst>
              <a:ext uri="{FF2B5EF4-FFF2-40B4-BE49-F238E27FC236}">
                <a16:creationId xmlns:a16="http://schemas.microsoft.com/office/drawing/2014/main" id="{0D5CC956-5C4A-44BE-8F8B-327FAFA51E97}"/>
              </a:ext>
            </a:extLst>
          </p:cNvPr>
          <p:cNvSpPr>
            <a:spLocks noGrp="1"/>
          </p:cNvSpPr>
          <p:nvPr>
            <p:ph type="title" hasCustomPrompt="1"/>
          </p:nvPr>
        </p:nvSpPr>
        <p:spPr>
          <a:xfrm>
            <a:off x="1296956" y="100750"/>
            <a:ext cx="9164044" cy="882654"/>
          </a:xfrm>
        </p:spPr>
        <p:txBody>
          <a:bodyPr/>
          <a:lstStyle>
            <a:lvl1pPr latinLnBrk="0">
              <a:defRPr/>
            </a:lvl1pPr>
          </a:lstStyle>
          <a:p>
            <a:r>
              <a:rPr lang="en-US" noProof="0" dirty="0"/>
              <a:t>Slide Title</a:t>
            </a:r>
          </a:p>
        </p:txBody>
      </p:sp>
      <p:pic>
        <p:nvPicPr>
          <p:cNvPr id="2" name="Picture 1">
            <a:extLst>
              <a:ext uri="{FF2B5EF4-FFF2-40B4-BE49-F238E27FC236}">
                <a16:creationId xmlns:a16="http://schemas.microsoft.com/office/drawing/2014/main" id="{A37AF1B9-D67A-246A-86B6-E28F19C5239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1877" y="362077"/>
            <a:ext cx="1443357" cy="360000"/>
          </a:xfrm>
          <a:prstGeom prst="rect">
            <a:avLst/>
          </a:prstGeom>
        </p:spPr>
      </p:pic>
    </p:spTree>
    <p:extLst>
      <p:ext uri="{BB962C8B-B14F-4D97-AF65-F5344CB8AC3E}">
        <p14:creationId xmlns:p14="http://schemas.microsoft.com/office/powerpoint/2010/main" val="167965175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F0B8C963-1813-4B69-AD27-6D02EBBBB569}"/>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dirty="0"/>
          </a:p>
        </p:txBody>
      </p:sp>
      <p:sp>
        <p:nvSpPr>
          <p:cNvPr id="3" name="Rectangle Left">
            <a:extLst>
              <a:ext uri="{FF2B5EF4-FFF2-40B4-BE49-F238E27FC236}">
                <a16:creationId xmlns:a16="http://schemas.microsoft.com/office/drawing/2014/main" id="{345FB1C8-7F66-4D5C-ACCE-AE919936BCFD}"/>
              </a:ext>
            </a:extLst>
          </p:cNvPr>
          <p:cNvSpPr/>
          <p:nvPr userDrawn="1"/>
        </p:nvSpPr>
        <p:spPr>
          <a:xfrm>
            <a:off x="0" y="0"/>
            <a:ext cx="42947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1"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dirty="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4" name="Picture Bulb" descr="Bulb"/>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156000" y="5098868"/>
            <a:ext cx="779209" cy="1729395"/>
          </a:xfrm>
          <a:prstGeom prst="rect">
            <a:avLst/>
          </a:prstGeom>
          <a:noFill/>
          <a:extLst>
            <a:ext uri="{909E8E84-426E-40DD-AFC4-6F175D3DCCD1}">
              <a14:hiddenFill xmlns:a14="http://schemas.microsoft.com/office/drawing/2010/main">
                <a:solidFill>
                  <a:srgbClr val="FFFFFF"/>
                </a:solidFill>
              </a14:hiddenFill>
            </a:ext>
          </a:extLst>
        </p:spPr>
      </p:pic>
      <p:sp>
        <p:nvSpPr>
          <p:cNvPr id="7" name="Slide Body Text">
            <a:extLst>
              <a:ext uri="{FF2B5EF4-FFF2-40B4-BE49-F238E27FC236}">
                <a16:creationId xmlns:a16="http://schemas.microsoft.com/office/drawing/2014/main" id="{7296EDA7-D37D-4B31-A888-371F0804124F}"/>
              </a:ext>
            </a:extLst>
          </p:cNvPr>
          <p:cNvSpPr>
            <a:spLocks noGrp="1"/>
          </p:cNvSpPr>
          <p:nvPr>
            <p:ph type="body" sz="quarter" idx="10"/>
          </p:nvPr>
        </p:nvSpPr>
        <p:spPr>
          <a:xfrm>
            <a:off x="585176" y="1121143"/>
            <a:ext cx="11410061" cy="5546589"/>
          </a:xfrm>
        </p:spPr>
        <p:txBody>
          <a:bodyPr/>
          <a:lstStyle>
            <a:lvl1pPr latinLnBrk="0">
              <a:defRPr>
                <a:solidFill>
                  <a:schemeClr val="tx1"/>
                </a:solidFill>
              </a:defRPr>
            </a:lvl1pPr>
            <a:lvl2pPr latinLnBrk="0">
              <a:defRPr>
                <a:solidFill>
                  <a:schemeClr val="tx1"/>
                </a:solidFill>
              </a:defRPr>
            </a:lvl2pPr>
            <a:lvl3pPr latinLnBrk="0">
              <a:defRPr>
                <a:solidFill>
                  <a:schemeClr val="tx1"/>
                </a:solidFill>
              </a:defRPr>
            </a:lvl3pPr>
            <a:lvl4pPr latinLnBrk="0">
              <a:defRPr>
                <a:solidFill>
                  <a:schemeClr val="tx1"/>
                </a:solidFill>
              </a:defRPr>
            </a:lvl4pPr>
            <a:lvl5pPr latinLnBrk="0">
              <a:defRPr>
                <a:solidFill>
                  <a:schemeClr val="tx1"/>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Slide Title">
            <a:extLst>
              <a:ext uri="{FF2B5EF4-FFF2-40B4-BE49-F238E27FC236}">
                <a16:creationId xmlns:a16="http://schemas.microsoft.com/office/drawing/2014/main" id="{55A88B09-3557-48A3-BF27-42699C269215}"/>
              </a:ext>
            </a:extLst>
          </p:cNvPr>
          <p:cNvSpPr>
            <a:spLocks noGrp="1"/>
          </p:cNvSpPr>
          <p:nvPr>
            <p:ph type="title" hasCustomPrompt="1"/>
          </p:nvPr>
        </p:nvSpPr>
        <p:spPr>
          <a:xfrm>
            <a:off x="585177" y="100750"/>
            <a:ext cx="9875824" cy="882654"/>
          </a:xfrm>
        </p:spPr>
        <p:txBody>
          <a:bodyPr/>
          <a:lstStyle>
            <a:lvl1pPr latinLnBrk="0">
              <a:defRPr/>
            </a:lvl1pPr>
          </a:lstStyle>
          <a:p>
            <a:r>
              <a:rPr lang="en-US" noProof="0" dirty="0"/>
              <a:t>Slide Title</a:t>
            </a:r>
          </a:p>
        </p:txBody>
      </p:sp>
      <p:pic>
        <p:nvPicPr>
          <p:cNvPr id="2" name="Picture 1">
            <a:extLst>
              <a:ext uri="{FF2B5EF4-FFF2-40B4-BE49-F238E27FC236}">
                <a16:creationId xmlns:a16="http://schemas.microsoft.com/office/drawing/2014/main" id="{9C2C375B-43BF-D1DD-F160-1500A111885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1877" y="362077"/>
            <a:ext cx="1443357" cy="360000"/>
          </a:xfrm>
          <a:prstGeom prst="rect">
            <a:avLst/>
          </a:prstGeom>
        </p:spPr>
      </p:pic>
    </p:spTree>
    <p:extLst>
      <p:ext uri="{BB962C8B-B14F-4D97-AF65-F5344CB8AC3E}">
        <p14:creationId xmlns:p14="http://schemas.microsoft.com/office/powerpoint/2010/main" val="328456255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ource Code Example">
    <p:spTree>
      <p:nvGrpSpPr>
        <p:cNvPr id="1" name=""/>
        <p:cNvGrpSpPr/>
        <p:nvPr/>
      </p:nvGrpSpPr>
      <p:grpSpPr>
        <a:xfrm>
          <a:off x="0" y="0"/>
          <a:ext cx="0" cy="0"/>
          <a:chOff x="0" y="0"/>
          <a:chExt cx="0" cy="0"/>
        </a:xfrm>
      </p:grpSpPr>
      <p:sp>
        <p:nvSpPr>
          <p:cNvPr id="8" name="Slide Number">
            <a:extLst>
              <a:ext uri="{FF2B5EF4-FFF2-40B4-BE49-F238E27FC236}">
                <a16:creationId xmlns:a16="http://schemas.microsoft.com/office/drawing/2014/main" id="{509D954E-A844-4072-A556-DE584BEB9321}"/>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a:p>
        </p:txBody>
      </p:sp>
      <p:sp>
        <p:nvSpPr>
          <p:cNvPr id="9" name="Rectangle Top">
            <a:extLst>
              <a:ext uri="{FF2B5EF4-FFF2-40B4-BE49-F238E27FC236}">
                <a16:creationId xmlns:a16="http://schemas.microsoft.com/office/drawing/2014/main" id="{A15CE03A-0933-4E5D-9EA1-718D4F802FFC}"/>
              </a:ext>
            </a:extLst>
          </p:cNvPr>
          <p:cNvSpPr/>
          <p:nvPr userDrawn="1"/>
        </p:nvSpPr>
        <p:spPr>
          <a:xfrm>
            <a:off x="0" y="1311"/>
            <a:ext cx="12196800"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dirty="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2" name="Slide Body Text">
            <a:extLst>
              <a:ext uri="{FF2B5EF4-FFF2-40B4-BE49-F238E27FC236}">
                <a16:creationId xmlns:a16="http://schemas.microsoft.com/office/drawing/2014/main" id="{B608ED73-CE88-49E4-8BFC-DBD6E9AE6B10}"/>
              </a:ext>
            </a:extLst>
          </p:cNvPr>
          <p:cNvSpPr>
            <a:spLocks noGrp="1"/>
          </p:cNvSpPr>
          <p:nvPr>
            <p:ph type="body" sz="quarter" idx="10" hasCustomPrompt="1"/>
          </p:nvPr>
        </p:nvSpPr>
        <p:spPr>
          <a:xfrm>
            <a:off x="190406" y="1206668"/>
            <a:ext cx="11804831" cy="5550582"/>
          </a:xfrm>
        </p:spPr>
        <p:txBody>
          <a:bodyPr/>
          <a:lstStyle>
            <a:lvl1pPr latinLnBrk="0">
              <a:defRPr>
                <a:solidFill>
                  <a:schemeClr val="tx1"/>
                </a:solidFill>
              </a:defRPr>
            </a:lvl1pPr>
            <a:lvl2pPr latinLnBrk="0">
              <a:defRPr>
                <a:solidFill>
                  <a:schemeClr val="tx1"/>
                </a:solidFill>
              </a:defRPr>
            </a:lvl2pPr>
            <a:lvl3pPr latinLnBrk="0">
              <a:defRPr>
                <a:solidFill>
                  <a:schemeClr val="tx1"/>
                </a:solidFill>
              </a:defRPr>
            </a:lvl3pPr>
            <a:lvl4pPr latinLnBrk="0">
              <a:defRPr>
                <a:solidFill>
                  <a:schemeClr val="tx1"/>
                </a:solidFill>
              </a:defRPr>
            </a:lvl4pPr>
            <a:lvl5pPr latinLnBrk="0">
              <a:defRPr>
                <a:solidFill>
                  <a:schemeClr val="tx1"/>
                </a:solidFill>
              </a:defRPr>
            </a:lvl5pPr>
          </a:lstStyle>
          <a:p>
            <a:pPr lvl="0"/>
            <a:r>
              <a:rPr lang="en-US" noProof="0" dirty="0"/>
              <a:t>This is a code example</a:t>
            </a:r>
          </a:p>
        </p:txBody>
      </p:sp>
      <p:sp>
        <p:nvSpPr>
          <p:cNvPr id="4" name="Code Box">
            <a:extLst>
              <a:ext uri="{FF2B5EF4-FFF2-40B4-BE49-F238E27FC236}">
                <a16:creationId xmlns:a16="http://schemas.microsoft.com/office/drawing/2014/main" id="{F4E021E9-D6DB-4272-8C9F-CEF4940FDC10}"/>
              </a:ext>
            </a:extLst>
          </p:cNvPr>
          <p:cNvSpPr>
            <a:spLocks noGrp="1"/>
          </p:cNvSpPr>
          <p:nvPr>
            <p:ph type="body" sz="quarter" idx="11" hasCustomPrompt="1"/>
          </p:nvPr>
        </p:nvSpPr>
        <p:spPr>
          <a:xfrm>
            <a:off x="674683" y="2034000"/>
            <a:ext cx="10836275" cy="2237893"/>
          </a:xfrm>
          <a:solidFill>
            <a:schemeClr val="accent6">
              <a:lumMod val="75000"/>
              <a:alpha val="15000"/>
            </a:schemeClr>
          </a:solidFill>
          <a:ln w="12700">
            <a:solidFill>
              <a:schemeClr val="tx1">
                <a:lumMod val="50000"/>
              </a:schemeClr>
            </a:solidFill>
          </a:ln>
        </p:spPr>
        <p:txBody>
          <a:bodyPr vert="horz" wrap="square" lIns="144000" tIns="108000" rIns="144000" bIns="108000" rtlCol="0">
            <a:spAutoFit/>
          </a:bodyPr>
          <a:lstStyle>
            <a:lvl1pPr>
              <a:buNone/>
              <a:defRPr lang="en-US" sz="2800" b="1" smtClean="0">
                <a:latin typeface="Consolas" pitchFamily="49" charset="0"/>
              </a:defRPr>
            </a:lvl1pPr>
            <a:lvl2pPr>
              <a:defRPr lang="en-US" smtClean="0"/>
            </a:lvl2pPr>
            <a:lvl3pPr>
              <a:defRPr lang="en-US" smtClean="0"/>
            </a:lvl3pPr>
            <a:lvl4pPr>
              <a:defRPr lang="en-US" smtClean="0"/>
            </a:lvl4pPr>
            <a:lvl5pPr>
              <a:defRPr lang="en-US"/>
            </a:lvl5pPr>
          </a:lstStyle>
          <a:p>
            <a:pPr>
              <a:spcBef>
                <a:spcPts val="300"/>
              </a:spcBef>
              <a:spcAft>
                <a:spcPts val="300"/>
              </a:spcAft>
            </a:pPr>
            <a:r>
              <a:rPr lang="en-US" noProof="1"/>
              <a:t>Source code box</a:t>
            </a:r>
          </a:p>
          <a:p>
            <a:pPr>
              <a:spcBef>
                <a:spcPts val="300"/>
              </a:spcBef>
              <a:spcAft>
                <a:spcPts val="300"/>
              </a:spcAft>
            </a:pPr>
            <a:r>
              <a:rPr lang="en-US" noProof="1"/>
              <a:t>…</a:t>
            </a:r>
          </a:p>
          <a:p>
            <a:pPr>
              <a:spcBef>
                <a:spcPts val="300"/>
              </a:spcBef>
              <a:spcAft>
                <a:spcPts val="300"/>
              </a:spcAft>
            </a:pPr>
            <a:r>
              <a:rPr lang="en-US" noProof="1"/>
              <a:t>…</a:t>
            </a:r>
          </a:p>
          <a:p>
            <a:pPr>
              <a:spcBef>
                <a:spcPts val="300"/>
              </a:spcBef>
              <a:spcAft>
                <a:spcPts val="300"/>
              </a:spcAft>
            </a:pPr>
            <a:r>
              <a:rPr lang="en-US" noProof="1"/>
              <a:t>…</a:t>
            </a:r>
          </a:p>
        </p:txBody>
      </p:sp>
      <p:sp>
        <p:nvSpPr>
          <p:cNvPr id="11" name="Slide Title">
            <a:extLst>
              <a:ext uri="{FF2B5EF4-FFF2-40B4-BE49-F238E27FC236}">
                <a16:creationId xmlns:a16="http://schemas.microsoft.com/office/drawing/2014/main" id="{47D60833-F0A9-4F29-8C06-A963A7C8BE93}"/>
              </a:ext>
            </a:extLst>
          </p:cNvPr>
          <p:cNvSpPr>
            <a:spLocks noGrp="1"/>
          </p:cNvSpPr>
          <p:nvPr>
            <p:ph type="title" hasCustomPrompt="1"/>
          </p:nvPr>
        </p:nvSpPr>
        <p:spPr>
          <a:xfrm>
            <a:off x="190405" y="100750"/>
            <a:ext cx="10239658" cy="882654"/>
          </a:xfrm>
        </p:spPr>
        <p:txBody>
          <a:bodyPr/>
          <a:lstStyle>
            <a:lvl1pPr latinLnBrk="0">
              <a:defRPr>
                <a:solidFill>
                  <a:schemeClr val="bg2"/>
                </a:solidFill>
              </a:defRPr>
            </a:lvl1pPr>
          </a:lstStyle>
          <a:p>
            <a:r>
              <a:rPr lang="en-US" noProof="0" dirty="0"/>
              <a:t>Slide Title</a:t>
            </a:r>
          </a:p>
        </p:txBody>
      </p:sp>
      <p:pic>
        <p:nvPicPr>
          <p:cNvPr id="3" name="Picture 2">
            <a:extLst>
              <a:ext uri="{FF2B5EF4-FFF2-40B4-BE49-F238E27FC236}">
                <a16:creationId xmlns:a16="http://schemas.microsoft.com/office/drawing/2014/main" id="{4B69A4E8-9221-8F79-65B4-BF9AA7F87DD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53573" y="368999"/>
            <a:ext cx="1443361" cy="360001"/>
          </a:xfrm>
          <a:prstGeom prst="rect">
            <a:avLst/>
          </a:prstGeom>
        </p:spPr>
      </p:pic>
    </p:spTree>
    <p:extLst>
      <p:ext uri="{BB962C8B-B14F-4D97-AF65-F5344CB8AC3E}">
        <p14:creationId xmlns:p14="http://schemas.microsoft.com/office/powerpoint/2010/main" val="100082982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4" name="Oval Center Icon"/>
          <p:cNvSpPr>
            <a:spLocks noChangeAspect="1"/>
          </p:cNvSpPr>
          <p:nvPr/>
        </p:nvSpPr>
        <p:spPr>
          <a:xfrm>
            <a:off x="831000" y="1091471"/>
            <a:ext cx="3552529" cy="355252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1" name="Slide Subtitle"/>
          <p:cNvSpPr>
            <a:spLocks noGrp="1"/>
          </p:cNvSpPr>
          <p:nvPr>
            <p:ph type="subTitle" sz="quarter" idx="11" hasCustomPrompt="1"/>
          </p:nvPr>
        </p:nvSpPr>
        <p:spPr>
          <a:xfrm>
            <a:off x="5241000" y="3338387"/>
            <a:ext cx="6065892" cy="768084"/>
          </a:xfrm>
          <a:prstGeom prst="rect">
            <a:avLst/>
          </a:prstGeom>
        </p:spPr>
        <p:txBody>
          <a:bodyPr anchor="ctr">
            <a:noAutofit/>
          </a:bodyPr>
          <a:lstStyle>
            <a:lvl1pPr marL="0" indent="0" algn="ctr" latinLnBrk="0">
              <a:buNone/>
              <a:defRPr sz="3998" b="0" baseline="0">
                <a:solidFill>
                  <a:schemeClr val="tx1"/>
                </a:solidFill>
                <a:latin typeface="+mn-lt"/>
                <a:cs typeface="Arial" pitchFamily="34" charset="0"/>
              </a:defRPr>
            </a:lvl1pPr>
          </a:lstStyle>
          <a:p>
            <a:pPr lvl="0"/>
            <a:r>
              <a:rPr lang="en-US" noProof="0" dirty="0"/>
              <a:t>Click to Edit Section Subtitle</a:t>
            </a:r>
          </a:p>
        </p:txBody>
      </p:sp>
      <p:sp>
        <p:nvSpPr>
          <p:cNvPr id="10" name="Slide Title"/>
          <p:cNvSpPr>
            <a:spLocks noGrp="1"/>
          </p:cNvSpPr>
          <p:nvPr>
            <p:ph type="title" sz="quarter" idx="10" hasCustomPrompt="1"/>
          </p:nvPr>
        </p:nvSpPr>
        <p:spPr>
          <a:xfrm>
            <a:off x="5241000" y="1471047"/>
            <a:ext cx="6065892" cy="1754333"/>
          </a:xfrm>
          <a:prstGeom prst="rect">
            <a:avLst/>
          </a:prstGeom>
        </p:spPr>
        <p:txBody>
          <a:bodyPr anchor="ctr">
            <a:noAutofit/>
          </a:bodyPr>
          <a:lstStyle>
            <a:lvl1pPr marL="0" indent="0" algn="ctr" latinLnBrk="0">
              <a:buNone/>
              <a:defRPr sz="5396" b="1" baseline="0">
                <a:solidFill>
                  <a:schemeClr val="tx1"/>
                </a:solidFill>
                <a:latin typeface="+mj-lt"/>
                <a:cs typeface="Arial" pitchFamily="34" charset="0"/>
              </a:defRPr>
            </a:lvl1pPr>
          </a:lstStyle>
          <a:p>
            <a:pPr lvl="0"/>
            <a:r>
              <a:rPr lang="en-US" noProof="0" dirty="0"/>
              <a:t>Click to Edit Section Title</a:t>
            </a:r>
            <a:endParaRPr lang="en-US" altLang="ko-KR" noProof="0" dirty="0"/>
          </a:p>
        </p:txBody>
      </p:sp>
    </p:spTree>
    <p:extLst>
      <p:ext uri="{BB962C8B-B14F-4D97-AF65-F5344CB8AC3E}">
        <p14:creationId xmlns:p14="http://schemas.microsoft.com/office/powerpoint/2010/main" val="2423919747"/>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10" name="Slide Number">
            <a:extLst>
              <a:ext uri="{FF2B5EF4-FFF2-40B4-BE49-F238E27FC236}">
                <a16:creationId xmlns:a16="http://schemas.microsoft.com/office/drawing/2014/main" id="{39DDE17E-5472-41F3-AF5F-54DFF10DC63C}"/>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a:p>
        </p:txBody>
      </p:sp>
      <p:sp>
        <p:nvSpPr>
          <p:cNvPr id="23" name="Slide Body Text">
            <a:extLst>
              <a:ext uri="{FF2B5EF4-FFF2-40B4-BE49-F238E27FC236}">
                <a16:creationId xmlns:a16="http://schemas.microsoft.com/office/drawing/2014/main" id="{889D93F4-ABFA-46BF-8E5D-FE6562ACB20F}"/>
              </a:ext>
            </a:extLst>
          </p:cNvPr>
          <p:cNvSpPr>
            <a:spLocks noGrp="1"/>
          </p:cNvSpPr>
          <p:nvPr>
            <p:ph type="body" sz="quarter" idx="13" hasCustomPrompt="1"/>
          </p:nvPr>
        </p:nvSpPr>
        <p:spPr>
          <a:xfrm>
            <a:off x="196766" y="1371604"/>
            <a:ext cx="11781606" cy="5207396"/>
          </a:xfrm>
        </p:spPr>
        <p:txBody>
          <a:bodyPr>
            <a:normAutofit/>
          </a:bodyPr>
          <a:lstStyle>
            <a:lvl1pPr marL="514042" indent="-514042" latinLnBrk="0">
              <a:buFont typeface="+mj-lt"/>
              <a:buAutoNum type="arabicPeriod"/>
              <a:defRPr sz="3600">
                <a:solidFill>
                  <a:schemeClr val="tx1"/>
                </a:solidFill>
              </a:defRPr>
            </a:lvl1pPr>
            <a:lvl2pPr>
              <a:defRPr sz="3400"/>
            </a:lvl2pPr>
          </a:lstStyle>
          <a:p>
            <a:pPr lvl="0"/>
            <a:r>
              <a:rPr lang="en-US" noProof="0" dirty="0"/>
              <a:t>…</a:t>
            </a:r>
          </a:p>
          <a:p>
            <a:pPr lvl="1"/>
            <a:r>
              <a:rPr lang="en-US" noProof="0" dirty="0"/>
              <a:t>…</a:t>
            </a:r>
          </a:p>
          <a:p>
            <a:pPr lvl="1"/>
            <a:r>
              <a:rPr lang="en-US" noProof="0" dirty="0"/>
              <a:t>…</a:t>
            </a:r>
          </a:p>
          <a:p>
            <a:pPr lvl="0"/>
            <a:r>
              <a:rPr lang="en-US" noProof="0" dirty="0"/>
              <a:t>…</a:t>
            </a:r>
          </a:p>
          <a:p>
            <a:pPr lvl="1"/>
            <a:r>
              <a:rPr lang="en-US" noProof="0" dirty="0"/>
              <a:t>…</a:t>
            </a:r>
          </a:p>
          <a:p>
            <a:pPr lvl="1"/>
            <a:r>
              <a:rPr lang="en-US" noProof="0" dirty="0"/>
              <a:t>…</a:t>
            </a:r>
          </a:p>
          <a:p>
            <a:pPr lvl="0"/>
            <a:r>
              <a:rPr lang="en-US" noProof="0" dirty="0"/>
              <a:t>…</a:t>
            </a:r>
          </a:p>
        </p:txBody>
      </p:sp>
      <p:sp>
        <p:nvSpPr>
          <p:cNvPr id="8" name="Rectangle Top">
            <a:extLst>
              <a:ext uri="{FF2B5EF4-FFF2-40B4-BE49-F238E27FC236}">
                <a16:creationId xmlns:a16="http://schemas.microsoft.com/office/drawing/2014/main" id="{930E0800-9260-4369-8330-8264DD33C5CE}"/>
              </a:ext>
            </a:extLst>
          </p:cNvPr>
          <p:cNvSpPr/>
          <p:nvPr userDrawn="1"/>
        </p:nvSpPr>
        <p:spPr>
          <a:xfrm>
            <a:off x="0" y="0"/>
            <a:ext cx="12196800"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3" name="Slide Title">
            <a:extLst>
              <a:ext uri="{FF2B5EF4-FFF2-40B4-BE49-F238E27FC236}">
                <a16:creationId xmlns:a16="http://schemas.microsoft.com/office/drawing/2014/main" id="{357D7BE1-6358-42CC-94F3-7BCDD91DCB6D}"/>
              </a:ext>
            </a:extLst>
          </p:cNvPr>
          <p:cNvSpPr>
            <a:spLocks noGrp="1"/>
          </p:cNvSpPr>
          <p:nvPr>
            <p:ph type="title" hasCustomPrompt="1"/>
          </p:nvPr>
        </p:nvSpPr>
        <p:spPr>
          <a:xfrm>
            <a:off x="190406" y="100750"/>
            <a:ext cx="10270594" cy="882654"/>
          </a:xfrm>
        </p:spPr>
        <p:txBody>
          <a:bodyPr/>
          <a:lstStyle>
            <a:lvl1pPr latinLnBrk="0">
              <a:defRPr>
                <a:solidFill>
                  <a:schemeClr val="bg2"/>
                </a:solidFill>
              </a:defRPr>
            </a:lvl1pPr>
          </a:lstStyle>
          <a:p>
            <a:r>
              <a:rPr lang="en-US" noProof="0" dirty="0"/>
              <a:t>Table of Contents</a:t>
            </a:r>
          </a:p>
        </p:txBody>
      </p:sp>
      <p:pic>
        <p:nvPicPr>
          <p:cNvPr id="3" name="Picture 2">
            <a:extLst>
              <a:ext uri="{FF2B5EF4-FFF2-40B4-BE49-F238E27FC236}">
                <a16:creationId xmlns:a16="http://schemas.microsoft.com/office/drawing/2014/main" id="{4FD808AB-EC49-1578-0005-D58D2A365AA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53573" y="368999"/>
            <a:ext cx="1443361" cy="360001"/>
          </a:xfrm>
          <a:prstGeom prst="rect">
            <a:avLst/>
          </a:prstGeom>
        </p:spPr>
      </p:pic>
    </p:spTree>
    <p:extLst>
      <p:ext uri="{BB962C8B-B14F-4D97-AF65-F5344CB8AC3E}">
        <p14:creationId xmlns:p14="http://schemas.microsoft.com/office/powerpoint/2010/main" val="102872448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Slide">
    <p:spTree>
      <p:nvGrpSpPr>
        <p:cNvPr id="1" name=""/>
        <p:cNvGrpSpPr/>
        <p:nvPr/>
      </p:nvGrpSpPr>
      <p:grpSpPr>
        <a:xfrm>
          <a:off x="0" y="0"/>
          <a:ext cx="0" cy="0"/>
          <a:chOff x="0" y="0"/>
          <a:chExt cx="0" cy="0"/>
        </a:xfrm>
      </p:grpSpPr>
      <p:sp>
        <p:nvSpPr>
          <p:cNvPr id="2" name="Rectangle Bottom"/>
          <p:cNvSpPr/>
          <p:nvPr/>
        </p:nvSpPr>
        <p:spPr>
          <a:xfrm>
            <a:off x="2" y="6264000"/>
            <a:ext cx="12192000" cy="594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856" tIns="60928" rIns="121856" bIns="60928" numCol="1" spcCol="0" rtlCol="0" fromWordArt="0" anchor="ctr" anchorCtr="0" forceAA="0" compatLnSpc="1">
            <a:prstTxWarp prst="textNoShape">
              <a:avLst/>
            </a:prstTxWarp>
            <a:noAutofit/>
          </a:bodyP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1" name="Slide Number">
            <a:extLst>
              <a:ext uri="{FF2B5EF4-FFF2-40B4-BE49-F238E27FC236}">
                <a16:creationId xmlns:a16="http://schemas.microsoft.com/office/drawing/2014/main" id="{6750ECE4-94E0-469B-B8E4-562792823B0F}"/>
              </a:ext>
            </a:extLst>
          </p:cNvPr>
          <p:cNvSpPr>
            <a:spLocks noGrp="1"/>
          </p:cNvSpPr>
          <p:nvPr>
            <p:ph type="sldNum" sz="quarter" idx="4"/>
          </p:nvPr>
        </p:nvSpPr>
        <p:spPr>
          <a:xfrm>
            <a:off x="11753030" y="6462000"/>
            <a:ext cx="367414" cy="297000"/>
          </a:xfrm>
          <a:prstGeom prst="rect">
            <a:avLst/>
          </a:prstGeom>
        </p:spPr>
        <p:txBody>
          <a:bodyPr vert="horz" lIns="91440" tIns="45720" rIns="91440" bIns="45720" rtlCol="0" anchor="b"/>
          <a:lstStyle>
            <a:lvl1pPr algn="r">
              <a:defRPr sz="1000">
                <a:solidFill>
                  <a:schemeClr val="bg2"/>
                </a:solidFill>
              </a:defRPr>
            </a:lvl1pPr>
          </a:lstStyle>
          <a:p>
            <a:fld id="{2BF067CD-8E6B-4360-9AA8-C5DF2A48A6D1}" type="slidenum">
              <a:rPr lang="en-US" smtClean="0"/>
              <a:pPr/>
              <a:t>‹#›</a:t>
            </a:fld>
            <a:endParaRPr lang="en-US" dirty="0"/>
          </a:p>
        </p:txBody>
      </p:sp>
      <p:sp>
        <p:nvSpPr>
          <p:cNvPr id="4" name="Oval Logo Holder"/>
          <p:cNvSpPr/>
          <p:nvPr/>
        </p:nvSpPr>
        <p:spPr>
          <a:xfrm>
            <a:off x="5161650" y="4824665"/>
            <a:ext cx="1868701" cy="1868701"/>
          </a:xfrm>
          <a:prstGeom prst="ellipse">
            <a:avLst/>
          </a:prstGeom>
          <a:solidFill>
            <a:schemeClr val="tx2"/>
          </a:solid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0" name="Text Placeholder Right">
            <a:extLst>
              <a:ext uri="{FF2B5EF4-FFF2-40B4-BE49-F238E27FC236}">
                <a16:creationId xmlns:a16="http://schemas.microsoft.com/office/drawing/2014/main" id="{AF69A59F-C564-4A04-B1CC-31C261499991}"/>
              </a:ext>
            </a:extLst>
          </p:cNvPr>
          <p:cNvSpPr>
            <a:spLocks noGrp="1"/>
          </p:cNvSpPr>
          <p:nvPr>
            <p:ph type="body" sz="quarter" idx="11" hasCustomPrompt="1"/>
          </p:nvPr>
        </p:nvSpPr>
        <p:spPr>
          <a:xfrm>
            <a:off x="6456000" y="1195931"/>
            <a:ext cx="5545597" cy="4957073"/>
          </a:xfrm>
        </p:spPr>
        <p:txBody>
          <a:bodyPr/>
          <a:lstStyle>
            <a:lvl1pPr latinLnBrk="0">
              <a:defRPr/>
            </a:lvl1pPr>
            <a:lvl2pPr latinLnBrk="0">
              <a:defRPr/>
            </a:lvl2pPr>
            <a:lvl3pPr latinLnBrk="0">
              <a:defRPr/>
            </a:lvl3pPr>
            <a:lvl4pPr latinLnBrk="0">
              <a:defRPr/>
            </a:lvl4pPr>
            <a:lvl5pPr latinLnBrk="0">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ext Placeholder Left">
            <a:extLst>
              <a:ext uri="{FF2B5EF4-FFF2-40B4-BE49-F238E27FC236}">
                <a16:creationId xmlns:a16="http://schemas.microsoft.com/office/drawing/2014/main" id="{C8A626D2-456B-41EF-9818-EA8DD7E314DA}"/>
              </a:ext>
            </a:extLst>
          </p:cNvPr>
          <p:cNvSpPr>
            <a:spLocks noGrp="1"/>
          </p:cNvSpPr>
          <p:nvPr>
            <p:ph type="body" sz="quarter" idx="10" hasCustomPrompt="1"/>
          </p:nvPr>
        </p:nvSpPr>
        <p:spPr>
          <a:xfrm>
            <a:off x="190402" y="1195931"/>
            <a:ext cx="5545598" cy="4957073"/>
          </a:xfrm>
        </p:spPr>
        <p:txBody>
          <a:bodyPr/>
          <a:lstStyle>
            <a:lvl1pPr latinLnBrk="0">
              <a:defRPr/>
            </a:lvl1pPr>
            <a:lvl2pPr latinLnBrk="0">
              <a:defRPr/>
            </a:lvl2pPr>
            <a:lvl3pPr latinLnBrk="0">
              <a:defRPr/>
            </a:lvl3pPr>
            <a:lvl4pPr latinLnBrk="0">
              <a:defRPr/>
            </a:lvl4pPr>
            <a:lvl5pPr latinLnBrk="0">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Rectangle Top">
            <a:extLst>
              <a:ext uri="{FF2B5EF4-FFF2-40B4-BE49-F238E27FC236}">
                <a16:creationId xmlns:a16="http://schemas.microsoft.com/office/drawing/2014/main" id="{E03301DA-D0AF-46FD-8740-2F761250203A}"/>
              </a:ext>
            </a:extLst>
          </p:cNvPr>
          <p:cNvSpPr/>
          <p:nvPr userDrawn="1"/>
        </p:nvSpPr>
        <p:spPr>
          <a:xfrm>
            <a:off x="0" y="0"/>
            <a:ext cx="12196800"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5" name="Slide Title">
            <a:extLst>
              <a:ext uri="{FF2B5EF4-FFF2-40B4-BE49-F238E27FC236}">
                <a16:creationId xmlns:a16="http://schemas.microsoft.com/office/drawing/2014/main" id="{EA9A94D1-F9F6-4D7B-85E3-896A987B6A4D}"/>
              </a:ext>
            </a:extLst>
          </p:cNvPr>
          <p:cNvSpPr>
            <a:spLocks noGrp="1"/>
          </p:cNvSpPr>
          <p:nvPr>
            <p:ph type="title" hasCustomPrompt="1"/>
          </p:nvPr>
        </p:nvSpPr>
        <p:spPr>
          <a:xfrm>
            <a:off x="190405" y="100750"/>
            <a:ext cx="10270595" cy="882654"/>
          </a:xfrm>
        </p:spPr>
        <p:txBody>
          <a:bodyPr/>
          <a:lstStyle>
            <a:lvl1pPr latinLnBrk="0">
              <a:defRPr>
                <a:solidFill>
                  <a:schemeClr val="bg2"/>
                </a:solidFill>
              </a:defRPr>
            </a:lvl1pPr>
          </a:lstStyle>
          <a:p>
            <a:r>
              <a:rPr lang="en-US" noProof="0" dirty="0"/>
              <a:t>Slide Title</a:t>
            </a:r>
          </a:p>
        </p:txBody>
      </p:sp>
      <p:pic>
        <p:nvPicPr>
          <p:cNvPr id="8" name="Picture 7">
            <a:extLst>
              <a:ext uri="{FF2B5EF4-FFF2-40B4-BE49-F238E27FC236}">
                <a16:creationId xmlns:a16="http://schemas.microsoft.com/office/drawing/2014/main" id="{2C9792D8-D354-4699-B7D6-B8CB7F77594F}"/>
              </a:ext>
            </a:extLst>
          </p:cNvPr>
          <p:cNvPicPr>
            <a:picLocks noChangeAspect="1"/>
          </p:cNvPicPr>
          <p:nvPr userDrawn="1"/>
        </p:nvPicPr>
        <p:blipFill>
          <a:blip r:embed="rId2"/>
          <a:stretch>
            <a:fillRect/>
          </a:stretch>
        </p:blipFill>
        <p:spPr>
          <a:xfrm>
            <a:off x="5398753" y="5340443"/>
            <a:ext cx="1334859" cy="982867"/>
          </a:xfrm>
          <a:prstGeom prst="rect">
            <a:avLst/>
          </a:prstGeom>
        </p:spPr>
      </p:pic>
      <p:pic>
        <p:nvPicPr>
          <p:cNvPr id="3" name="Picture 2">
            <a:extLst>
              <a:ext uri="{FF2B5EF4-FFF2-40B4-BE49-F238E27FC236}">
                <a16:creationId xmlns:a16="http://schemas.microsoft.com/office/drawing/2014/main" id="{B6351E19-25DA-EAD2-9FBE-358B6135D72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3573" y="368999"/>
            <a:ext cx="1443361" cy="360001"/>
          </a:xfrm>
          <a:prstGeom prst="rect">
            <a:avLst/>
          </a:prstGeom>
        </p:spPr>
      </p:pic>
    </p:spTree>
    <p:extLst>
      <p:ext uri="{BB962C8B-B14F-4D97-AF65-F5344CB8AC3E}">
        <p14:creationId xmlns:p14="http://schemas.microsoft.com/office/powerpoint/2010/main" val="304403346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and Content">
    <p:spTree>
      <p:nvGrpSpPr>
        <p:cNvPr id="1" name=""/>
        <p:cNvGrpSpPr/>
        <p:nvPr/>
      </p:nvGrpSpPr>
      <p:grpSpPr>
        <a:xfrm>
          <a:off x="0" y="0"/>
          <a:ext cx="0" cy="0"/>
          <a:chOff x="0" y="0"/>
          <a:chExt cx="0" cy="0"/>
        </a:xfrm>
      </p:grpSpPr>
      <p:sp>
        <p:nvSpPr>
          <p:cNvPr id="15" name="Slide Number">
            <a:extLst>
              <a:ext uri="{FF2B5EF4-FFF2-40B4-BE49-F238E27FC236}">
                <a16:creationId xmlns:a16="http://schemas.microsoft.com/office/drawing/2014/main" id="{F888EE71-82B3-40F1-A63F-7417422FB4A4}"/>
              </a:ext>
            </a:extLst>
          </p:cNvPr>
          <p:cNvSpPr>
            <a:spLocks noGrp="1"/>
          </p:cNvSpPr>
          <p:nvPr>
            <p:ph type="sldNum" sz="quarter" idx="4"/>
          </p:nvPr>
        </p:nvSpPr>
        <p:spPr>
          <a:xfrm>
            <a:off x="11753030" y="6444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a:p>
        </p:txBody>
      </p:sp>
      <p:sp>
        <p:nvSpPr>
          <p:cNvPr id="14" name="Text Placeholder Body">
            <a:extLst>
              <a:ext uri="{FF2B5EF4-FFF2-40B4-BE49-F238E27FC236}">
                <a16:creationId xmlns:a16="http://schemas.microsoft.com/office/drawing/2014/main" id="{A2ABE920-240F-4CF6-AD45-23ED489FAD6E}"/>
              </a:ext>
            </a:extLst>
          </p:cNvPr>
          <p:cNvSpPr>
            <a:spLocks noGrp="1"/>
          </p:cNvSpPr>
          <p:nvPr>
            <p:ph type="body" sz="quarter" idx="13" hasCustomPrompt="1"/>
          </p:nvPr>
        </p:nvSpPr>
        <p:spPr>
          <a:xfrm>
            <a:off x="4569002" y="1353866"/>
            <a:ext cx="7426234" cy="5219931"/>
          </a:xfrm>
        </p:spPr>
        <p:txBody>
          <a:bodyPr/>
          <a:lstStyle>
            <a:lvl1pPr latinLnBrk="0">
              <a:defRPr/>
            </a:lvl1pPr>
            <a:lvl2pPr latinLnBrk="0">
              <a:defRPr/>
            </a:lvl2pPr>
            <a:lvl3pPr latinLnBrk="0">
              <a:defRPr/>
            </a:lvl3pPr>
            <a:lvl4pPr latinLnBrk="0">
              <a:defRPr/>
            </a:lvl4pPr>
            <a:lvl5pPr latinLnBrk="0">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Picture Placeholder Left"/>
          <p:cNvSpPr>
            <a:spLocks noGrp="1"/>
          </p:cNvSpPr>
          <p:nvPr>
            <p:ph type="pic" idx="1" hasCustomPrompt="1"/>
          </p:nvPr>
        </p:nvSpPr>
        <p:spPr>
          <a:xfrm>
            <a:off x="190405" y="1355077"/>
            <a:ext cx="3889373" cy="5366405"/>
          </a:xfrm>
          <a:prstGeom prst="rect">
            <a:avLst/>
          </a:prstGeom>
          <a:solidFill>
            <a:schemeClr val="bg2">
              <a:lumMod val="90000"/>
            </a:schemeClr>
          </a:solidFill>
        </p:spPr>
        <p:txBody>
          <a:bodyPr anchor="ctr"/>
          <a:lstStyle>
            <a:lvl1pPr marL="0" indent="0" algn="ctr" latinLnBrk="0">
              <a:buNone/>
              <a:defRPr sz="2131" baseline="0">
                <a:solidFill>
                  <a:schemeClr val="tx1"/>
                </a:solidFill>
                <a:latin typeface="+mn-lt"/>
                <a:cs typeface="Arial" pitchFamily="34" charset="0"/>
              </a:defRPr>
            </a:lvl1pPr>
            <a:lvl2pPr marL="609219" indent="0">
              <a:buNone/>
              <a:defRPr sz="3731"/>
            </a:lvl2pPr>
            <a:lvl3pPr marL="1218438" indent="0">
              <a:buNone/>
              <a:defRPr sz="3198"/>
            </a:lvl3pPr>
            <a:lvl4pPr marL="1827657" indent="0">
              <a:buNone/>
              <a:defRPr sz="2665"/>
            </a:lvl4pPr>
            <a:lvl5pPr marL="2436876" indent="0">
              <a:buNone/>
              <a:defRPr sz="2665"/>
            </a:lvl5pPr>
            <a:lvl6pPr marL="3046096" indent="0">
              <a:buNone/>
              <a:defRPr sz="2665"/>
            </a:lvl6pPr>
            <a:lvl7pPr marL="3655315" indent="0">
              <a:buNone/>
              <a:defRPr sz="2665"/>
            </a:lvl7pPr>
            <a:lvl8pPr marL="4264533" indent="0">
              <a:buNone/>
              <a:defRPr sz="2665"/>
            </a:lvl8pPr>
            <a:lvl9pPr marL="4873752" indent="0">
              <a:buNone/>
              <a:defRPr sz="2665"/>
            </a:lvl9pPr>
          </a:lstStyle>
          <a:p>
            <a:r>
              <a:rPr lang="en-US" altLang="ko-KR" noProof="0"/>
              <a:t>Your Picture Here</a:t>
            </a:r>
          </a:p>
        </p:txBody>
      </p:sp>
      <p:sp>
        <p:nvSpPr>
          <p:cNvPr id="3" name="Rectangle Left Second"/>
          <p:cNvSpPr/>
          <p:nvPr/>
        </p:nvSpPr>
        <p:spPr>
          <a:xfrm>
            <a:off x="4127777" y="1748999"/>
            <a:ext cx="240001" cy="336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2" name="Rectangle Left First"/>
          <p:cNvSpPr/>
          <p:nvPr/>
        </p:nvSpPr>
        <p:spPr>
          <a:xfrm>
            <a:off x="4079775" y="1355073"/>
            <a:ext cx="48001" cy="550292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0" name="Rectangle Down">
            <a:extLst>
              <a:ext uri="{FF2B5EF4-FFF2-40B4-BE49-F238E27FC236}">
                <a16:creationId xmlns:a16="http://schemas.microsoft.com/office/drawing/2014/main" id="{E9B994EC-35A8-4A11-98CB-25DC28852F94}"/>
              </a:ext>
            </a:extLst>
          </p:cNvPr>
          <p:cNvSpPr/>
          <p:nvPr/>
        </p:nvSpPr>
        <p:spPr>
          <a:xfrm>
            <a:off x="2" y="6721482"/>
            <a:ext cx="12192000" cy="1365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1" name="Rectangle Top">
            <a:extLst>
              <a:ext uri="{FF2B5EF4-FFF2-40B4-BE49-F238E27FC236}">
                <a16:creationId xmlns:a16="http://schemas.microsoft.com/office/drawing/2014/main" id="{274B8F05-DFCE-47BD-BAFD-DF93E1A63BDD}"/>
              </a:ext>
            </a:extLst>
          </p:cNvPr>
          <p:cNvSpPr/>
          <p:nvPr userDrawn="1"/>
        </p:nvSpPr>
        <p:spPr>
          <a:xfrm>
            <a:off x="0" y="0"/>
            <a:ext cx="12196800"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3" name="Slide Title">
            <a:extLst>
              <a:ext uri="{FF2B5EF4-FFF2-40B4-BE49-F238E27FC236}">
                <a16:creationId xmlns:a16="http://schemas.microsoft.com/office/drawing/2014/main" id="{3F218E34-55D7-4290-BFE4-80F31F941551}"/>
              </a:ext>
            </a:extLst>
          </p:cNvPr>
          <p:cNvSpPr>
            <a:spLocks noGrp="1"/>
          </p:cNvSpPr>
          <p:nvPr>
            <p:ph type="title" hasCustomPrompt="1"/>
          </p:nvPr>
        </p:nvSpPr>
        <p:spPr>
          <a:xfrm>
            <a:off x="190406" y="100750"/>
            <a:ext cx="10270594" cy="882654"/>
          </a:xfrm>
        </p:spPr>
        <p:txBody>
          <a:bodyPr/>
          <a:lstStyle>
            <a:lvl1pPr latinLnBrk="0">
              <a:defRPr>
                <a:solidFill>
                  <a:schemeClr val="bg2"/>
                </a:solidFill>
              </a:defRPr>
            </a:lvl1pPr>
          </a:lstStyle>
          <a:p>
            <a:r>
              <a:rPr lang="en-US" noProof="0" dirty="0"/>
              <a:t>Slide Title</a:t>
            </a:r>
          </a:p>
        </p:txBody>
      </p:sp>
      <p:pic>
        <p:nvPicPr>
          <p:cNvPr id="4" name="Picture 3">
            <a:extLst>
              <a:ext uri="{FF2B5EF4-FFF2-40B4-BE49-F238E27FC236}">
                <a16:creationId xmlns:a16="http://schemas.microsoft.com/office/drawing/2014/main" id="{42F3DB3E-BDAA-8201-9A01-2F52640A84C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53573" y="368999"/>
            <a:ext cx="1443361" cy="360001"/>
          </a:xfrm>
          <a:prstGeom prst="rect">
            <a:avLst/>
          </a:prstGeom>
        </p:spPr>
      </p:pic>
    </p:spTree>
    <p:extLst>
      <p:ext uri="{BB962C8B-B14F-4D97-AF65-F5344CB8AC3E}">
        <p14:creationId xmlns:p14="http://schemas.microsoft.com/office/powerpoint/2010/main" val="3774019400"/>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Questions Slide">
    <p:bg>
      <p:bgPr>
        <a:solidFill>
          <a:schemeClr val="bg2"/>
        </a:solidFill>
        <a:effectLst/>
      </p:bgPr>
    </p:bg>
    <p:spTree>
      <p:nvGrpSpPr>
        <p:cNvPr id="1" name=""/>
        <p:cNvGrpSpPr/>
        <p:nvPr/>
      </p:nvGrpSpPr>
      <p:grpSpPr>
        <a:xfrm>
          <a:off x="0" y="0"/>
          <a:ext cx="0" cy="0"/>
          <a:chOff x="0" y="0"/>
          <a:chExt cx="0" cy="0"/>
        </a:xfrm>
      </p:grpSpPr>
      <p:sp>
        <p:nvSpPr>
          <p:cNvPr id="35" name="Rectangle Bottom">
            <a:extLst>
              <a:ext uri="{FF2B5EF4-FFF2-40B4-BE49-F238E27FC236}">
                <a16:creationId xmlns:a16="http://schemas.microsoft.com/office/drawing/2014/main" id="{550A59F9-9A9D-4956-95B4-F78CC0DB1D59}"/>
              </a:ext>
            </a:extLst>
          </p:cNvPr>
          <p:cNvSpPr/>
          <p:nvPr userDrawn="1"/>
        </p:nvSpPr>
        <p:spPr>
          <a:xfrm>
            <a:off x="0" y="6371332"/>
            <a:ext cx="12195176" cy="4872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3" name="Title 2">
            <a:extLst>
              <a:ext uri="{FF2B5EF4-FFF2-40B4-BE49-F238E27FC236}">
                <a16:creationId xmlns:a16="http://schemas.microsoft.com/office/drawing/2014/main" id="{3107753B-8639-4399-B782-EE5377184D2E}"/>
              </a:ext>
            </a:extLst>
          </p:cNvPr>
          <p:cNvSpPr>
            <a:spLocks noGrp="1"/>
          </p:cNvSpPr>
          <p:nvPr>
            <p:ph type="title" hasCustomPrompt="1"/>
          </p:nvPr>
        </p:nvSpPr>
        <p:spPr>
          <a:xfrm>
            <a:off x="726988" y="1461842"/>
            <a:ext cx="10731663" cy="3047158"/>
          </a:xfrm>
        </p:spPr>
        <p:txBody>
          <a:bodyPr>
            <a:normAutofit/>
          </a:bodyPr>
          <a:lstStyle>
            <a:lvl1pPr algn="ctr">
              <a:defRPr sz="13800"/>
            </a:lvl1pPr>
          </a:lstStyle>
          <a:p>
            <a:r>
              <a:rPr lang="bg-BG" dirty="0"/>
              <a:t>Въпроси?</a:t>
            </a:r>
            <a:endParaRPr lang="en-US" dirty="0"/>
          </a:p>
        </p:txBody>
      </p:sp>
    </p:spTree>
    <p:extLst>
      <p:ext uri="{BB962C8B-B14F-4D97-AF65-F5344CB8AC3E}">
        <p14:creationId xmlns:p14="http://schemas.microsoft.com/office/powerpoint/2010/main" val="419206122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2"/>
        </a:solidFill>
        <a:effectLst/>
      </p:bgPr>
    </p:bg>
    <p:spTree>
      <p:nvGrpSpPr>
        <p:cNvPr id="1" name=""/>
        <p:cNvGrpSpPr/>
        <p:nvPr/>
      </p:nvGrpSpPr>
      <p:grpSpPr>
        <a:xfrm>
          <a:off x="0" y="0"/>
          <a:ext cx="0" cy="0"/>
          <a:chOff x="0" y="0"/>
          <a:chExt cx="0" cy="0"/>
        </a:xfrm>
      </p:grpSpPr>
      <p:sp>
        <p:nvSpPr>
          <p:cNvPr id="11" name="Slide Body Text">
            <a:extLst>
              <a:ext uri="{FF2B5EF4-FFF2-40B4-BE49-F238E27FC236}">
                <a16:creationId xmlns:a16="http://schemas.microsoft.com/office/drawing/2014/main" id="{90CBFB32-9F46-4F2F-8A54-9EE8BED27855}"/>
              </a:ext>
            </a:extLst>
          </p:cNvPr>
          <p:cNvSpPr>
            <a:spLocks noGrp="1"/>
          </p:cNvSpPr>
          <p:nvPr>
            <p:ph type="body" idx="1"/>
          </p:nvPr>
        </p:nvSpPr>
        <p:spPr>
          <a:xfrm>
            <a:off x="190404" y="1138844"/>
            <a:ext cx="11804830" cy="5530156"/>
          </a:xfrm>
          <a:prstGeom prst="rect">
            <a:avLst/>
          </a:prstGeom>
        </p:spPr>
        <p:txBody>
          <a:bodyPr vert="horz" lIns="108000" tIns="36000" rIns="108000" bIns="36000" rtlCol="0">
            <a:normAutofit/>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0" name="Slide Title">
            <a:extLst>
              <a:ext uri="{FF2B5EF4-FFF2-40B4-BE49-F238E27FC236}">
                <a16:creationId xmlns:a16="http://schemas.microsoft.com/office/drawing/2014/main" id="{B770C392-3003-4C35-9625-BB041F8257BA}"/>
              </a:ext>
            </a:extLst>
          </p:cNvPr>
          <p:cNvSpPr>
            <a:spLocks noGrp="1"/>
          </p:cNvSpPr>
          <p:nvPr>
            <p:ph type="title"/>
          </p:nvPr>
        </p:nvSpPr>
        <p:spPr>
          <a:xfrm>
            <a:off x="190405" y="100750"/>
            <a:ext cx="11804829" cy="882654"/>
          </a:xfrm>
          <a:prstGeom prst="rect">
            <a:avLst/>
          </a:prstGeom>
        </p:spPr>
        <p:txBody>
          <a:bodyPr vert="horz" lIns="108000" tIns="36000" rIns="108000" bIns="36000" rtlCol="0" anchor="ctr" anchorCtr="0">
            <a:normAutofit/>
          </a:bodyPr>
          <a:lstStyle/>
          <a:p>
            <a:r>
              <a:rPr lang="en-US" dirty="0"/>
              <a:t>Click to Edit Master Title Style</a:t>
            </a:r>
            <a:endParaRPr dirty="0"/>
          </a:p>
        </p:txBody>
      </p:sp>
    </p:spTree>
    <p:extLst>
      <p:ext uri="{BB962C8B-B14F-4D97-AF65-F5344CB8AC3E}">
        <p14:creationId xmlns:p14="http://schemas.microsoft.com/office/powerpoint/2010/main" val="156789181"/>
      </p:ext>
    </p:extLst>
  </p:cSld>
  <p:clrMap bg1="lt1" tx1="dk1" bg2="lt2" tx2="dk2" accent1="accent1" accent2="accent2" accent3="accent3" accent4="accent4" accent5="accent5" accent6="accent6" hlink="hlink" folHlink="folHlink"/>
  <p:sldLayoutIdLst>
    <p:sldLayoutId id="2147483691" r:id="rId1"/>
    <p:sldLayoutId id="2147483689" r:id="rId2"/>
    <p:sldLayoutId id="2147483681" r:id="rId3"/>
    <p:sldLayoutId id="2147483679" r:id="rId4"/>
    <p:sldLayoutId id="2147483680" r:id="rId5"/>
    <p:sldLayoutId id="2147483688" r:id="rId6"/>
    <p:sldLayoutId id="2147483684" r:id="rId7"/>
    <p:sldLayoutId id="2147483690" r:id="rId8"/>
    <p:sldLayoutId id="2147483677" r:id="rId9"/>
    <p:sldLayoutId id="2147483683" r:id="rId10"/>
    <p:sldLayoutId id="2147483685" r:id="rId11"/>
    <p:sldLayoutId id="2147483686" r:id="rId12"/>
  </p:sldLayoutIdLst>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hf hdr="0" ftr="0" dt="0"/>
  <p:txStyles>
    <p:titleStyle>
      <a:lvl1pPr algn="l" defTabSz="1218438" rtl="0" eaLnBrk="1" latinLnBrk="0" hangingPunct="1">
        <a:spcBef>
          <a:spcPct val="0"/>
        </a:spcBef>
        <a:buNone/>
        <a:defRPr sz="3998" b="1" kern="1200">
          <a:solidFill>
            <a:schemeClr val="tx1"/>
          </a:solidFill>
          <a:latin typeface="+mj-lt"/>
          <a:ea typeface="+mj-ea"/>
          <a:cs typeface="+mj-cs"/>
        </a:defRPr>
      </a:lvl1pPr>
    </p:titleStyle>
    <p:bodyStyle>
      <a:lvl1pPr marL="360363" indent="-360363" algn="l" defTabSz="1218438" rtl="0" eaLnBrk="1" latinLnBrk="0" hangingPunct="1">
        <a:lnSpc>
          <a:spcPct val="105000"/>
        </a:lnSpc>
        <a:spcBef>
          <a:spcPts val="600"/>
        </a:spcBef>
        <a:spcAft>
          <a:spcPts val="600"/>
        </a:spcAft>
        <a:buFont typeface="Wingdings" panose="05000000000000000000" pitchFamily="2" charset="2"/>
        <a:buChar char="§"/>
        <a:defRPr sz="3398" kern="1200">
          <a:solidFill>
            <a:schemeClr val="tx1"/>
          </a:solidFill>
          <a:latin typeface="+mn-lt"/>
          <a:ea typeface="+mn-ea"/>
          <a:cs typeface="+mn-cs"/>
        </a:defRPr>
      </a:lvl1pPr>
      <a:lvl2pPr marL="803275" indent="-360363" algn="l" defTabSz="1218438" rtl="0" eaLnBrk="1" latinLnBrk="0" hangingPunct="1">
        <a:lnSpc>
          <a:spcPct val="105000"/>
        </a:lnSpc>
        <a:spcBef>
          <a:spcPts val="600"/>
        </a:spcBef>
        <a:spcAft>
          <a:spcPts val="600"/>
        </a:spcAft>
        <a:buFont typeface="Wingdings" panose="05000000000000000000" pitchFamily="2" charset="2"/>
        <a:buChar char="§"/>
        <a:defRPr sz="3198" kern="1200">
          <a:solidFill>
            <a:schemeClr val="tx1"/>
          </a:solidFill>
          <a:latin typeface="+mn-lt"/>
          <a:ea typeface="+mn-ea"/>
          <a:cs typeface="+mn-cs"/>
        </a:defRPr>
      </a:lvl2pPr>
      <a:lvl3pPr marL="1255713" indent="-360363" algn="l" defTabSz="1218438" rtl="0" eaLnBrk="1" latinLnBrk="0" hangingPunct="1">
        <a:lnSpc>
          <a:spcPct val="105000"/>
        </a:lnSpc>
        <a:spcBef>
          <a:spcPts val="600"/>
        </a:spcBef>
        <a:spcAft>
          <a:spcPts val="600"/>
        </a:spcAft>
        <a:buFont typeface="Wingdings" panose="05000000000000000000" pitchFamily="2" charset="2"/>
        <a:buChar char="§"/>
        <a:defRPr sz="2998" kern="1200">
          <a:solidFill>
            <a:schemeClr val="tx1"/>
          </a:solidFill>
          <a:latin typeface="+mn-lt"/>
          <a:ea typeface="+mn-ea"/>
          <a:cs typeface="+mn-cs"/>
        </a:defRPr>
      </a:lvl3pPr>
      <a:lvl4pPr marL="1700213" indent="-352425" algn="l" defTabSz="1218438" rtl="0" eaLnBrk="1" latinLnBrk="0" hangingPunct="1">
        <a:lnSpc>
          <a:spcPct val="105000"/>
        </a:lnSpc>
        <a:spcBef>
          <a:spcPts val="600"/>
        </a:spcBef>
        <a:spcAft>
          <a:spcPts val="600"/>
        </a:spcAft>
        <a:buFont typeface="Wingdings" panose="05000000000000000000" pitchFamily="2" charset="2"/>
        <a:buChar char="§"/>
        <a:defRPr sz="2798" kern="1200">
          <a:solidFill>
            <a:schemeClr val="tx1"/>
          </a:solidFill>
          <a:latin typeface="+mn-lt"/>
          <a:ea typeface="+mn-ea"/>
          <a:cs typeface="+mn-cs"/>
        </a:defRPr>
      </a:lvl4pPr>
      <a:lvl5pPr marL="2058988" indent="-266700" algn="l" defTabSz="1218438" rtl="0" eaLnBrk="1" latinLnBrk="0" hangingPunct="1">
        <a:lnSpc>
          <a:spcPct val="105000"/>
        </a:lnSpc>
        <a:spcBef>
          <a:spcPts val="600"/>
        </a:spcBef>
        <a:spcAft>
          <a:spcPts val="600"/>
        </a:spcAft>
        <a:buFont typeface="Wingdings" panose="05000000000000000000" pitchFamily="2" charset="2"/>
        <a:buChar char="§"/>
        <a:defRPr sz="2598" kern="1200">
          <a:solidFill>
            <a:schemeClr val="tx1"/>
          </a:solidFill>
          <a:latin typeface="+mn-lt"/>
          <a:ea typeface="+mn-ea"/>
          <a:cs typeface="+mn-cs"/>
        </a:defRPr>
      </a:lvl5pPr>
      <a:lvl6pPr marL="335070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6pPr>
      <a:lvl7pPr marL="395992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7pPr>
      <a:lvl8pPr marL="4569143"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8pPr>
      <a:lvl9pPr marL="5178362"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9pPr>
    </p:bodyStyle>
    <p:otherStyle>
      <a:defPPr>
        <a:defRPr lang="ko-KR"/>
      </a:defPPr>
      <a:lvl1pPr marL="0" algn="l" defTabSz="1218438" rtl="0" eaLnBrk="1" latinLnBrk="1" hangingPunct="1">
        <a:defRPr sz="2398" kern="1200">
          <a:solidFill>
            <a:schemeClr val="tx1"/>
          </a:solidFill>
          <a:latin typeface="+mn-lt"/>
          <a:ea typeface="+mn-ea"/>
          <a:cs typeface="+mn-cs"/>
        </a:defRPr>
      </a:lvl1pPr>
      <a:lvl2pPr marL="609219" algn="l" defTabSz="1218438" rtl="0" eaLnBrk="1" latinLnBrk="1" hangingPunct="1">
        <a:defRPr sz="2398" kern="1200">
          <a:solidFill>
            <a:schemeClr val="tx1"/>
          </a:solidFill>
          <a:latin typeface="+mn-lt"/>
          <a:ea typeface="+mn-ea"/>
          <a:cs typeface="+mn-cs"/>
        </a:defRPr>
      </a:lvl2pPr>
      <a:lvl3pPr marL="1218438" algn="l" defTabSz="1218438" rtl="0" eaLnBrk="1" latinLnBrk="1" hangingPunct="1">
        <a:defRPr sz="2398" kern="1200">
          <a:solidFill>
            <a:schemeClr val="tx1"/>
          </a:solidFill>
          <a:latin typeface="+mn-lt"/>
          <a:ea typeface="+mn-ea"/>
          <a:cs typeface="+mn-cs"/>
        </a:defRPr>
      </a:lvl3pPr>
      <a:lvl4pPr marL="1827657" algn="l" defTabSz="1218438" rtl="0" eaLnBrk="1" latinLnBrk="1" hangingPunct="1">
        <a:defRPr sz="2398" kern="1200">
          <a:solidFill>
            <a:schemeClr val="tx1"/>
          </a:solidFill>
          <a:latin typeface="+mn-lt"/>
          <a:ea typeface="+mn-ea"/>
          <a:cs typeface="+mn-cs"/>
        </a:defRPr>
      </a:lvl4pPr>
      <a:lvl5pPr marL="2436876" algn="l" defTabSz="1218438" rtl="0" eaLnBrk="1" latinLnBrk="1" hangingPunct="1">
        <a:defRPr sz="2398" kern="1200">
          <a:solidFill>
            <a:schemeClr val="tx1"/>
          </a:solidFill>
          <a:latin typeface="+mn-lt"/>
          <a:ea typeface="+mn-ea"/>
          <a:cs typeface="+mn-cs"/>
        </a:defRPr>
      </a:lvl5pPr>
      <a:lvl6pPr marL="3046096" algn="l" defTabSz="1218438" rtl="0" eaLnBrk="1" latinLnBrk="1" hangingPunct="1">
        <a:defRPr sz="2398" kern="1200">
          <a:solidFill>
            <a:schemeClr val="tx1"/>
          </a:solidFill>
          <a:latin typeface="+mn-lt"/>
          <a:ea typeface="+mn-ea"/>
          <a:cs typeface="+mn-cs"/>
        </a:defRPr>
      </a:lvl6pPr>
      <a:lvl7pPr marL="3655315" algn="l" defTabSz="1218438" rtl="0" eaLnBrk="1" latinLnBrk="1" hangingPunct="1">
        <a:defRPr sz="2398" kern="1200">
          <a:solidFill>
            <a:schemeClr val="tx1"/>
          </a:solidFill>
          <a:latin typeface="+mn-lt"/>
          <a:ea typeface="+mn-ea"/>
          <a:cs typeface="+mn-cs"/>
        </a:defRPr>
      </a:lvl7pPr>
      <a:lvl8pPr marL="4264533" algn="l" defTabSz="1218438" rtl="0" eaLnBrk="1" latinLnBrk="1" hangingPunct="1">
        <a:defRPr sz="2398" kern="1200">
          <a:solidFill>
            <a:schemeClr val="tx1"/>
          </a:solidFill>
          <a:latin typeface="+mn-lt"/>
          <a:ea typeface="+mn-ea"/>
          <a:cs typeface="+mn-cs"/>
        </a:defRPr>
      </a:lvl8pPr>
      <a:lvl9pPr marL="4873752" algn="l" defTabSz="1218438" rtl="0" eaLnBrk="1" latinLnBrk="1" hangingPunct="1">
        <a:defRPr sz="23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184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github.com/BG-IT-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9.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 Id="rId4" Type="http://schemas.openxmlformats.org/officeDocument/2006/relationships/image" Target="../media/image29.gi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BG-IT-Edu" TargetMode="External"/><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hyperlink" Target="http://creativecommons.org/licenses/by-nc-sa/4.0/" TargetMode="External"/><Relationship Id="rId4" Type="http://schemas.openxmlformats.org/officeDocument/2006/relationships/hyperlink" Target="https://github.com/BG-IT-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hor Name">
            <a:extLst>
              <a:ext uri="{FF2B5EF4-FFF2-40B4-BE49-F238E27FC236}">
                <a16:creationId xmlns:a16="http://schemas.microsoft.com/office/drawing/2014/main" id="{FA396BB6-2053-4690-9672-BC528007D370}"/>
              </a:ext>
            </a:extLst>
          </p:cNvPr>
          <p:cNvSpPr>
            <a:spLocks noGrp="1"/>
          </p:cNvSpPr>
          <p:nvPr>
            <p:ph type="body" sz="quarter" idx="22"/>
          </p:nvPr>
        </p:nvSpPr>
        <p:spPr>
          <a:xfrm>
            <a:off x="6390120" y="6086106"/>
            <a:ext cx="5248260" cy="341313"/>
          </a:xfrm>
        </p:spPr>
        <p:txBody>
          <a:bodyPr>
            <a:normAutofit lnSpcReduction="10000"/>
          </a:bodyPr>
          <a:lstStyle/>
          <a:p>
            <a:r>
              <a:rPr lang="en-US" dirty="0"/>
              <a:t>6</a:t>
            </a:r>
            <a:r>
              <a:rPr lang="bg-BG" dirty="0"/>
              <a:t> клас</a:t>
            </a:r>
          </a:p>
        </p:txBody>
      </p:sp>
      <p:sp>
        <p:nvSpPr>
          <p:cNvPr id="52" name="Text Placeholder 51">
            <a:extLst>
              <a:ext uri="{FF2B5EF4-FFF2-40B4-BE49-F238E27FC236}">
                <a16:creationId xmlns:a16="http://schemas.microsoft.com/office/drawing/2014/main" id="{8DE66249-1FBD-414B-AF0D-550F7312AF7D}"/>
              </a:ext>
            </a:extLst>
          </p:cNvPr>
          <p:cNvSpPr>
            <a:spLocks noGrp="1"/>
          </p:cNvSpPr>
          <p:nvPr>
            <p:ph type="body" sz="quarter" idx="21"/>
          </p:nvPr>
        </p:nvSpPr>
        <p:spPr>
          <a:xfrm>
            <a:off x="6390122" y="5698189"/>
            <a:ext cx="5248260" cy="374236"/>
          </a:xfrm>
        </p:spPr>
        <p:txBody>
          <a:bodyPr>
            <a:normAutofit lnSpcReduction="10000"/>
          </a:bodyPr>
          <a:lstStyle/>
          <a:p>
            <a:r>
              <a:rPr lang="bg-BG" dirty="0"/>
              <a:t>Компютърно моделиране и ИТ</a:t>
            </a:r>
            <a:endParaRPr lang="en-US" dirty="0"/>
          </a:p>
        </p:txBody>
      </p:sp>
      <p:sp>
        <p:nvSpPr>
          <p:cNvPr id="18" name="Text Placeholder 17">
            <a:extLst>
              <a:ext uri="{FF2B5EF4-FFF2-40B4-BE49-F238E27FC236}">
                <a16:creationId xmlns:a16="http://schemas.microsoft.com/office/drawing/2014/main" id="{520F80DC-BAF0-05EE-2BC1-37C2321904F8}"/>
              </a:ext>
            </a:extLst>
          </p:cNvPr>
          <p:cNvSpPr>
            <a:spLocks noGrp="1"/>
          </p:cNvSpPr>
          <p:nvPr>
            <p:ph type="body" sz="quarter" idx="18"/>
          </p:nvPr>
        </p:nvSpPr>
        <p:spPr>
          <a:xfrm>
            <a:off x="534045" y="6085863"/>
            <a:ext cx="4751953" cy="341556"/>
          </a:xfrm>
        </p:spPr>
        <p:txBody>
          <a:bodyPr>
            <a:normAutofit lnSpcReduction="10000"/>
          </a:bodyPr>
          <a:lstStyle/>
          <a:p>
            <a:r>
              <a:rPr lang="en-US" dirty="0">
                <a:hlinkClick r:id="rId3"/>
              </a:rPr>
              <a:t>https://github.com/BG-IT-Edu</a:t>
            </a:r>
            <a:endParaRPr lang="en-US" dirty="0"/>
          </a:p>
        </p:txBody>
      </p:sp>
      <p:sp>
        <p:nvSpPr>
          <p:cNvPr id="40" name="Text Placeholder 39">
            <a:extLst>
              <a:ext uri="{FF2B5EF4-FFF2-40B4-BE49-F238E27FC236}">
                <a16:creationId xmlns:a16="http://schemas.microsoft.com/office/drawing/2014/main" id="{E4D839B2-02D1-883A-3CE0-7CF25557FBA4}"/>
              </a:ext>
            </a:extLst>
          </p:cNvPr>
          <p:cNvSpPr>
            <a:spLocks noGrp="1"/>
          </p:cNvSpPr>
          <p:nvPr>
            <p:ph type="body" sz="quarter" idx="17"/>
          </p:nvPr>
        </p:nvSpPr>
        <p:spPr>
          <a:xfrm>
            <a:off x="534046" y="5251106"/>
            <a:ext cx="4751954" cy="724904"/>
          </a:xfrm>
        </p:spPr>
        <p:txBody>
          <a:bodyPr>
            <a:normAutofit/>
          </a:bodyPr>
          <a:lstStyle/>
          <a:p>
            <a:r>
              <a:rPr lang="bg-BG" dirty="0"/>
              <a:t>Проект "Отворено учебно съдържание по програмиране и ИТ", СофтУни Фондация </a:t>
            </a:r>
          </a:p>
        </p:txBody>
      </p:sp>
      <p:sp>
        <p:nvSpPr>
          <p:cNvPr id="2" name="Presentation Title">
            <a:extLst>
              <a:ext uri="{FF2B5EF4-FFF2-40B4-BE49-F238E27FC236}">
                <a16:creationId xmlns:a16="http://schemas.microsoft.com/office/drawing/2014/main" id="{37F91798-9AD5-4209-8887-958029548481}"/>
              </a:ext>
            </a:extLst>
          </p:cNvPr>
          <p:cNvSpPr>
            <a:spLocks noGrp="1"/>
          </p:cNvSpPr>
          <p:nvPr>
            <p:ph type="title"/>
          </p:nvPr>
        </p:nvSpPr>
        <p:spPr>
          <a:xfrm>
            <a:off x="554746" y="321502"/>
            <a:ext cx="11083636" cy="1982498"/>
          </a:xfrm>
        </p:spPr>
        <p:txBody>
          <a:bodyPr>
            <a:normAutofit/>
          </a:bodyPr>
          <a:lstStyle/>
          <a:p>
            <a:r>
              <a:rPr lang="ru-RU" dirty="0"/>
              <a:t>Форматиране на страница и отпечатване на текстов документ</a:t>
            </a:r>
            <a:endParaRPr lang="en-US" dirty="0"/>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rcRect/>
          <a:stretch/>
        </p:blipFill>
        <p:spPr>
          <a:xfrm>
            <a:off x="525302" y="3159338"/>
            <a:ext cx="2002460" cy="897423"/>
          </a:xfrm>
          <a:prstGeom prst="rect">
            <a:avLst/>
          </a:prstGeom>
        </p:spPr>
      </p:pic>
      <p:pic>
        <p:nvPicPr>
          <p:cNvPr id="1030" name="Picture 6" descr="APA Title Page: Format And Templates BibGuru Blog, 56% OFF"/>
          <p:cNvPicPr>
            <a:picLocks noGrp="1" noChangeAspect="1" noChangeArrowheads="1"/>
          </p:cNvPicPr>
          <p:nvPr>
            <p:ph type="pic" sz="quarter" idx="10"/>
          </p:nvPr>
        </p:nvPicPr>
        <p:blipFill rotWithShape="1">
          <a:blip r:embed="rId5">
            <a:extLst>
              <a:ext uri="{28A0092B-C50C-407E-A947-70E740481C1C}">
                <a14:useLocalDpi xmlns:a14="http://schemas.microsoft.com/office/drawing/2010/main" val="0"/>
              </a:ext>
            </a:extLst>
          </a:blip>
          <a:srcRect l="7624" t="19878" r="22434" b="8288"/>
          <a:stretch/>
        </p:blipFill>
        <p:spPr bwMode="auto">
          <a:xfrm>
            <a:off x="6906000" y="3159000"/>
            <a:ext cx="4732380" cy="243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6405375"/>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6A760D59-0056-4F39-B077-DBDBE3D2927E}"/>
              </a:ext>
            </a:extLst>
          </p:cNvPr>
          <p:cNvSpPr txBox="1">
            <a:spLocks/>
          </p:cNvSpPr>
          <p:nvPr/>
        </p:nvSpPr>
        <p:spPr>
          <a:xfrm>
            <a:off x="11753030" y="650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BF067CD-8E6B-4360-9AA8-C5DF2A48A6D1}" type="slidenum">
              <a:rPr lang="en-US" smtClean="0"/>
              <a:pPr/>
              <a:t>2</a:t>
            </a:fld>
            <a:endParaRPr lang="en-US" dirty="0"/>
          </a:p>
        </p:txBody>
      </p:sp>
      <p:sp>
        <p:nvSpPr>
          <p:cNvPr id="444419" name="Slide Body"/>
          <p:cNvSpPr>
            <a:spLocks noGrp="1" noChangeArrowheads="1"/>
          </p:cNvSpPr>
          <p:nvPr>
            <p:ph type="body" sz="quarter" idx="13"/>
          </p:nvPr>
        </p:nvSpPr>
        <p:spPr>
          <a:xfrm>
            <a:off x="196766" y="1371604"/>
            <a:ext cx="9679234" cy="5207396"/>
          </a:xfrm>
        </p:spPr>
        <p:txBody>
          <a:bodyPr/>
          <a:lstStyle/>
          <a:p>
            <a:r>
              <a:rPr lang="bg-BG" dirty="0"/>
              <a:t>͏</a:t>
            </a:r>
            <a:r>
              <a:rPr lang="bg-BG" b="1" dirty="0"/>
              <a:t>Форматиране</a:t>
            </a:r>
            <a:r>
              <a:rPr lang="bg-BG" dirty="0"/>
              <a:t> на страница</a:t>
            </a:r>
          </a:p>
          <a:p>
            <a:r>
              <a:rPr lang="bg-BG" dirty="0"/>
              <a:t>͏</a:t>
            </a:r>
            <a:r>
              <a:rPr lang="bg-BG" b="1" dirty="0"/>
              <a:t>Номериране</a:t>
            </a:r>
            <a:r>
              <a:rPr lang="bg-BG" dirty="0"/>
              <a:t> на страница</a:t>
            </a:r>
          </a:p>
          <a:p>
            <a:r>
              <a:rPr lang="bg-BG" dirty="0"/>
              <a:t>͏</a:t>
            </a:r>
            <a:r>
              <a:rPr lang="bg-BG" b="1" dirty="0"/>
              <a:t>Отпечатване</a:t>
            </a:r>
            <a:r>
              <a:rPr lang="bg-BG" dirty="0"/>
              <a:t> на документ</a:t>
            </a:r>
            <a:endParaRPr lang="en-US" dirty="0"/>
          </a:p>
        </p:txBody>
      </p:sp>
      <p:sp>
        <p:nvSpPr>
          <p:cNvPr id="444418" name="Slide Title"/>
          <p:cNvSpPr>
            <a:spLocks noGrp="1" noChangeArrowheads="1"/>
          </p:cNvSpPr>
          <p:nvPr>
            <p:ph type="title"/>
          </p:nvPr>
        </p:nvSpPr>
        <p:spPr>
          <a:xfrm>
            <a:off x="190406" y="100750"/>
            <a:ext cx="10270594" cy="882654"/>
          </a:xfrm>
        </p:spPr>
        <p:txBody>
          <a:bodyPr/>
          <a:lstStyle/>
          <a:p>
            <a:r>
              <a:rPr lang="bg-BG"/>
              <a:t>Съдържание</a:t>
            </a:r>
            <a:endParaRPr lang="bg-BG" dirty="0"/>
          </a:p>
        </p:txBody>
      </p:sp>
      <p:pic>
        <p:nvPicPr>
          <p:cNvPr id="4" name="Picture 3">
            <a:extLst>
              <a:ext uri="{FF2B5EF4-FFF2-40B4-BE49-F238E27FC236}">
                <a16:creationId xmlns:a16="http://schemas.microsoft.com/office/drawing/2014/main" id="{8835CDFB-0E94-0132-177D-CD4B4F85BF89}"/>
              </a:ext>
            </a:extLst>
          </p:cNvPr>
          <p:cNvPicPr>
            <a:picLocks noChangeAspect="1"/>
          </p:cNvPicPr>
          <p:nvPr/>
        </p:nvPicPr>
        <p:blipFill>
          <a:blip r:embed="rId3">
            <a:duotone>
              <a:prstClr val="black"/>
              <a:schemeClr val="accent1">
                <a:tint val="45000"/>
                <a:satMod val="400000"/>
              </a:schemeClr>
            </a:duotone>
            <a:extLst>
              <a:ext uri="{BEBA8EAE-BF5A-486C-A8C5-ECC9F3942E4B}">
                <a14:imgProps xmlns:a14="http://schemas.microsoft.com/office/drawing/2010/main">
                  <a14:imgLayer r:embed="rId4">
                    <a14:imgEffect>
                      <a14:brightnessContrast bright="30000"/>
                    </a14:imgEffect>
                  </a14:imgLayer>
                </a14:imgProps>
              </a:ext>
            </a:extLst>
          </a:blip>
          <a:stretch>
            <a:fillRect/>
          </a:stretch>
        </p:blipFill>
        <p:spPr>
          <a:xfrm>
            <a:off x="10011000" y="1584000"/>
            <a:ext cx="1581246" cy="2115000"/>
          </a:xfrm>
          <a:prstGeom prst="rect">
            <a:avLst/>
          </a:prstGeom>
        </p:spPr>
      </p:pic>
      <p:sp>
        <p:nvSpPr>
          <p:cNvPr id="2" name="Slide Number Placeholder 1">
            <a:extLst>
              <a:ext uri="{FF2B5EF4-FFF2-40B4-BE49-F238E27FC236}">
                <a16:creationId xmlns:a16="http://schemas.microsoft.com/office/drawing/2014/main" id="{C9120BBD-87DB-2763-9ADF-9BADE4762F41}"/>
              </a:ext>
            </a:extLst>
          </p:cNvPr>
          <p:cNvSpPr>
            <a:spLocks noGrp="1"/>
          </p:cNvSpPr>
          <p:nvPr>
            <p:ph type="sldNum" sz="quarter" idx="4"/>
          </p:nvPr>
        </p:nvSpPr>
        <p:spPr/>
        <p:txBody>
          <a:bodyPr/>
          <a:lstStyle/>
          <a:p>
            <a:fld id="{2BF067CD-8E6B-4360-9AA8-C5DF2A48A6D1}" type="slidenum">
              <a:rPr lang="en-US" noProof="0" smtClean="0"/>
              <a:pPr/>
              <a:t>2</a:t>
            </a:fld>
            <a:endParaRPr lang="en-US" noProof="0"/>
          </a:p>
        </p:txBody>
      </p:sp>
    </p:spTree>
    <p:extLst>
      <p:ext uri="{BB962C8B-B14F-4D97-AF65-F5344CB8AC3E}">
        <p14:creationId xmlns:p14="http://schemas.microsoft.com/office/powerpoint/2010/main" val="164698693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441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44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7"/>
          <p:cNvSpPr>
            <a:spLocks noGrp="1"/>
          </p:cNvSpPr>
          <p:nvPr>
            <p:ph type="subTitle" sz="quarter" idx="11"/>
          </p:nvPr>
        </p:nvSpPr>
        <p:spPr/>
        <p:txBody>
          <a:bodyPr/>
          <a:lstStyle/>
          <a:p>
            <a:r>
              <a:rPr lang="bg-BG" dirty="0"/>
              <a:t>Основни характеристики при форматирането</a:t>
            </a:r>
            <a:endParaRPr lang="en-US" dirty="0"/>
          </a:p>
        </p:txBody>
      </p:sp>
      <p:sp>
        <p:nvSpPr>
          <p:cNvPr id="7" name="Title 6"/>
          <p:cNvSpPr>
            <a:spLocks noGrp="1"/>
          </p:cNvSpPr>
          <p:nvPr>
            <p:ph type="title" sz="quarter" idx="10"/>
          </p:nvPr>
        </p:nvSpPr>
        <p:spPr/>
        <p:txBody>
          <a:bodyPr/>
          <a:lstStyle/>
          <a:p>
            <a:r>
              <a:rPr lang="bg-BG" dirty="0"/>
              <a:t>͏Форматиране на страница</a:t>
            </a:r>
            <a:endParaRPr lang="en-US" dirty="0"/>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3500" y="1449000"/>
            <a:ext cx="4185000" cy="2329858"/>
          </a:xfrm>
          <a:prstGeom prst="rect">
            <a:avLst/>
          </a:prstGeom>
        </p:spPr>
      </p:pic>
    </p:spTree>
    <p:extLst>
      <p:ext uri="{BB962C8B-B14F-4D97-AF65-F5344CB8AC3E}">
        <p14:creationId xmlns:p14="http://schemas.microsoft.com/office/powerpoint/2010/main" val="404119588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p:txBody>
          <a:bodyPr>
            <a:normAutofit fontScale="92500"/>
          </a:bodyPr>
          <a:lstStyle/>
          <a:p>
            <a:r>
              <a:rPr lang="ru-RU" dirty="0"/>
              <a:t>Голямо количество от </a:t>
            </a:r>
            <a:r>
              <a:rPr lang="ru-RU" b="1" dirty="0"/>
              <a:t>текстовите файлове </a:t>
            </a:r>
            <a:r>
              <a:rPr lang="ru-RU" dirty="0"/>
              <a:t>са създадени за </a:t>
            </a:r>
            <a:r>
              <a:rPr lang="ru-RU" b="1" dirty="0"/>
              <a:t>изпечатване</a:t>
            </a:r>
            <a:r>
              <a:rPr lang="ru-RU" dirty="0"/>
              <a:t> върху хартия</a:t>
            </a:r>
          </a:p>
          <a:p>
            <a:r>
              <a:rPr lang="bg-BG" dirty="0"/>
              <a:t>Текстовият файл се състои от</a:t>
            </a:r>
            <a:r>
              <a:rPr lang="bg-BG" b="1" dirty="0"/>
              <a:t> </a:t>
            </a:r>
            <a:r>
              <a:rPr lang="bg-BG" b="1" dirty="0">
                <a:solidFill>
                  <a:schemeClr val="bg1"/>
                </a:solidFill>
              </a:rPr>
              <a:t>страници</a:t>
            </a:r>
            <a:endParaRPr lang="bg-BG" b="1" dirty="0"/>
          </a:p>
          <a:p>
            <a:pPr lvl="1">
              <a:buClr>
                <a:schemeClr val="tx1"/>
              </a:buClr>
            </a:pPr>
            <a:r>
              <a:rPr lang="bg-BG" b="1" dirty="0">
                <a:solidFill>
                  <a:schemeClr val="bg1"/>
                </a:solidFill>
              </a:rPr>
              <a:t>Страница</a:t>
            </a:r>
            <a:r>
              <a:rPr lang="bg-BG" b="1" dirty="0"/>
              <a:t> </a:t>
            </a:r>
            <a:r>
              <a:rPr lang="bg-BG" dirty="0"/>
              <a:t>– </a:t>
            </a:r>
            <a:r>
              <a:rPr lang="bg-BG" b="1" dirty="0"/>
              <a:t>текст</a:t>
            </a:r>
            <a:r>
              <a:rPr lang="bg-BG" dirty="0"/>
              <a:t>, който може да се отпечата на </a:t>
            </a:r>
            <a:r>
              <a:rPr lang="bg-BG" b="1" dirty="0"/>
              <a:t>един лист хартия</a:t>
            </a:r>
          </a:p>
          <a:p>
            <a:r>
              <a:rPr lang="bg-BG" dirty="0"/>
              <a:t>Основни </a:t>
            </a:r>
            <a:r>
              <a:rPr lang="bg-BG" b="1" dirty="0"/>
              <a:t>характеристики</a:t>
            </a:r>
            <a:r>
              <a:rPr lang="bg-BG" dirty="0"/>
              <a:t> на </a:t>
            </a:r>
            <a:r>
              <a:rPr lang="bg-BG" b="1" dirty="0"/>
              <a:t>страница</a:t>
            </a:r>
            <a:r>
              <a:rPr lang="bg-BG" dirty="0"/>
              <a:t>:</a:t>
            </a:r>
          </a:p>
          <a:p>
            <a:pPr lvl="1"/>
            <a:r>
              <a:rPr lang="bg-BG" dirty="0"/>
              <a:t>Размер</a:t>
            </a:r>
          </a:p>
          <a:p>
            <a:pPr lvl="1"/>
            <a:r>
              <a:rPr lang="bg-BG" dirty="0"/>
              <a:t>Ориентация</a:t>
            </a:r>
          </a:p>
          <a:p>
            <a:pPr lvl="1"/>
            <a:r>
              <a:rPr lang="bg-BG" dirty="0"/>
              <a:t>Наборно поле</a:t>
            </a:r>
          </a:p>
          <a:p>
            <a:r>
              <a:rPr lang="bg-BG" dirty="0"/>
              <a:t>Те се задават от </a:t>
            </a:r>
            <a:r>
              <a:rPr lang="bg-BG" b="1" dirty="0"/>
              <a:t>панела </a:t>
            </a:r>
            <a:r>
              <a:rPr lang="en-US" b="1" dirty="0">
                <a:solidFill>
                  <a:schemeClr val="bg1"/>
                </a:solidFill>
              </a:rPr>
              <a:t>Page Setup</a:t>
            </a:r>
            <a:r>
              <a:rPr lang="en-US" dirty="0">
                <a:solidFill>
                  <a:schemeClr val="bg1"/>
                </a:solidFill>
              </a:rPr>
              <a:t> </a:t>
            </a:r>
            <a:r>
              <a:rPr lang="bg-BG" dirty="0"/>
              <a:t>в </a:t>
            </a:r>
            <a:r>
              <a:rPr lang="bg-BG" b="1" dirty="0"/>
              <a:t>менюто </a:t>
            </a:r>
            <a:r>
              <a:rPr lang="en-US" b="1" dirty="0">
                <a:solidFill>
                  <a:schemeClr val="bg1"/>
                </a:solidFill>
              </a:rPr>
              <a:t>Layout</a:t>
            </a:r>
          </a:p>
        </p:txBody>
      </p:sp>
      <p:sp>
        <p:nvSpPr>
          <p:cNvPr id="4" name="Title 3"/>
          <p:cNvSpPr>
            <a:spLocks noGrp="1"/>
          </p:cNvSpPr>
          <p:nvPr>
            <p:ph type="title"/>
          </p:nvPr>
        </p:nvSpPr>
        <p:spPr/>
        <p:txBody>
          <a:bodyPr/>
          <a:lstStyle/>
          <a:p>
            <a:r>
              <a:rPr lang="bg-BG" dirty="0"/>
              <a:t>͏Форматиране на страница</a:t>
            </a:r>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rcRect r="1314"/>
          <a:stretch/>
        </p:blipFill>
        <p:spPr>
          <a:xfrm>
            <a:off x="6816000" y="4059000"/>
            <a:ext cx="4455000" cy="1670400"/>
          </a:xfrm>
          <a:prstGeom prst="rect">
            <a:avLst/>
          </a:prstGeom>
          <a:ln>
            <a:solidFill>
              <a:schemeClr val="bg2">
                <a:lumMod val="75000"/>
              </a:schemeClr>
            </a:solidFill>
          </a:ln>
        </p:spPr>
      </p:pic>
      <p:sp>
        <p:nvSpPr>
          <p:cNvPr id="2" name="Slide Number Placeholder 1">
            <a:extLst>
              <a:ext uri="{FF2B5EF4-FFF2-40B4-BE49-F238E27FC236}">
                <a16:creationId xmlns:a16="http://schemas.microsoft.com/office/drawing/2014/main" id="{50A943DD-D334-6A42-A821-7B0B9B46D51C}"/>
              </a:ext>
            </a:extLst>
          </p:cNvPr>
          <p:cNvSpPr>
            <a:spLocks noGrp="1"/>
          </p:cNvSpPr>
          <p:nvPr>
            <p:ph type="sldNum" sz="quarter" idx="5"/>
          </p:nvPr>
        </p:nvSpPr>
        <p:spPr/>
        <p:txBody>
          <a:bodyPr/>
          <a:lstStyle/>
          <a:p>
            <a:fld id="{2BF067CD-8E6B-4360-9AA8-C5DF2A48A6D1}" type="slidenum">
              <a:rPr lang="en-US" noProof="0" smtClean="0"/>
              <a:pPr/>
              <a:t>4</a:t>
            </a:fld>
            <a:endParaRPr lang="en-US" noProof="0" dirty="0"/>
          </a:p>
        </p:txBody>
      </p:sp>
    </p:spTree>
    <p:extLst>
      <p:ext uri="{BB962C8B-B14F-4D97-AF65-F5344CB8AC3E}">
        <p14:creationId xmlns:p14="http://schemas.microsoft.com/office/powerpoint/2010/main" val="288295549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txBody>
          <a:bodyPr/>
          <a:lstStyle/>
          <a:p>
            <a:fld id="{2BF067CD-8E6B-4360-9AA8-C5DF2A48A6D1}" type="slidenum">
              <a:rPr lang="en-US" noProof="0" smtClean="0"/>
              <a:pPr/>
              <a:t>5</a:t>
            </a:fld>
            <a:endParaRPr lang="en-US" noProof="0" dirty="0"/>
          </a:p>
        </p:txBody>
      </p:sp>
      <p:sp>
        <p:nvSpPr>
          <p:cNvPr id="3" name="Text Placeholder 2"/>
          <p:cNvSpPr>
            <a:spLocks noGrp="1"/>
          </p:cNvSpPr>
          <p:nvPr>
            <p:ph type="body" sz="quarter" idx="10"/>
          </p:nvPr>
        </p:nvSpPr>
        <p:spPr>
          <a:xfrm>
            <a:off x="190402" y="1196125"/>
            <a:ext cx="8245598" cy="5528766"/>
          </a:xfrm>
        </p:spPr>
        <p:txBody>
          <a:bodyPr>
            <a:normAutofit fontScale="92500"/>
          </a:bodyPr>
          <a:lstStyle/>
          <a:p>
            <a:r>
              <a:rPr lang="ru-RU" dirty="0"/>
              <a:t>По света са установени </a:t>
            </a:r>
            <a:r>
              <a:rPr lang="ru-RU" b="1" dirty="0"/>
              <a:t>стандартни размери </a:t>
            </a:r>
            <a:r>
              <a:rPr lang="ru-RU" dirty="0"/>
              <a:t>на </a:t>
            </a:r>
            <a:r>
              <a:rPr lang="ru-RU" b="1" dirty="0"/>
              <a:t>хартията</a:t>
            </a:r>
            <a:r>
              <a:rPr lang="ru-RU" dirty="0"/>
              <a:t>, известни още като </a:t>
            </a:r>
            <a:r>
              <a:rPr lang="ru-RU" b="1" dirty="0">
                <a:solidFill>
                  <a:schemeClr val="bg1"/>
                </a:solidFill>
              </a:rPr>
              <a:t>формати</a:t>
            </a:r>
          </a:p>
          <a:p>
            <a:r>
              <a:rPr lang="ru-RU" dirty="0"/>
              <a:t>В </a:t>
            </a:r>
            <a:r>
              <a:rPr lang="ru-RU" b="1" dirty="0"/>
              <a:t>Европа</a:t>
            </a:r>
            <a:r>
              <a:rPr lang="ru-RU" dirty="0"/>
              <a:t> най-често се използва </a:t>
            </a:r>
            <a:r>
              <a:rPr lang="ru-RU" b="1" dirty="0"/>
              <a:t>A4</a:t>
            </a:r>
          </a:p>
          <a:p>
            <a:pPr lvl="1"/>
            <a:r>
              <a:rPr lang="bg-BG" dirty="0"/>
              <a:t>Размери: 21 х 29.7 см.</a:t>
            </a:r>
          </a:p>
          <a:p>
            <a:r>
              <a:rPr lang="ru-RU" dirty="0"/>
              <a:t>В </a:t>
            </a:r>
            <a:r>
              <a:rPr lang="ru-RU" b="1" dirty="0"/>
              <a:t>Америка</a:t>
            </a:r>
            <a:r>
              <a:rPr lang="ru-RU" dirty="0"/>
              <a:t> най-популярният формат е </a:t>
            </a:r>
            <a:r>
              <a:rPr lang="ru-RU" b="1" dirty="0"/>
              <a:t>Letter</a:t>
            </a:r>
          </a:p>
          <a:p>
            <a:pPr lvl="1"/>
            <a:r>
              <a:rPr lang="ru-RU" dirty="0"/>
              <a:t>Размери: 22 х 28 см.</a:t>
            </a:r>
          </a:p>
          <a:p>
            <a:r>
              <a:rPr lang="ru-RU" dirty="0"/>
              <a:t>Размерът се задава от падащото </a:t>
            </a:r>
            <a:r>
              <a:rPr lang="ru-RU" b="1" dirty="0"/>
              <a:t>меню </a:t>
            </a:r>
            <a:r>
              <a:rPr lang="en-US" b="1" dirty="0">
                <a:solidFill>
                  <a:schemeClr val="bg1"/>
                </a:solidFill>
              </a:rPr>
              <a:t>Size</a:t>
            </a:r>
            <a:endParaRPr lang="ru-RU" b="1" dirty="0">
              <a:solidFill>
                <a:schemeClr val="bg1"/>
              </a:solidFill>
            </a:endParaRPr>
          </a:p>
          <a:p>
            <a:pPr lvl="1"/>
            <a:endParaRPr lang="en-US" dirty="0"/>
          </a:p>
        </p:txBody>
      </p:sp>
      <p:sp>
        <p:nvSpPr>
          <p:cNvPr id="4" name="Title 3"/>
          <p:cNvSpPr>
            <a:spLocks noGrp="1"/>
          </p:cNvSpPr>
          <p:nvPr>
            <p:ph type="title"/>
          </p:nvPr>
        </p:nvSpPr>
        <p:spPr/>
        <p:txBody>
          <a:bodyPr/>
          <a:lstStyle/>
          <a:p>
            <a:r>
              <a:rPr lang="bg-BG" dirty="0"/>
              <a:t>Размер</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rcRect/>
          <a:stretch/>
        </p:blipFill>
        <p:spPr>
          <a:xfrm>
            <a:off x="8706000" y="1513793"/>
            <a:ext cx="2970000" cy="4893429"/>
          </a:xfrm>
          <a:prstGeom prst="rect">
            <a:avLst/>
          </a:prstGeom>
          <a:ln>
            <a:solidFill>
              <a:schemeClr val="bg2">
                <a:lumMod val="75000"/>
              </a:schemeClr>
            </a:solidFill>
          </a:ln>
        </p:spPr>
      </p:pic>
    </p:spTree>
    <p:extLst>
      <p:ext uri="{BB962C8B-B14F-4D97-AF65-F5344CB8AC3E}">
        <p14:creationId xmlns:p14="http://schemas.microsoft.com/office/powerpoint/2010/main" val="393994350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txBody>
          <a:bodyPr/>
          <a:lstStyle/>
          <a:p>
            <a:fld id="{2BF067CD-8E6B-4360-9AA8-C5DF2A48A6D1}" type="slidenum">
              <a:rPr lang="en-US" noProof="0" smtClean="0"/>
              <a:pPr/>
              <a:t>6</a:t>
            </a:fld>
            <a:endParaRPr lang="en-US" noProof="0" dirty="0"/>
          </a:p>
        </p:txBody>
      </p:sp>
      <p:sp>
        <p:nvSpPr>
          <p:cNvPr id="3" name="Text Placeholder 2"/>
          <p:cNvSpPr>
            <a:spLocks noGrp="1"/>
          </p:cNvSpPr>
          <p:nvPr>
            <p:ph type="body" sz="quarter" idx="10"/>
          </p:nvPr>
        </p:nvSpPr>
        <p:spPr>
          <a:xfrm>
            <a:off x="190402" y="1196125"/>
            <a:ext cx="6490598" cy="5528766"/>
          </a:xfrm>
        </p:spPr>
        <p:txBody>
          <a:bodyPr/>
          <a:lstStyle/>
          <a:p>
            <a:r>
              <a:rPr lang="ru-RU" dirty="0"/>
              <a:t>͏</a:t>
            </a:r>
            <a:r>
              <a:rPr lang="ru-RU" b="1" dirty="0">
                <a:solidFill>
                  <a:schemeClr val="bg1"/>
                </a:solidFill>
              </a:rPr>
              <a:t>Ориентация</a:t>
            </a:r>
            <a:r>
              <a:rPr lang="ru-RU" dirty="0"/>
              <a:t> – </a:t>
            </a:r>
            <a:r>
              <a:rPr lang="ru-RU" b="1" dirty="0"/>
              <a:t>разположението</a:t>
            </a:r>
            <a:r>
              <a:rPr lang="ru-RU" dirty="0"/>
              <a:t> на страницата спрямо </a:t>
            </a:r>
            <a:r>
              <a:rPr lang="ru-RU" b="1" dirty="0"/>
              <a:t>хоризонтала</a:t>
            </a:r>
          </a:p>
          <a:p>
            <a:r>
              <a:rPr lang="ru-RU" dirty="0"/>
              <a:t>Тя може да бъде:</a:t>
            </a:r>
          </a:p>
          <a:p>
            <a:pPr lvl="1"/>
            <a:r>
              <a:rPr lang="en-US" b="1" dirty="0"/>
              <a:t>Landscape</a:t>
            </a:r>
            <a:r>
              <a:rPr lang="en-US" dirty="0"/>
              <a:t> </a:t>
            </a:r>
            <a:r>
              <a:rPr lang="bg-BG" dirty="0"/>
              <a:t>(пейзаж)</a:t>
            </a:r>
          </a:p>
          <a:p>
            <a:pPr lvl="1"/>
            <a:r>
              <a:rPr lang="en-US" b="1" dirty="0"/>
              <a:t>Portrait</a:t>
            </a:r>
            <a:r>
              <a:rPr lang="en-US" dirty="0"/>
              <a:t> </a:t>
            </a:r>
            <a:r>
              <a:rPr lang="bg-BG" dirty="0"/>
              <a:t>(портрет)</a:t>
            </a:r>
          </a:p>
          <a:p>
            <a:r>
              <a:rPr lang="bg-BG" dirty="0"/>
              <a:t>Ориентацията се</a:t>
            </a:r>
            <a:r>
              <a:rPr lang="en-US" dirty="0"/>
              <a:t> </a:t>
            </a:r>
            <a:r>
              <a:rPr lang="bg-BG" dirty="0"/>
              <a:t>задава от падащото </a:t>
            </a:r>
            <a:r>
              <a:rPr lang="bg-BG" b="1" dirty="0"/>
              <a:t>меню </a:t>
            </a:r>
            <a:r>
              <a:rPr lang="en-US" b="1" dirty="0">
                <a:solidFill>
                  <a:schemeClr val="bg1"/>
                </a:solidFill>
              </a:rPr>
              <a:t>Orientation</a:t>
            </a:r>
          </a:p>
        </p:txBody>
      </p:sp>
      <p:sp>
        <p:nvSpPr>
          <p:cNvPr id="4" name="Title 3"/>
          <p:cNvSpPr>
            <a:spLocks noGrp="1"/>
          </p:cNvSpPr>
          <p:nvPr>
            <p:ph type="title"/>
          </p:nvPr>
        </p:nvSpPr>
        <p:spPr/>
        <p:txBody>
          <a:bodyPr/>
          <a:lstStyle/>
          <a:p>
            <a:r>
              <a:rPr lang="bg-BG" dirty="0"/>
              <a:t>Ориентация</a:t>
            </a:r>
            <a:endParaRPr lang="en-US" dirty="0"/>
          </a:p>
        </p:txBody>
      </p:sp>
      <p:sp>
        <p:nvSpPr>
          <p:cNvPr id="6" name="Rectangle 5"/>
          <p:cNvSpPr/>
          <p:nvPr/>
        </p:nvSpPr>
        <p:spPr bwMode="auto">
          <a:xfrm>
            <a:off x="5421000" y="2478312"/>
            <a:ext cx="3420000" cy="1552955"/>
          </a:xfrm>
          <a:prstGeom prst="rect">
            <a:avLst/>
          </a:prstGeom>
          <a:noFill/>
          <a:ln w="571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noProof="1"/>
              <a:t>Lorem ipsum dolor sit amet, consectetur adipiscing elit. Donec id nisl id purus luctus dignissim vitae a purus. Maecenas tristique sapien sit amet justo ullamcorper elementum sed quis libero. Curabitur volutpat purus vel lacus suscipit ornare. Nulla rhoncus, risus id fringilla lobortis, ante velit sagittis sapien, at dictum turpis sapien id mi. Fusce nec fermentum risus. Duis gravida fermentum mauris vitae sollicitudin. In lobortis lacinia leo, ut finibus diam scelerisque at. Sed ac erat venenatis, egestas nibh vitae, sagittis diam.</a:t>
            </a:r>
            <a:endParaRPr lang="en-US" sz="1000" b="1" noProof="1">
              <a:solidFill>
                <a:srgbClr val="FFFFFF"/>
              </a:solidFill>
              <a:effectLst>
                <a:outerShdw blurRad="38100" dist="38100" dir="2700000" algn="tl">
                  <a:srgbClr val="000000">
                    <a:alpha val="43137"/>
                  </a:srgbClr>
                </a:outerShdw>
              </a:effectLst>
            </a:endParaRPr>
          </a:p>
        </p:txBody>
      </p:sp>
      <p:sp>
        <p:nvSpPr>
          <p:cNvPr id="8" name="TextBox 7"/>
          <p:cNvSpPr txBox="1"/>
          <p:nvPr/>
        </p:nvSpPr>
        <p:spPr>
          <a:xfrm>
            <a:off x="6016058" y="1760442"/>
            <a:ext cx="2229884" cy="624374"/>
          </a:xfrm>
          <a:prstGeom prst="rect">
            <a:avLst/>
          </a:prstGeom>
          <a:solidFill>
            <a:schemeClr val="accent6">
              <a:lumMod val="75000"/>
              <a:alpha val="15000"/>
            </a:schemeClr>
          </a:solidFill>
          <a:ln w="12700">
            <a:solidFill>
              <a:schemeClr val="tx1">
                <a:lumMod val="75000"/>
              </a:schemeClr>
            </a:solidFill>
          </a:ln>
        </p:spPr>
        <p:txBody>
          <a:bodyPr vert="horz" wrap="square" lIns="144000" tIns="108000" rIns="144000" bIns="108000" rtlCol="0">
            <a:spAutoFit/>
          </a:bodyPr>
          <a:lstStyle/>
          <a:p>
            <a:pPr algn="ctr" eaLnBrk="0" hangingPunct="0">
              <a:lnSpc>
                <a:spcPct val="110000"/>
              </a:lnSpc>
              <a:buClr>
                <a:schemeClr val="accent5">
                  <a:lumMod val="40000"/>
                  <a:lumOff val="60000"/>
                </a:schemeClr>
              </a:buClr>
              <a:buSzPct val="70000"/>
            </a:pPr>
            <a:r>
              <a:rPr lang="bg-BG" sz="2400" dirty="0"/>
              <a:t>Пейзаж</a:t>
            </a:r>
            <a:endParaRPr lang="en-US" sz="2400" dirty="0"/>
          </a:p>
        </p:txBody>
      </p:sp>
      <p:sp>
        <p:nvSpPr>
          <p:cNvPr id="9" name="TextBox 8"/>
          <p:cNvSpPr txBox="1"/>
          <p:nvPr/>
        </p:nvSpPr>
        <p:spPr>
          <a:xfrm>
            <a:off x="9571739" y="1409626"/>
            <a:ext cx="2133701" cy="624374"/>
          </a:xfrm>
          <a:prstGeom prst="rect">
            <a:avLst/>
          </a:prstGeom>
          <a:solidFill>
            <a:schemeClr val="accent6">
              <a:lumMod val="75000"/>
              <a:alpha val="15000"/>
            </a:schemeClr>
          </a:solidFill>
          <a:ln w="12700">
            <a:solidFill>
              <a:schemeClr val="tx1">
                <a:lumMod val="75000"/>
              </a:schemeClr>
            </a:solidFill>
          </a:ln>
        </p:spPr>
        <p:txBody>
          <a:bodyPr vert="horz" wrap="square" lIns="144000" tIns="108000" rIns="144000" bIns="108000" rtlCol="0">
            <a:spAutoFit/>
          </a:bodyPr>
          <a:lstStyle/>
          <a:p>
            <a:pPr algn="ctr" eaLnBrk="0" hangingPunct="0">
              <a:lnSpc>
                <a:spcPct val="110000"/>
              </a:lnSpc>
              <a:buClr>
                <a:schemeClr val="accent5">
                  <a:lumMod val="40000"/>
                  <a:lumOff val="60000"/>
                </a:schemeClr>
              </a:buClr>
              <a:buSzPct val="70000"/>
            </a:pPr>
            <a:r>
              <a:rPr lang="bg-BG" sz="2400" dirty="0"/>
              <a:t>Портрет</a:t>
            </a:r>
            <a:endParaRPr lang="en-US" sz="2400" dirty="0"/>
          </a:p>
        </p:txBody>
      </p:sp>
      <p:sp>
        <p:nvSpPr>
          <p:cNvPr id="10" name="Rectangle 9"/>
          <p:cNvSpPr/>
          <p:nvPr/>
        </p:nvSpPr>
        <p:spPr bwMode="auto">
          <a:xfrm>
            <a:off x="9641649" y="2131624"/>
            <a:ext cx="1993882" cy="2430000"/>
          </a:xfrm>
          <a:prstGeom prst="rect">
            <a:avLst/>
          </a:prstGeom>
          <a:noFill/>
          <a:ln w="571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900" noProof="1"/>
              <a:t>Lorem ipsum dolor sit amet, consectetur adipiscing elit. Donec id nisl id purus luctus dignissim vitae a purus. Maecenas tristique sapien sit amet justo ullamcorper elementum sed quis libero. Curabitur volutpat purus vel lacus suscipit ornare. Nulla rhoncus, risus id fringilla lobortis, ante velit sagittis sapien, at dictum turpis sapien id mi. Fusce nec fermentum risus. Duis gravida fermentum mauris vitae sollicitudin. In lobortis lacinia leo, ut finibus diam scelerisque at. Sed ac erat venenatis, egestas nibh vitae, sagittis diam.</a:t>
            </a:r>
            <a:endParaRPr lang="en-US" sz="1100" b="1" noProof="1">
              <a:solidFill>
                <a:srgbClr val="FFFFFF"/>
              </a:solidFill>
              <a:effectLst>
                <a:outerShdw blurRad="38100" dist="38100" dir="2700000" algn="tl">
                  <a:srgbClr val="000000">
                    <a:alpha val="43137"/>
                  </a:srgbClr>
                </a:outerShdw>
              </a:effectLst>
            </a:endParaRPr>
          </a:p>
        </p:txBody>
      </p:sp>
      <p:pic>
        <p:nvPicPr>
          <p:cNvPr id="11" name="Picture 10"/>
          <p:cNvPicPr>
            <a:picLocks noChangeAspect="1"/>
          </p:cNvPicPr>
          <p:nvPr/>
        </p:nvPicPr>
        <p:blipFill rotWithShape="1">
          <a:blip r:embed="rId3">
            <a:extLst>
              <a:ext uri="{28A0092B-C50C-407E-A947-70E740481C1C}">
                <a14:useLocalDpi xmlns:a14="http://schemas.microsoft.com/office/drawing/2010/main" val="0"/>
              </a:ext>
            </a:extLst>
          </a:blip>
          <a:srcRect t="-810" b="1028"/>
          <a:stretch/>
        </p:blipFill>
        <p:spPr>
          <a:xfrm>
            <a:off x="7044704" y="4152902"/>
            <a:ext cx="1899091" cy="2632487"/>
          </a:xfrm>
          <a:prstGeom prst="rect">
            <a:avLst/>
          </a:prstGeom>
          <a:ln>
            <a:solidFill>
              <a:schemeClr val="bg2">
                <a:lumMod val="75000"/>
              </a:schemeClr>
            </a:solidFill>
          </a:ln>
        </p:spPr>
      </p:pic>
    </p:spTree>
    <p:extLst>
      <p:ext uri="{BB962C8B-B14F-4D97-AF65-F5344CB8AC3E}">
        <p14:creationId xmlns:p14="http://schemas.microsoft.com/office/powerpoint/2010/main" val="3463294644"/>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txBody>
          <a:bodyPr/>
          <a:lstStyle/>
          <a:p>
            <a:fld id="{2BF067CD-8E6B-4360-9AA8-C5DF2A48A6D1}" type="slidenum">
              <a:rPr lang="en-US" noProof="0" smtClean="0"/>
              <a:pPr/>
              <a:t>7</a:t>
            </a:fld>
            <a:endParaRPr lang="en-US" noProof="0" dirty="0"/>
          </a:p>
        </p:txBody>
      </p:sp>
      <p:sp>
        <p:nvSpPr>
          <p:cNvPr id="3" name="Text Placeholder 2"/>
          <p:cNvSpPr>
            <a:spLocks noGrp="1"/>
          </p:cNvSpPr>
          <p:nvPr>
            <p:ph type="body" sz="quarter" idx="10"/>
          </p:nvPr>
        </p:nvSpPr>
        <p:spPr/>
        <p:txBody>
          <a:bodyPr>
            <a:normAutofit fontScale="92500" lnSpcReduction="20000"/>
          </a:bodyPr>
          <a:lstStyle/>
          <a:p>
            <a:r>
              <a:rPr lang="ru-RU" b="1" dirty="0"/>
              <a:t>͏</a:t>
            </a:r>
            <a:r>
              <a:rPr lang="ru-RU" b="1" dirty="0">
                <a:solidFill>
                  <a:schemeClr val="bg1"/>
                </a:solidFill>
              </a:rPr>
              <a:t>Наборно поле </a:t>
            </a:r>
            <a:r>
              <a:rPr lang="ru-RU" dirty="0"/>
              <a:t>– областта на страницата, където се разполага </a:t>
            </a:r>
            <a:r>
              <a:rPr lang="ru-RU" b="1" dirty="0"/>
              <a:t>текстовото съдържание </a:t>
            </a:r>
            <a:r>
              <a:rPr lang="ru-RU" dirty="0"/>
              <a:t>на документа</a:t>
            </a:r>
          </a:p>
          <a:p>
            <a:pPr lvl="1">
              <a:spcAft>
                <a:spcPts val="0"/>
              </a:spcAft>
            </a:pPr>
            <a:r>
              <a:rPr lang="ru-RU" dirty="0"/>
              <a:t>То се получава, като от размера на работния</a:t>
            </a:r>
          </a:p>
          <a:p>
            <a:pPr marL="442912" lvl="1" indent="0">
              <a:spcBef>
                <a:spcPts val="0"/>
              </a:spcBef>
              <a:buNone/>
            </a:pPr>
            <a:r>
              <a:rPr lang="ru-RU" dirty="0"/>
              <a:t> лист се извадят </a:t>
            </a:r>
            <a:r>
              <a:rPr lang="ru-RU" b="1" dirty="0"/>
              <a:t>белите полета</a:t>
            </a:r>
          </a:p>
          <a:p>
            <a:r>
              <a:rPr lang="ru-RU" dirty="0"/>
              <a:t>Те са:</a:t>
            </a:r>
          </a:p>
          <a:p>
            <a:pPr lvl="1"/>
            <a:r>
              <a:rPr lang="en-US" b="1" dirty="0"/>
              <a:t>Top</a:t>
            </a:r>
            <a:r>
              <a:rPr lang="en-US" dirty="0"/>
              <a:t> (</a:t>
            </a:r>
            <a:r>
              <a:rPr lang="bg-BG" dirty="0"/>
              <a:t>горно поле</a:t>
            </a:r>
            <a:r>
              <a:rPr lang="en-US" dirty="0"/>
              <a:t>)</a:t>
            </a:r>
            <a:endParaRPr lang="bg-BG" dirty="0"/>
          </a:p>
          <a:p>
            <a:pPr lvl="1"/>
            <a:r>
              <a:rPr lang="en-US" b="1" dirty="0"/>
              <a:t>Bottom</a:t>
            </a:r>
            <a:r>
              <a:rPr lang="en-US" dirty="0"/>
              <a:t> </a:t>
            </a:r>
            <a:r>
              <a:rPr lang="bg-BG" dirty="0"/>
              <a:t>(долно поле)</a:t>
            </a:r>
            <a:endParaRPr lang="en-US" dirty="0"/>
          </a:p>
          <a:p>
            <a:pPr lvl="1"/>
            <a:r>
              <a:rPr lang="en-US" b="1" dirty="0"/>
              <a:t>Left</a:t>
            </a:r>
            <a:r>
              <a:rPr lang="bg-BG" dirty="0"/>
              <a:t> (ляво поле)</a:t>
            </a:r>
            <a:endParaRPr lang="en-US" dirty="0"/>
          </a:p>
          <a:p>
            <a:pPr lvl="1"/>
            <a:r>
              <a:rPr lang="en-US" b="1" dirty="0"/>
              <a:t>Right</a:t>
            </a:r>
            <a:r>
              <a:rPr lang="bg-BG" dirty="0"/>
              <a:t> (дясно поле)</a:t>
            </a:r>
          </a:p>
          <a:p>
            <a:r>
              <a:rPr lang="bg-BG" dirty="0"/>
              <a:t>Размерът на полетата се задава от падащото </a:t>
            </a:r>
            <a:r>
              <a:rPr lang="bg-BG" b="1" dirty="0"/>
              <a:t>меню </a:t>
            </a:r>
            <a:r>
              <a:rPr lang="en-US" b="1" dirty="0">
                <a:solidFill>
                  <a:schemeClr val="bg1"/>
                </a:solidFill>
              </a:rPr>
              <a:t>Margins</a:t>
            </a:r>
          </a:p>
        </p:txBody>
      </p:sp>
      <p:sp>
        <p:nvSpPr>
          <p:cNvPr id="4" name="Title 3"/>
          <p:cNvSpPr>
            <a:spLocks noGrp="1"/>
          </p:cNvSpPr>
          <p:nvPr>
            <p:ph type="title"/>
          </p:nvPr>
        </p:nvSpPr>
        <p:spPr/>
        <p:txBody>
          <a:bodyPr/>
          <a:lstStyle/>
          <a:p>
            <a:r>
              <a:rPr lang="bg-BG" dirty="0"/>
              <a:t>Наборно поле</a:t>
            </a:r>
            <a:endParaRPr lang="en-US" dirty="0"/>
          </a:p>
        </p:txBody>
      </p:sp>
      <p:sp>
        <p:nvSpPr>
          <p:cNvPr id="6" name="Rectangle 5"/>
          <p:cNvSpPr>
            <a:spLocks/>
          </p:cNvSpPr>
          <p:nvPr/>
        </p:nvSpPr>
        <p:spPr bwMode="auto">
          <a:xfrm>
            <a:off x="5951870" y="2799000"/>
            <a:ext cx="2790000" cy="2880000"/>
          </a:xfrm>
          <a:prstGeom prst="rect">
            <a:avLst/>
          </a:prstGeom>
          <a:no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1800"/>
              </a:spcBef>
              <a:spcAft>
                <a:spcPts val="1800"/>
              </a:spcAft>
            </a:pPr>
            <a:endParaRPr lang="en-US" sz="1100" b="1" noProof="1">
              <a:solidFill>
                <a:srgbClr val="FFFFFF"/>
              </a:solidFill>
              <a:effectLst>
                <a:outerShdw blurRad="38100" dist="38100" dir="2700000" algn="tl">
                  <a:srgbClr val="000000">
                    <a:alpha val="43137"/>
                  </a:srgbClr>
                </a:outerShdw>
              </a:effectLst>
            </a:endParaRPr>
          </a:p>
        </p:txBody>
      </p:sp>
      <p:sp>
        <p:nvSpPr>
          <p:cNvPr id="7" name="Rectangle 6"/>
          <p:cNvSpPr/>
          <p:nvPr/>
        </p:nvSpPr>
        <p:spPr bwMode="auto">
          <a:xfrm>
            <a:off x="6356870" y="3159000"/>
            <a:ext cx="1980000" cy="2115000"/>
          </a:xfrm>
          <a:prstGeom prst="rect">
            <a:avLst/>
          </a:prstGeom>
          <a:no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dist"/>
            <a:r>
              <a:rPr lang="en-US" sz="900" noProof="1"/>
              <a:t>Lorem ipsum dolor sit amet, consectetur adipiscing elit. Donec id nisl id purus luctus dignissim vitae a purus. Maecenas tristique sapien sit amet justo ullamcorper elementum sed quis libero. Curabitur volutpat purus vel lacus suscipit ornare. Nulla rhoncus, risus id fringilla lobortis, ante velit sagittis sapien, at dictum turpis sapien id mi. Fusce nec fermentum risus. Duis gravida fermentum mauris vitae sollicitudin. In lobortis lacinia leo, ut finibus diam scelerisque at. Sed ac erat venenatis, egestas nibh vitae, sagittis diam.</a:t>
            </a:r>
            <a:endParaRPr lang="en-US" sz="1200" b="1" noProof="1">
              <a:solidFill>
                <a:srgbClr val="FFFFFF"/>
              </a:solidFill>
              <a:effectLst>
                <a:outerShdw blurRad="38100" dist="38100" dir="2700000" algn="tl">
                  <a:srgbClr val="000000">
                    <a:alpha val="43137"/>
                  </a:srgbClr>
                </a:outerShdw>
              </a:effectLst>
            </a:endParaRPr>
          </a:p>
        </p:txBody>
      </p:sp>
      <p:cxnSp>
        <p:nvCxnSpPr>
          <p:cNvPr id="11" name="Straight Arrow Connector 10"/>
          <p:cNvCxnSpPr>
            <a:endCxn id="7" idx="0"/>
          </p:cNvCxnSpPr>
          <p:nvPr/>
        </p:nvCxnSpPr>
        <p:spPr>
          <a:xfrm>
            <a:off x="7346870" y="2799000"/>
            <a:ext cx="0" cy="36000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7" idx="2"/>
            <a:endCxn id="6" idx="2"/>
          </p:cNvCxnSpPr>
          <p:nvPr/>
        </p:nvCxnSpPr>
        <p:spPr>
          <a:xfrm>
            <a:off x="7346870" y="5274000"/>
            <a:ext cx="0" cy="40500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endCxn id="6" idx="3"/>
          </p:cNvCxnSpPr>
          <p:nvPr/>
        </p:nvCxnSpPr>
        <p:spPr>
          <a:xfrm>
            <a:off x="8336870" y="4239000"/>
            <a:ext cx="405000"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5951870" y="4230400"/>
            <a:ext cx="405000"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4" name="Picture 33"/>
          <p:cNvPicPr>
            <a:picLocks noChangeAspect="1"/>
          </p:cNvPicPr>
          <p:nvPr/>
        </p:nvPicPr>
        <p:blipFill rotWithShape="1">
          <a:blip r:embed="rId3">
            <a:extLst>
              <a:ext uri="{28A0092B-C50C-407E-A947-70E740481C1C}">
                <a14:useLocalDpi xmlns:a14="http://schemas.microsoft.com/office/drawing/2010/main" val="0"/>
              </a:ext>
            </a:extLst>
          </a:blip>
          <a:srcRect l="-980" r="588"/>
          <a:stretch/>
        </p:blipFill>
        <p:spPr>
          <a:xfrm>
            <a:off x="9246001" y="1702677"/>
            <a:ext cx="2294999" cy="3908824"/>
          </a:xfrm>
          <a:prstGeom prst="rect">
            <a:avLst/>
          </a:prstGeom>
          <a:ln>
            <a:solidFill>
              <a:schemeClr val="bg2">
                <a:lumMod val="75000"/>
              </a:schemeClr>
            </a:solidFill>
          </a:ln>
        </p:spPr>
      </p:pic>
    </p:spTree>
    <p:extLst>
      <p:ext uri="{BB962C8B-B14F-4D97-AF65-F5344CB8AC3E}">
        <p14:creationId xmlns:p14="http://schemas.microsoft.com/office/powerpoint/2010/main" val="197730380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txBody>
          <a:bodyPr/>
          <a:lstStyle/>
          <a:p>
            <a:fld id="{2BF067CD-8E6B-4360-9AA8-C5DF2A48A6D1}" type="slidenum">
              <a:rPr lang="en-US" noProof="0" smtClean="0"/>
              <a:pPr/>
              <a:t>8</a:t>
            </a:fld>
            <a:endParaRPr lang="en-US" noProof="0" dirty="0"/>
          </a:p>
        </p:txBody>
      </p:sp>
      <p:sp>
        <p:nvSpPr>
          <p:cNvPr id="4" name="Title 3"/>
          <p:cNvSpPr>
            <a:spLocks noGrp="1"/>
          </p:cNvSpPr>
          <p:nvPr>
            <p:ph type="title"/>
          </p:nvPr>
        </p:nvSpPr>
        <p:spPr/>
        <p:txBody>
          <a:bodyPr/>
          <a:lstStyle/>
          <a:p>
            <a:r>
              <a:rPr lang="en-US" dirty="0"/>
              <a:t>Page Setup</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rcRect l="-1" r="720"/>
          <a:stretch/>
        </p:blipFill>
        <p:spPr>
          <a:xfrm>
            <a:off x="446768" y="1269000"/>
            <a:ext cx="4614232" cy="1710000"/>
          </a:xfrm>
          <a:prstGeom prst="rect">
            <a:avLst/>
          </a:prstGeom>
          <a:ln>
            <a:solidFill>
              <a:schemeClr val="bg2">
                <a:lumMod val="75000"/>
              </a:schemeClr>
            </a:solidFill>
          </a:ln>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rcRect/>
          <a:stretch/>
        </p:blipFill>
        <p:spPr>
          <a:xfrm>
            <a:off x="6632721" y="1269672"/>
            <a:ext cx="3972902" cy="5385828"/>
          </a:xfrm>
          <a:prstGeom prst="rect">
            <a:avLst/>
          </a:prstGeom>
          <a:ln>
            <a:solidFill>
              <a:schemeClr val="bg2">
                <a:lumMod val="75000"/>
              </a:schemeClr>
            </a:solidFill>
          </a:ln>
        </p:spPr>
      </p:pic>
      <p:sp>
        <p:nvSpPr>
          <p:cNvPr id="7" name="Rounded Rectangular Callout 6"/>
          <p:cNvSpPr/>
          <p:nvPr/>
        </p:nvSpPr>
        <p:spPr bwMode="auto">
          <a:xfrm>
            <a:off x="291000" y="3268020"/>
            <a:ext cx="3825000" cy="1555980"/>
          </a:xfrm>
          <a:prstGeom prst="wedgeRoundRectCallout">
            <a:avLst>
              <a:gd name="adj1" fmla="val 69166"/>
              <a:gd name="adj2" fmla="val -70612"/>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800" b="1" dirty="0">
                <a:solidFill>
                  <a:srgbClr val="FFFFFF"/>
                </a:solidFill>
                <a:effectLst>
                  <a:outerShdw blurRad="38100" dist="38100" dir="2700000" algn="tl">
                    <a:srgbClr val="000000">
                      <a:alpha val="43137"/>
                    </a:srgbClr>
                  </a:outerShdw>
                </a:effectLst>
              </a:rPr>
              <a:t>От тази стрелка може да отворите прозореца </a:t>
            </a:r>
            <a:r>
              <a:rPr lang="en-US" sz="2800" b="1" dirty="0">
                <a:solidFill>
                  <a:schemeClr val="accent1">
                    <a:lumMod val="60000"/>
                    <a:lumOff val="40000"/>
                  </a:schemeClr>
                </a:solidFill>
                <a:effectLst>
                  <a:outerShdw blurRad="38100" dist="38100" dir="2700000" algn="tl">
                    <a:srgbClr val="000000">
                      <a:alpha val="43137"/>
                    </a:srgbClr>
                  </a:outerShdw>
                </a:effectLst>
              </a:rPr>
              <a:t>Page Setup</a:t>
            </a:r>
          </a:p>
        </p:txBody>
      </p:sp>
      <p:cxnSp>
        <p:nvCxnSpPr>
          <p:cNvPr id="9" name="Straight Arrow Connector 8"/>
          <p:cNvCxnSpPr/>
          <p:nvPr/>
        </p:nvCxnSpPr>
        <p:spPr>
          <a:xfrm>
            <a:off x="5227729" y="2844000"/>
            <a:ext cx="1205771" cy="54000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0" name="Rounded Rectangular Callout 9"/>
          <p:cNvSpPr/>
          <p:nvPr/>
        </p:nvSpPr>
        <p:spPr bwMode="auto">
          <a:xfrm>
            <a:off x="9163149" y="3203330"/>
            <a:ext cx="2610000" cy="1017000"/>
          </a:xfrm>
          <a:prstGeom prst="wedgeRoundRectCallout">
            <a:avLst>
              <a:gd name="adj1" fmla="val -42815"/>
              <a:gd name="adj2" fmla="val -99693"/>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800" b="1" dirty="0">
                <a:solidFill>
                  <a:srgbClr val="FFFFFF"/>
                </a:solidFill>
                <a:effectLst>
                  <a:outerShdw blurRad="38100" dist="38100" dir="2700000" algn="tl">
                    <a:srgbClr val="000000">
                      <a:alpha val="43137"/>
                    </a:srgbClr>
                  </a:outerShdw>
                </a:effectLst>
              </a:rPr>
              <a:t>Размер на </a:t>
            </a:r>
            <a:r>
              <a:rPr lang="bg-BG" sz="2800" b="1" dirty="0">
                <a:solidFill>
                  <a:schemeClr val="accent1">
                    <a:lumMod val="60000"/>
                    <a:lumOff val="40000"/>
                  </a:schemeClr>
                </a:solidFill>
                <a:effectLst>
                  <a:outerShdw blurRad="38100" dist="38100" dir="2700000" algn="tl">
                    <a:srgbClr val="000000">
                      <a:alpha val="43137"/>
                    </a:srgbClr>
                  </a:outerShdw>
                </a:effectLst>
              </a:rPr>
              <a:t>белите полета</a:t>
            </a:r>
            <a:endParaRPr lang="en-US" sz="2800" b="1" dirty="0">
              <a:solidFill>
                <a:schemeClr val="accent1">
                  <a:lumMod val="60000"/>
                  <a:lumOff val="40000"/>
                </a:schemeClr>
              </a:solidFill>
              <a:effectLst>
                <a:outerShdw blurRad="38100" dist="38100" dir="2700000" algn="tl">
                  <a:srgbClr val="000000">
                    <a:alpha val="43137"/>
                  </a:srgbClr>
                </a:outerShdw>
              </a:effectLst>
            </a:endParaRPr>
          </a:p>
        </p:txBody>
      </p:sp>
      <p:sp>
        <p:nvSpPr>
          <p:cNvPr id="11" name="Rectangle 10"/>
          <p:cNvSpPr/>
          <p:nvPr/>
        </p:nvSpPr>
        <p:spPr bwMode="auto">
          <a:xfrm>
            <a:off x="6705839" y="1899001"/>
            <a:ext cx="3845161" cy="675000"/>
          </a:xfrm>
          <a:prstGeom prst="rect">
            <a:avLst/>
          </a:prstGeom>
          <a:noFill/>
          <a:ln w="3810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800" b="1" dirty="0">
              <a:solidFill>
                <a:srgbClr val="FFFFFF"/>
              </a:solidFill>
              <a:effectLst>
                <a:outerShdw blurRad="38100" dist="38100" dir="2700000" algn="tl">
                  <a:srgbClr val="000000">
                    <a:alpha val="43137"/>
                  </a:srgbClr>
                </a:outerShdw>
              </a:effectLst>
            </a:endParaRPr>
          </a:p>
        </p:txBody>
      </p:sp>
      <p:sp>
        <p:nvSpPr>
          <p:cNvPr id="12" name="Rectangle 11"/>
          <p:cNvSpPr/>
          <p:nvPr/>
        </p:nvSpPr>
        <p:spPr bwMode="auto">
          <a:xfrm>
            <a:off x="6771000" y="2847989"/>
            <a:ext cx="1440000" cy="871220"/>
          </a:xfrm>
          <a:prstGeom prst="rect">
            <a:avLst/>
          </a:prstGeom>
          <a:noFill/>
          <a:ln w="3810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800" b="1" dirty="0">
              <a:solidFill>
                <a:srgbClr val="FFFFFF"/>
              </a:solidFill>
              <a:effectLst>
                <a:outerShdw blurRad="38100" dist="38100" dir="2700000" algn="tl">
                  <a:srgbClr val="000000">
                    <a:alpha val="43137"/>
                  </a:srgbClr>
                </a:outerShdw>
              </a:effectLst>
            </a:endParaRPr>
          </a:p>
        </p:txBody>
      </p:sp>
      <p:sp>
        <p:nvSpPr>
          <p:cNvPr id="13" name="Rounded Rectangular Callout 12"/>
          <p:cNvSpPr/>
          <p:nvPr/>
        </p:nvSpPr>
        <p:spPr bwMode="auto">
          <a:xfrm>
            <a:off x="4237850" y="4019012"/>
            <a:ext cx="2195650" cy="684064"/>
          </a:xfrm>
          <a:prstGeom prst="wedgeRoundRectCallout">
            <a:avLst>
              <a:gd name="adj1" fmla="val 52317"/>
              <a:gd name="adj2" fmla="val -89209"/>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800" b="1" dirty="0">
                <a:solidFill>
                  <a:srgbClr val="FFFFFF"/>
                </a:solidFill>
                <a:effectLst>
                  <a:outerShdw blurRad="38100" dist="38100" dir="2700000" algn="tl">
                    <a:srgbClr val="000000">
                      <a:alpha val="43137"/>
                    </a:srgbClr>
                  </a:outerShdw>
                </a:effectLst>
              </a:rPr>
              <a:t>Ориентация</a:t>
            </a:r>
            <a:endParaRPr lang="en-US" sz="2800" b="1" dirty="0">
              <a:solidFill>
                <a:srgbClr val="FFFFFF"/>
              </a:solidFill>
              <a:effectLst>
                <a:outerShdw blurRad="38100" dist="38100" dir="2700000" algn="tl">
                  <a:srgbClr val="000000">
                    <a:alpha val="43137"/>
                  </a:srgbClr>
                </a:outerShdw>
              </a:effectLst>
            </a:endParaRPr>
          </a:p>
        </p:txBody>
      </p:sp>
      <p:sp>
        <p:nvSpPr>
          <p:cNvPr id="14" name="Rounded Rectangular Callout 13"/>
          <p:cNvSpPr/>
          <p:nvPr/>
        </p:nvSpPr>
        <p:spPr bwMode="auto">
          <a:xfrm>
            <a:off x="831000" y="5374620"/>
            <a:ext cx="5387030" cy="1379849"/>
          </a:xfrm>
          <a:prstGeom prst="wedgeRoundRectCallout">
            <a:avLst>
              <a:gd name="adj1" fmla="val 68670"/>
              <a:gd name="adj2" fmla="val 8468"/>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800" b="1" dirty="0">
                <a:solidFill>
                  <a:srgbClr val="FFFFFF"/>
                </a:solidFill>
                <a:effectLst>
                  <a:outerShdw blurRad="38100" dist="38100" dir="2700000" algn="tl">
                    <a:srgbClr val="000000">
                      <a:alpha val="43137"/>
                    </a:srgbClr>
                  </a:outerShdw>
                </a:effectLst>
              </a:rPr>
              <a:t>Изберете </a:t>
            </a:r>
            <a:r>
              <a:rPr lang="bg-BG" sz="2800" b="1" dirty="0">
                <a:solidFill>
                  <a:schemeClr val="accent1">
                    <a:lumMod val="60000"/>
                    <a:lumOff val="40000"/>
                  </a:schemeClr>
                </a:solidFill>
                <a:effectLst>
                  <a:outerShdw blurRad="38100" dist="38100" dir="2700000" algn="tl">
                    <a:srgbClr val="000000">
                      <a:alpha val="43137"/>
                    </a:srgbClr>
                  </a:outerShdw>
                </a:effectLst>
              </a:rPr>
              <a:t>за кои страници </a:t>
            </a:r>
            <a:r>
              <a:rPr lang="bg-BG" sz="2800" b="1" dirty="0">
                <a:solidFill>
                  <a:srgbClr val="FFFFFF"/>
                </a:solidFill>
                <a:effectLst>
                  <a:outerShdw blurRad="38100" dist="38100" dir="2700000" algn="tl">
                    <a:srgbClr val="000000">
                      <a:alpha val="43137"/>
                    </a:srgbClr>
                  </a:outerShdw>
                </a:effectLst>
              </a:rPr>
              <a:t>да се отнасят </a:t>
            </a:r>
            <a:r>
              <a:rPr lang="bg-BG" sz="2800" b="1" dirty="0">
                <a:solidFill>
                  <a:schemeClr val="accent1">
                    <a:lumMod val="60000"/>
                    <a:lumOff val="40000"/>
                  </a:schemeClr>
                </a:solidFill>
                <a:effectLst>
                  <a:outerShdw blurRad="38100" dist="38100" dir="2700000" algn="tl">
                    <a:srgbClr val="000000">
                      <a:alpha val="43137"/>
                    </a:srgbClr>
                  </a:outerShdw>
                </a:effectLst>
              </a:rPr>
              <a:t>параметрите</a:t>
            </a:r>
            <a:r>
              <a:rPr lang="bg-BG" sz="2800" b="1" dirty="0">
                <a:solidFill>
                  <a:srgbClr val="FFFFFF"/>
                </a:solidFill>
                <a:effectLst>
                  <a:outerShdw blurRad="38100" dist="38100" dir="2700000" algn="tl">
                    <a:srgbClr val="000000">
                      <a:alpha val="43137"/>
                    </a:srgbClr>
                  </a:outerShdw>
                </a:effectLst>
              </a:rPr>
              <a:t>, които сте задали</a:t>
            </a:r>
            <a:endParaRPr lang="en-US" sz="2800" b="1" dirty="0">
              <a:solidFill>
                <a:srgbClr val="FFFFFF"/>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0360345"/>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1" grpId="0" animBg="1"/>
      <p:bldP spid="12" grpId="0" animBg="1"/>
      <p:bldP spid="13"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sz="quarter" idx="10"/>
          </p:nvPr>
        </p:nvSpPr>
        <p:spPr>
          <a:xfrm>
            <a:off x="615109" y="5180916"/>
            <a:ext cx="10961783" cy="768084"/>
          </a:xfrm>
        </p:spPr>
        <p:txBody>
          <a:bodyPr/>
          <a:lstStyle/>
          <a:p>
            <a:r>
              <a:rPr lang="bg-BG" dirty="0"/>
              <a:t>Номериране на страница</a:t>
            </a:r>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9300" y="1314000"/>
            <a:ext cx="2753400" cy="2753400"/>
          </a:xfrm>
          <a:prstGeom prst="rect">
            <a:avLst/>
          </a:prstGeom>
        </p:spPr>
      </p:pic>
    </p:spTree>
    <p:extLst>
      <p:ext uri="{BB962C8B-B14F-4D97-AF65-F5344CB8AC3E}">
        <p14:creationId xmlns:p14="http://schemas.microsoft.com/office/powerpoint/2010/main" val="980857754"/>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p:txBody>
          <a:bodyPr/>
          <a:lstStyle/>
          <a:p>
            <a:r>
              <a:rPr lang="ru-RU" dirty="0"/>
              <a:t>Когато работите с </a:t>
            </a:r>
            <a:r>
              <a:rPr lang="ru-RU" b="1" dirty="0"/>
              <a:t>документи </a:t>
            </a:r>
            <a:r>
              <a:rPr lang="ru-RU" dirty="0"/>
              <a:t>с </a:t>
            </a:r>
            <a:r>
              <a:rPr lang="ru-RU" b="1" dirty="0"/>
              <a:t>множество страници</a:t>
            </a:r>
            <a:r>
              <a:rPr lang="ru-RU" dirty="0"/>
              <a:t>, е препоръчително да ги </a:t>
            </a:r>
            <a:r>
              <a:rPr lang="ru-RU" b="1" dirty="0"/>
              <a:t>номерирате</a:t>
            </a:r>
            <a:r>
              <a:rPr lang="ru-RU" dirty="0"/>
              <a:t> за </a:t>
            </a:r>
            <a:r>
              <a:rPr lang="ru-RU" b="1" dirty="0"/>
              <a:t>по-лесна ориентация</a:t>
            </a:r>
          </a:p>
          <a:p>
            <a:r>
              <a:rPr lang="ru-RU" dirty="0"/>
              <a:t>Страниците в </a:t>
            </a:r>
            <a:r>
              <a:rPr lang="en-US" b="1" dirty="0"/>
              <a:t>Word</a:t>
            </a:r>
            <a:r>
              <a:rPr lang="en-US" dirty="0"/>
              <a:t> </a:t>
            </a:r>
            <a:r>
              <a:rPr lang="bg-BG" dirty="0"/>
              <a:t>се номерират от падащото</a:t>
            </a:r>
            <a:r>
              <a:rPr lang="bg-BG" b="1" dirty="0"/>
              <a:t> меню </a:t>
            </a:r>
            <a:r>
              <a:rPr lang="en-US" b="1" dirty="0">
                <a:solidFill>
                  <a:schemeClr val="bg1"/>
                </a:solidFill>
              </a:rPr>
              <a:t>Page Number </a:t>
            </a:r>
            <a:r>
              <a:rPr lang="bg-BG" dirty="0"/>
              <a:t>на </a:t>
            </a:r>
            <a:r>
              <a:rPr lang="bg-BG" b="1" dirty="0"/>
              <a:t>панела </a:t>
            </a:r>
            <a:r>
              <a:rPr lang="en-US" b="1" dirty="0">
                <a:solidFill>
                  <a:schemeClr val="bg1"/>
                </a:solidFill>
              </a:rPr>
              <a:t>Header&amp;Footer</a:t>
            </a:r>
            <a:r>
              <a:rPr lang="en-US" b="1" dirty="0"/>
              <a:t> </a:t>
            </a:r>
            <a:r>
              <a:rPr lang="bg-BG" dirty="0"/>
              <a:t>от </a:t>
            </a:r>
            <a:r>
              <a:rPr lang="bg-BG" b="1" dirty="0"/>
              <a:t>менюто </a:t>
            </a:r>
            <a:r>
              <a:rPr lang="en-US" b="1" dirty="0">
                <a:solidFill>
                  <a:schemeClr val="bg1"/>
                </a:solidFill>
              </a:rPr>
              <a:t>Insert</a:t>
            </a:r>
          </a:p>
        </p:txBody>
      </p:sp>
      <p:sp>
        <p:nvSpPr>
          <p:cNvPr id="4" name="Title 3"/>
          <p:cNvSpPr>
            <a:spLocks noGrp="1"/>
          </p:cNvSpPr>
          <p:nvPr>
            <p:ph type="title"/>
          </p:nvPr>
        </p:nvSpPr>
        <p:spPr/>
        <p:txBody>
          <a:bodyPr/>
          <a:lstStyle/>
          <a:p>
            <a:r>
              <a:rPr lang="bg-BG" dirty="0"/>
              <a:t>Номериране на страници</a:t>
            </a:r>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rcRect/>
          <a:stretch/>
        </p:blipFill>
        <p:spPr>
          <a:xfrm>
            <a:off x="2384577" y="4458637"/>
            <a:ext cx="3150000" cy="1934772"/>
          </a:xfrm>
          <a:prstGeom prst="rect">
            <a:avLst/>
          </a:prstGeom>
          <a:ln>
            <a:solidFill>
              <a:schemeClr val="bg2">
                <a:lumMod val="75000"/>
              </a:schemeClr>
            </a:solidFill>
          </a:ln>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rcRect/>
          <a:stretch/>
        </p:blipFill>
        <p:spPr>
          <a:xfrm>
            <a:off x="7015792" y="4127158"/>
            <a:ext cx="1936491" cy="2597733"/>
          </a:xfrm>
          <a:prstGeom prst="rect">
            <a:avLst/>
          </a:prstGeom>
          <a:ln>
            <a:solidFill>
              <a:schemeClr val="bg2">
                <a:lumMod val="75000"/>
              </a:schemeClr>
            </a:solidFill>
          </a:ln>
        </p:spPr>
      </p:pic>
      <p:cxnSp>
        <p:nvCxnSpPr>
          <p:cNvPr id="10" name="Straight Arrow Connector 9"/>
          <p:cNvCxnSpPr/>
          <p:nvPr/>
        </p:nvCxnSpPr>
        <p:spPr>
          <a:xfrm>
            <a:off x="5646000" y="5426024"/>
            <a:ext cx="1080000"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2" name="Slide Number Placeholder 1">
            <a:extLst>
              <a:ext uri="{FF2B5EF4-FFF2-40B4-BE49-F238E27FC236}">
                <a16:creationId xmlns:a16="http://schemas.microsoft.com/office/drawing/2014/main" id="{883623C8-A1D9-AAF2-7084-D8961C567CCA}"/>
              </a:ext>
            </a:extLst>
          </p:cNvPr>
          <p:cNvSpPr>
            <a:spLocks noGrp="1"/>
          </p:cNvSpPr>
          <p:nvPr>
            <p:ph type="sldNum" sz="quarter" idx="5"/>
          </p:nvPr>
        </p:nvSpPr>
        <p:spPr/>
        <p:txBody>
          <a:bodyPr/>
          <a:lstStyle/>
          <a:p>
            <a:fld id="{2BF067CD-8E6B-4360-9AA8-C5DF2A48A6D1}" type="slidenum">
              <a:rPr lang="en-US" noProof="0" smtClean="0"/>
              <a:pPr/>
              <a:t>10</a:t>
            </a:fld>
            <a:endParaRPr lang="en-US" noProof="0" dirty="0"/>
          </a:p>
        </p:txBody>
      </p:sp>
    </p:spTree>
    <p:extLst>
      <p:ext uri="{BB962C8B-B14F-4D97-AF65-F5344CB8AC3E}">
        <p14:creationId xmlns:p14="http://schemas.microsoft.com/office/powerpoint/2010/main" val="206159097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txBody>
          <a:bodyPr/>
          <a:lstStyle/>
          <a:p>
            <a:fld id="{2BF067CD-8E6B-4360-9AA8-C5DF2A48A6D1}" type="slidenum">
              <a:rPr lang="en-US" noProof="0" smtClean="0"/>
              <a:pPr/>
              <a:t>11</a:t>
            </a:fld>
            <a:endParaRPr lang="en-US" noProof="0" dirty="0"/>
          </a:p>
        </p:txBody>
      </p:sp>
      <p:sp>
        <p:nvSpPr>
          <p:cNvPr id="3" name="Text Placeholder 2"/>
          <p:cNvSpPr>
            <a:spLocks noGrp="1"/>
          </p:cNvSpPr>
          <p:nvPr>
            <p:ph type="body" sz="quarter" idx="10"/>
          </p:nvPr>
        </p:nvSpPr>
        <p:spPr>
          <a:xfrm>
            <a:off x="190402" y="1196125"/>
            <a:ext cx="7840598" cy="5528766"/>
          </a:xfrm>
        </p:spPr>
        <p:txBody>
          <a:bodyPr/>
          <a:lstStyle/>
          <a:p>
            <a:r>
              <a:rPr lang="bg-BG" b="1" dirty="0"/>
              <a:t>Номерацията</a:t>
            </a:r>
            <a:r>
              <a:rPr lang="bg-BG" dirty="0"/>
              <a:t> на страниците може да бъде на </a:t>
            </a:r>
            <a:r>
              <a:rPr lang="bg-BG" b="1" dirty="0"/>
              <a:t>различни места</a:t>
            </a:r>
            <a:r>
              <a:rPr lang="bg-BG" dirty="0"/>
              <a:t>:</a:t>
            </a:r>
          </a:p>
          <a:p>
            <a:pPr lvl="1"/>
            <a:r>
              <a:rPr lang="en-US" b="1" dirty="0"/>
              <a:t>Top of Page </a:t>
            </a:r>
            <a:r>
              <a:rPr lang="en-US" dirty="0"/>
              <a:t>(</a:t>
            </a:r>
            <a:r>
              <a:rPr lang="bg-BG" dirty="0"/>
              <a:t>горната част на страницата)</a:t>
            </a:r>
          </a:p>
          <a:p>
            <a:pPr lvl="1"/>
            <a:r>
              <a:rPr lang="en-US" b="1" dirty="0"/>
              <a:t>Bottom of Page </a:t>
            </a:r>
            <a:r>
              <a:rPr lang="bg-BG" dirty="0"/>
              <a:t>(долната част на страницата)</a:t>
            </a:r>
          </a:p>
          <a:p>
            <a:r>
              <a:rPr lang="bg-BG" dirty="0"/>
              <a:t>И в двата случая може да изберете дали да е </a:t>
            </a:r>
            <a:r>
              <a:rPr lang="bg-BG" b="1" dirty="0"/>
              <a:t>по средата</a:t>
            </a:r>
            <a:r>
              <a:rPr lang="bg-BG" dirty="0"/>
              <a:t>, </a:t>
            </a:r>
            <a:r>
              <a:rPr lang="bg-BG" b="1" dirty="0"/>
              <a:t>вляво </a:t>
            </a:r>
            <a:r>
              <a:rPr lang="bg-BG" dirty="0"/>
              <a:t>или </a:t>
            </a:r>
            <a:r>
              <a:rPr lang="bg-BG" b="1" dirty="0"/>
              <a:t>вдясно</a:t>
            </a:r>
            <a:endParaRPr lang="en-US" b="1" dirty="0"/>
          </a:p>
        </p:txBody>
      </p:sp>
      <p:sp>
        <p:nvSpPr>
          <p:cNvPr id="4" name="Title 3"/>
          <p:cNvSpPr>
            <a:spLocks noGrp="1"/>
          </p:cNvSpPr>
          <p:nvPr>
            <p:ph type="title"/>
          </p:nvPr>
        </p:nvSpPr>
        <p:spPr/>
        <p:txBody>
          <a:bodyPr>
            <a:normAutofit/>
          </a:bodyPr>
          <a:lstStyle/>
          <a:p>
            <a:r>
              <a:rPr lang="bg-BG" dirty="0"/>
              <a:t>Разположение на номерацията</a:t>
            </a:r>
            <a:endParaRPr lang="en-US" dirty="0"/>
          </a:p>
        </p:txBody>
      </p:sp>
      <p:sp>
        <p:nvSpPr>
          <p:cNvPr id="6" name="Rectangle 5"/>
          <p:cNvSpPr/>
          <p:nvPr/>
        </p:nvSpPr>
        <p:spPr bwMode="auto">
          <a:xfrm>
            <a:off x="8301000" y="1899000"/>
            <a:ext cx="3375000" cy="4095000"/>
          </a:xfrm>
          <a:prstGeom prst="rect">
            <a:avLst/>
          </a:prstGeom>
          <a:noFill/>
          <a:ln w="3810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noProof="1">
                <a:solidFill>
                  <a:schemeClr val="tx1"/>
                </a:solidFill>
              </a:rPr>
              <a:t>Lorem ipsum dolor sit amet, consectetur adipiscing elit. Donec id nisl id purus luctus dignissim vitae a purus. Maecenas tristique sapien sit amet justo ullamcorper elementum sed quis libero. Curabitur volutpat purus vel lacus suscipit ornare. Nulla rhoncus, risus id fringilla lobortis, ante velit sagittis sapien, at dictum turpis sapien id mi. Fusce nec fermentum risus. Duis gravida fermentum mauris vitae sollicitudin. In lobortis lacinia leo, ut finibus diam scelerisque at. Sed ac erat venenatis, egestas nibh vitae, sagittis diam.</a:t>
            </a:r>
            <a:endParaRPr lang="en-US" sz="2000" b="1" noProof="1">
              <a:solidFill>
                <a:schemeClr val="tx1"/>
              </a:solidFill>
              <a:effectLst>
                <a:outerShdw blurRad="38100" dist="38100" dir="2700000" algn="tl">
                  <a:srgbClr val="000000">
                    <a:alpha val="43137"/>
                  </a:srgbClr>
                </a:outerShdw>
              </a:effectLst>
            </a:endParaRPr>
          </a:p>
        </p:txBody>
      </p:sp>
      <p:sp>
        <p:nvSpPr>
          <p:cNvPr id="7" name="TextBox 6"/>
          <p:cNvSpPr txBox="1"/>
          <p:nvPr/>
        </p:nvSpPr>
        <p:spPr>
          <a:xfrm>
            <a:off x="8391000" y="1899000"/>
            <a:ext cx="405000" cy="624374"/>
          </a:xfrm>
          <a:prstGeom prst="rect">
            <a:avLst/>
          </a:prstGeom>
          <a:noFill/>
          <a:ln w="12700">
            <a:noFill/>
          </a:ln>
        </p:spPr>
        <p:txBody>
          <a:bodyPr vert="horz" wrap="square" lIns="144000" tIns="108000" rIns="144000" bIns="108000" rtlCol="0">
            <a:spAutoFit/>
          </a:bodyPr>
          <a:lstStyle/>
          <a:p>
            <a:pPr algn="ctr" eaLnBrk="0" hangingPunct="0">
              <a:lnSpc>
                <a:spcPct val="110000"/>
              </a:lnSpc>
              <a:buClr>
                <a:schemeClr val="accent5">
                  <a:lumMod val="40000"/>
                  <a:lumOff val="60000"/>
                </a:schemeClr>
              </a:buClr>
              <a:buSzPct val="70000"/>
            </a:pPr>
            <a:r>
              <a:rPr lang="bg-BG" sz="2400" b="1" dirty="0">
                <a:solidFill>
                  <a:schemeClr val="bg1"/>
                </a:solidFill>
              </a:rPr>
              <a:t>1</a:t>
            </a:r>
            <a:endParaRPr lang="en-US" sz="2400" b="1" dirty="0">
              <a:solidFill>
                <a:schemeClr val="bg1"/>
              </a:solidFill>
            </a:endParaRPr>
          </a:p>
        </p:txBody>
      </p:sp>
      <p:sp>
        <p:nvSpPr>
          <p:cNvPr id="8" name="TextBox 7"/>
          <p:cNvSpPr txBox="1"/>
          <p:nvPr/>
        </p:nvSpPr>
        <p:spPr>
          <a:xfrm>
            <a:off x="9786000" y="1899000"/>
            <a:ext cx="405000" cy="624374"/>
          </a:xfrm>
          <a:prstGeom prst="rect">
            <a:avLst/>
          </a:prstGeom>
          <a:noFill/>
          <a:ln w="12700">
            <a:noFill/>
          </a:ln>
        </p:spPr>
        <p:txBody>
          <a:bodyPr vert="horz" wrap="square" lIns="144000" tIns="108000" rIns="144000" bIns="108000" rtlCol="0">
            <a:spAutoFit/>
          </a:bodyPr>
          <a:lstStyle/>
          <a:p>
            <a:pPr algn="ctr" eaLnBrk="0" hangingPunct="0">
              <a:lnSpc>
                <a:spcPct val="110000"/>
              </a:lnSpc>
              <a:buClr>
                <a:schemeClr val="accent5">
                  <a:lumMod val="40000"/>
                  <a:lumOff val="60000"/>
                </a:schemeClr>
              </a:buClr>
              <a:buSzPct val="70000"/>
            </a:pPr>
            <a:r>
              <a:rPr lang="bg-BG" sz="2400" b="1" dirty="0">
                <a:solidFill>
                  <a:schemeClr val="bg1"/>
                </a:solidFill>
              </a:rPr>
              <a:t>1</a:t>
            </a:r>
            <a:endParaRPr lang="en-US" sz="2400" b="1" dirty="0">
              <a:solidFill>
                <a:schemeClr val="bg1"/>
              </a:solidFill>
            </a:endParaRPr>
          </a:p>
        </p:txBody>
      </p:sp>
      <p:sp>
        <p:nvSpPr>
          <p:cNvPr id="9" name="TextBox 8"/>
          <p:cNvSpPr txBox="1"/>
          <p:nvPr/>
        </p:nvSpPr>
        <p:spPr>
          <a:xfrm>
            <a:off x="11181000" y="1899000"/>
            <a:ext cx="405000" cy="624374"/>
          </a:xfrm>
          <a:prstGeom prst="rect">
            <a:avLst/>
          </a:prstGeom>
          <a:noFill/>
          <a:ln w="12700">
            <a:noFill/>
          </a:ln>
        </p:spPr>
        <p:txBody>
          <a:bodyPr vert="horz" wrap="square" lIns="144000" tIns="108000" rIns="144000" bIns="108000" rtlCol="0">
            <a:spAutoFit/>
          </a:bodyPr>
          <a:lstStyle/>
          <a:p>
            <a:pPr algn="ctr" eaLnBrk="0" hangingPunct="0">
              <a:lnSpc>
                <a:spcPct val="110000"/>
              </a:lnSpc>
              <a:buClr>
                <a:schemeClr val="accent5">
                  <a:lumMod val="40000"/>
                  <a:lumOff val="60000"/>
                </a:schemeClr>
              </a:buClr>
              <a:buSzPct val="70000"/>
            </a:pPr>
            <a:r>
              <a:rPr lang="bg-BG" sz="2400" b="1" dirty="0">
                <a:solidFill>
                  <a:schemeClr val="bg1"/>
                </a:solidFill>
              </a:rPr>
              <a:t>1</a:t>
            </a:r>
            <a:endParaRPr lang="en-US" sz="2400" b="1" dirty="0">
              <a:solidFill>
                <a:schemeClr val="bg1"/>
              </a:solidFill>
            </a:endParaRPr>
          </a:p>
        </p:txBody>
      </p:sp>
      <p:sp>
        <p:nvSpPr>
          <p:cNvPr id="10" name="TextBox 9"/>
          <p:cNvSpPr txBox="1"/>
          <p:nvPr/>
        </p:nvSpPr>
        <p:spPr>
          <a:xfrm>
            <a:off x="8391000" y="5369626"/>
            <a:ext cx="405000" cy="624374"/>
          </a:xfrm>
          <a:prstGeom prst="rect">
            <a:avLst/>
          </a:prstGeom>
          <a:noFill/>
          <a:ln w="12700">
            <a:noFill/>
          </a:ln>
        </p:spPr>
        <p:txBody>
          <a:bodyPr vert="horz" wrap="square" lIns="144000" tIns="108000" rIns="144000" bIns="108000" rtlCol="0">
            <a:spAutoFit/>
          </a:bodyPr>
          <a:lstStyle/>
          <a:p>
            <a:pPr algn="ctr" eaLnBrk="0" hangingPunct="0">
              <a:lnSpc>
                <a:spcPct val="110000"/>
              </a:lnSpc>
              <a:buClr>
                <a:schemeClr val="accent5">
                  <a:lumMod val="40000"/>
                  <a:lumOff val="60000"/>
                </a:schemeClr>
              </a:buClr>
              <a:buSzPct val="70000"/>
            </a:pPr>
            <a:r>
              <a:rPr lang="bg-BG" sz="2400" b="1" dirty="0">
                <a:solidFill>
                  <a:schemeClr val="bg1"/>
                </a:solidFill>
              </a:rPr>
              <a:t>1</a:t>
            </a:r>
            <a:endParaRPr lang="en-US" sz="2400" b="1" dirty="0">
              <a:solidFill>
                <a:schemeClr val="bg1"/>
              </a:solidFill>
            </a:endParaRPr>
          </a:p>
        </p:txBody>
      </p:sp>
      <p:sp>
        <p:nvSpPr>
          <p:cNvPr id="11" name="TextBox 10"/>
          <p:cNvSpPr txBox="1"/>
          <p:nvPr/>
        </p:nvSpPr>
        <p:spPr>
          <a:xfrm>
            <a:off x="9786000" y="5369626"/>
            <a:ext cx="405000" cy="624374"/>
          </a:xfrm>
          <a:prstGeom prst="rect">
            <a:avLst/>
          </a:prstGeom>
          <a:noFill/>
          <a:ln w="12700">
            <a:noFill/>
          </a:ln>
        </p:spPr>
        <p:txBody>
          <a:bodyPr vert="horz" wrap="square" lIns="144000" tIns="108000" rIns="144000" bIns="108000" rtlCol="0">
            <a:spAutoFit/>
          </a:bodyPr>
          <a:lstStyle/>
          <a:p>
            <a:pPr algn="ctr" eaLnBrk="0" hangingPunct="0">
              <a:lnSpc>
                <a:spcPct val="110000"/>
              </a:lnSpc>
              <a:buClr>
                <a:schemeClr val="accent5">
                  <a:lumMod val="40000"/>
                  <a:lumOff val="60000"/>
                </a:schemeClr>
              </a:buClr>
              <a:buSzPct val="70000"/>
            </a:pPr>
            <a:r>
              <a:rPr lang="bg-BG" sz="2400" b="1" dirty="0">
                <a:solidFill>
                  <a:schemeClr val="bg1"/>
                </a:solidFill>
              </a:rPr>
              <a:t>1</a:t>
            </a:r>
            <a:endParaRPr lang="en-US" sz="2400" b="1" dirty="0">
              <a:solidFill>
                <a:schemeClr val="bg1"/>
              </a:solidFill>
            </a:endParaRPr>
          </a:p>
        </p:txBody>
      </p:sp>
      <p:sp>
        <p:nvSpPr>
          <p:cNvPr id="12" name="TextBox 11"/>
          <p:cNvSpPr txBox="1"/>
          <p:nvPr/>
        </p:nvSpPr>
        <p:spPr>
          <a:xfrm>
            <a:off x="11181000" y="5369626"/>
            <a:ext cx="405000" cy="624374"/>
          </a:xfrm>
          <a:prstGeom prst="rect">
            <a:avLst/>
          </a:prstGeom>
          <a:noFill/>
          <a:ln w="12700">
            <a:noFill/>
          </a:ln>
        </p:spPr>
        <p:txBody>
          <a:bodyPr vert="horz" wrap="square" lIns="144000" tIns="108000" rIns="144000" bIns="108000" rtlCol="0">
            <a:spAutoFit/>
          </a:bodyPr>
          <a:lstStyle/>
          <a:p>
            <a:pPr algn="ctr" eaLnBrk="0" hangingPunct="0">
              <a:lnSpc>
                <a:spcPct val="110000"/>
              </a:lnSpc>
              <a:buClr>
                <a:schemeClr val="accent5">
                  <a:lumMod val="40000"/>
                  <a:lumOff val="60000"/>
                </a:schemeClr>
              </a:buClr>
              <a:buSzPct val="70000"/>
            </a:pPr>
            <a:r>
              <a:rPr lang="bg-BG" sz="2400" b="1" dirty="0">
                <a:solidFill>
                  <a:schemeClr val="bg1"/>
                </a:solidFill>
              </a:rPr>
              <a:t>1</a:t>
            </a:r>
            <a:endParaRPr lang="en-US" sz="2400" b="1" dirty="0">
              <a:solidFill>
                <a:schemeClr val="bg1"/>
              </a:solidFill>
            </a:endParaRPr>
          </a:p>
        </p:txBody>
      </p:sp>
    </p:spTree>
    <p:extLst>
      <p:ext uri="{BB962C8B-B14F-4D97-AF65-F5344CB8AC3E}">
        <p14:creationId xmlns:p14="http://schemas.microsoft.com/office/powerpoint/2010/main" val="217500625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xit" presetSubtype="0" fill="hold" grpId="1" nodeType="withEffect">
                                  <p:stCondLst>
                                    <p:cond delay="0"/>
                                  </p:stCondLst>
                                  <p:childTnLst>
                                    <p:set>
                                      <p:cBhvr>
                                        <p:cTn id="16" dur="1" fill="hold">
                                          <p:stCondLst>
                                            <p:cond delay="0"/>
                                          </p:stCondLst>
                                        </p:cTn>
                                        <p:tgtEl>
                                          <p:spTgt spid="7"/>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xit" presetSubtype="0" fill="hold" grpId="1" nodeType="withEffect">
                                  <p:stCondLst>
                                    <p:cond delay="0"/>
                                  </p:stCondLst>
                                  <p:childTnLst>
                                    <p:set>
                                      <p:cBhvr>
                                        <p:cTn id="22" dur="1" fill="hold">
                                          <p:stCondLst>
                                            <p:cond delay="0"/>
                                          </p:stCondLst>
                                        </p:cTn>
                                        <p:tgtEl>
                                          <p:spTgt spid="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par>
                                <p:cTn id="27" presetID="1" presetClass="exit" presetSubtype="0" fill="hold" grpId="1" nodeType="withEffect">
                                  <p:stCondLst>
                                    <p:cond delay="0"/>
                                  </p:stCondLst>
                                  <p:childTnLst>
                                    <p:set>
                                      <p:cBhvr>
                                        <p:cTn id="28" dur="1" fill="hold">
                                          <p:stCondLst>
                                            <p:cond delay="0"/>
                                          </p:stCondLst>
                                        </p:cTn>
                                        <p:tgtEl>
                                          <p:spTgt spid="9"/>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xit" presetSubtype="0" fill="hold" grpId="1" nodeType="withEffect">
                                  <p:stCondLst>
                                    <p:cond delay="0"/>
                                  </p:stCondLst>
                                  <p:childTnLst>
                                    <p:set>
                                      <p:cBhvr>
                                        <p:cTn id="36" dur="1" fill="hold">
                                          <p:stCondLst>
                                            <p:cond delay="0"/>
                                          </p:stCondLst>
                                        </p:cTn>
                                        <p:tgtEl>
                                          <p:spTgt spid="10"/>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par>
                                <p:cTn id="41" presetID="1" presetClass="exit" presetSubtype="0" fill="hold" grpId="1" nodeType="withEffect">
                                  <p:stCondLst>
                                    <p:cond delay="0"/>
                                  </p:stCondLst>
                                  <p:childTnLst>
                                    <p:set>
                                      <p:cBhvr>
                                        <p:cTn id="42" dur="1" fill="hold">
                                          <p:stCondLst>
                                            <p:cond delay="0"/>
                                          </p:stCondLst>
                                        </p:cTn>
                                        <p:tgtEl>
                                          <p:spTgt spid="11"/>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7" grpId="1"/>
      <p:bldP spid="8" grpId="0"/>
      <p:bldP spid="8" grpId="1"/>
      <p:bldP spid="9" grpId="0"/>
      <p:bldP spid="9" grpId="1"/>
      <p:bldP spid="10" grpId="0"/>
      <p:bldP spid="10" grpId="1"/>
      <p:bldP spid="11" grpId="0"/>
      <p:bldP spid="11" grpId="1"/>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txBody>
          <a:bodyPr/>
          <a:lstStyle/>
          <a:p>
            <a:fld id="{2BF067CD-8E6B-4360-9AA8-C5DF2A48A6D1}" type="slidenum">
              <a:rPr lang="en-US" noProof="0" smtClean="0"/>
              <a:pPr/>
              <a:t>12</a:t>
            </a:fld>
            <a:endParaRPr lang="en-US" noProof="0" dirty="0"/>
          </a:p>
        </p:txBody>
      </p:sp>
      <p:sp>
        <p:nvSpPr>
          <p:cNvPr id="4" name="Title 3"/>
          <p:cNvSpPr>
            <a:spLocks noGrp="1"/>
          </p:cNvSpPr>
          <p:nvPr>
            <p:ph type="title"/>
          </p:nvPr>
        </p:nvSpPr>
        <p:spPr/>
        <p:txBody>
          <a:bodyPr/>
          <a:lstStyle/>
          <a:p>
            <a:r>
              <a:rPr lang="bg-BG" dirty="0"/>
              <a:t>Форматиране на номерацията</a:t>
            </a:r>
            <a:endParaRPr lang="en-US" dirty="0"/>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490" b="-490"/>
          <a:stretch/>
        </p:blipFill>
        <p:spPr>
          <a:xfrm>
            <a:off x="1011000" y="1258128"/>
            <a:ext cx="2216800" cy="2999808"/>
          </a:xfrm>
          <a:prstGeom prst="rect">
            <a:avLst/>
          </a:prstGeom>
          <a:ln>
            <a:solidFill>
              <a:schemeClr val="bg2">
                <a:lumMod val="75000"/>
              </a:schemeClr>
            </a:solidFill>
          </a:ln>
        </p:spPr>
      </p:pic>
      <p:sp>
        <p:nvSpPr>
          <p:cNvPr id="6" name="Rounded Rectangular Callout 5"/>
          <p:cNvSpPr/>
          <p:nvPr/>
        </p:nvSpPr>
        <p:spPr bwMode="auto">
          <a:xfrm>
            <a:off x="219394" y="4452372"/>
            <a:ext cx="3790594" cy="2294999"/>
          </a:xfrm>
          <a:prstGeom prst="wedgeRoundRectCallout">
            <a:avLst>
              <a:gd name="adj1" fmla="val -12902"/>
              <a:gd name="adj2" fmla="val -77527"/>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800" b="1" dirty="0">
                <a:solidFill>
                  <a:srgbClr val="FFFFFF"/>
                </a:solidFill>
                <a:effectLst>
                  <a:outerShdw blurRad="38100" dist="38100" dir="2700000" algn="tl">
                    <a:srgbClr val="000000">
                      <a:alpha val="43137"/>
                    </a:srgbClr>
                  </a:outerShdw>
                </a:effectLst>
              </a:rPr>
              <a:t>При клик на </a:t>
            </a:r>
            <a:r>
              <a:rPr lang="en-US" sz="2800" b="1" dirty="0">
                <a:solidFill>
                  <a:srgbClr val="FFFFFF"/>
                </a:solidFill>
                <a:effectLst>
                  <a:outerShdw blurRad="38100" dist="38100" dir="2700000" algn="tl">
                    <a:srgbClr val="000000">
                      <a:alpha val="43137"/>
                    </a:srgbClr>
                  </a:outerShdw>
                </a:effectLst>
              </a:rPr>
              <a:t>[</a:t>
            </a:r>
            <a:r>
              <a:rPr lang="en-US" sz="2800" b="1" dirty="0">
                <a:solidFill>
                  <a:schemeClr val="accent1">
                    <a:lumMod val="60000"/>
                    <a:lumOff val="40000"/>
                  </a:schemeClr>
                </a:solidFill>
                <a:effectLst>
                  <a:outerShdw blurRad="38100" dist="38100" dir="2700000" algn="tl">
                    <a:srgbClr val="000000">
                      <a:alpha val="43137"/>
                    </a:srgbClr>
                  </a:outerShdw>
                </a:effectLst>
              </a:rPr>
              <a:t>Format Page Numbers</a:t>
            </a:r>
            <a:r>
              <a:rPr lang="en-US" sz="2800" b="1" dirty="0">
                <a:solidFill>
                  <a:schemeClr val="bg2"/>
                </a:solidFill>
                <a:effectLst>
                  <a:outerShdw blurRad="38100" dist="38100" dir="2700000" algn="tl">
                    <a:srgbClr val="000000">
                      <a:alpha val="43137"/>
                    </a:srgbClr>
                  </a:outerShdw>
                </a:effectLst>
              </a:rPr>
              <a:t>]</a:t>
            </a:r>
            <a:r>
              <a:rPr lang="en-US" sz="2800" b="1" dirty="0">
                <a:solidFill>
                  <a:srgbClr val="FFFFFF"/>
                </a:solidFill>
                <a:effectLst>
                  <a:outerShdw blurRad="38100" dist="38100" dir="2700000" algn="tl">
                    <a:srgbClr val="000000">
                      <a:alpha val="43137"/>
                    </a:srgbClr>
                  </a:outerShdw>
                </a:effectLst>
              </a:rPr>
              <a:t> </a:t>
            </a:r>
            <a:r>
              <a:rPr lang="bg-BG" sz="2800" b="1" dirty="0">
                <a:solidFill>
                  <a:srgbClr val="FFFFFF"/>
                </a:solidFill>
                <a:effectLst>
                  <a:outerShdw blurRad="38100" dist="38100" dir="2700000" algn="tl">
                    <a:srgbClr val="000000">
                      <a:alpha val="43137"/>
                    </a:srgbClr>
                  </a:outerShdw>
                </a:effectLst>
              </a:rPr>
              <a:t>се отваря прозорец</a:t>
            </a:r>
            <a:r>
              <a:rPr lang="en-US" sz="2800" b="1" dirty="0">
                <a:solidFill>
                  <a:srgbClr val="FFFFFF"/>
                </a:solidFill>
                <a:effectLst>
                  <a:outerShdw blurRad="38100" dist="38100" dir="2700000" algn="tl">
                    <a:srgbClr val="000000">
                      <a:alpha val="43137"/>
                    </a:srgbClr>
                  </a:outerShdw>
                </a:effectLst>
              </a:rPr>
              <a:t>a</a:t>
            </a:r>
            <a:r>
              <a:rPr lang="bg-BG" sz="2800" b="1" dirty="0">
                <a:solidFill>
                  <a:srgbClr val="FFFFFF"/>
                </a:solidFill>
                <a:effectLst>
                  <a:outerShdw blurRad="38100" dist="38100" dir="2700000" algn="tl">
                    <a:srgbClr val="000000">
                      <a:alpha val="43137"/>
                    </a:srgbClr>
                  </a:outerShdw>
                </a:effectLst>
              </a:rPr>
              <a:t> </a:t>
            </a:r>
            <a:r>
              <a:rPr lang="en-US" sz="2800" b="1" dirty="0">
                <a:solidFill>
                  <a:schemeClr val="accent1">
                    <a:lumMod val="60000"/>
                    <a:lumOff val="40000"/>
                  </a:schemeClr>
                </a:solidFill>
                <a:effectLst>
                  <a:outerShdw blurRad="38100" dist="38100" dir="2700000" algn="tl">
                    <a:srgbClr val="000000">
                      <a:alpha val="43137"/>
                    </a:srgbClr>
                  </a:outerShdw>
                </a:effectLst>
              </a:rPr>
              <a:t>Page Numbers Format</a:t>
            </a: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rcRect/>
          <a:stretch/>
        </p:blipFill>
        <p:spPr>
          <a:xfrm>
            <a:off x="8077231" y="1696135"/>
            <a:ext cx="3568174" cy="4132759"/>
          </a:xfrm>
          <a:prstGeom prst="rect">
            <a:avLst/>
          </a:prstGeom>
          <a:ln>
            <a:solidFill>
              <a:schemeClr val="bg2">
                <a:lumMod val="75000"/>
              </a:schemeClr>
            </a:solidFill>
          </a:ln>
        </p:spPr>
      </p:pic>
      <p:sp>
        <p:nvSpPr>
          <p:cNvPr id="8" name="Rounded Rectangular Callout 7"/>
          <p:cNvSpPr/>
          <p:nvPr/>
        </p:nvSpPr>
        <p:spPr bwMode="auto">
          <a:xfrm>
            <a:off x="2721000" y="1210904"/>
            <a:ext cx="4905000" cy="1032501"/>
          </a:xfrm>
          <a:prstGeom prst="wedgeRoundRectCallout">
            <a:avLst>
              <a:gd name="adj1" fmla="val 84699"/>
              <a:gd name="adj2" fmla="val 57702"/>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800" b="1" dirty="0">
                <a:solidFill>
                  <a:srgbClr val="FFFFFF"/>
                </a:solidFill>
                <a:effectLst>
                  <a:outerShdw blurRad="38100" dist="38100" dir="2700000" algn="tl">
                    <a:srgbClr val="000000">
                      <a:alpha val="43137"/>
                    </a:srgbClr>
                  </a:outerShdw>
                </a:effectLst>
              </a:rPr>
              <a:t>Задавате вида на номерацията (1, 2, 3; </a:t>
            </a:r>
            <a:r>
              <a:rPr lang="en-US" sz="2800" b="1" dirty="0">
                <a:solidFill>
                  <a:srgbClr val="FFFFFF"/>
                </a:solidFill>
                <a:effectLst>
                  <a:outerShdw blurRad="38100" dist="38100" dir="2700000" algn="tl">
                    <a:srgbClr val="000000">
                      <a:alpha val="43137"/>
                    </a:srgbClr>
                  </a:outerShdw>
                </a:effectLst>
              </a:rPr>
              <a:t>a, b, c…</a:t>
            </a:r>
            <a:r>
              <a:rPr lang="bg-BG" sz="2800" b="1" dirty="0">
                <a:solidFill>
                  <a:srgbClr val="FFFFFF"/>
                </a:solidFill>
                <a:effectLst>
                  <a:outerShdw blurRad="38100" dist="38100" dir="2700000" algn="tl">
                    <a:srgbClr val="000000">
                      <a:alpha val="43137"/>
                    </a:srgbClr>
                  </a:outerShdw>
                </a:effectLst>
              </a:rPr>
              <a:t>)</a:t>
            </a:r>
            <a:endParaRPr lang="en-US" sz="2800" b="1" dirty="0">
              <a:solidFill>
                <a:srgbClr val="FFFFFF"/>
              </a:solidFill>
              <a:effectLst>
                <a:outerShdw blurRad="38100" dist="38100" dir="2700000" algn="tl">
                  <a:srgbClr val="000000">
                    <a:alpha val="43137"/>
                  </a:srgbClr>
                </a:outerShdw>
              </a:effectLst>
            </a:endParaRPr>
          </a:p>
        </p:txBody>
      </p:sp>
      <p:sp>
        <p:nvSpPr>
          <p:cNvPr id="9" name="Rounded Rectangular Callout 8"/>
          <p:cNvSpPr/>
          <p:nvPr/>
        </p:nvSpPr>
        <p:spPr bwMode="auto">
          <a:xfrm>
            <a:off x="4195752" y="3926094"/>
            <a:ext cx="3412182" cy="2580906"/>
          </a:xfrm>
          <a:prstGeom prst="wedgeRoundRectCallout">
            <a:avLst>
              <a:gd name="adj1" fmla="val 65456"/>
              <a:gd name="adj2" fmla="val -10138"/>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800" b="1" dirty="0">
                <a:solidFill>
                  <a:srgbClr val="FFFFFF"/>
                </a:solidFill>
                <a:effectLst>
                  <a:outerShdw blurRad="38100" dist="38100" dir="2700000" algn="tl">
                    <a:srgbClr val="000000">
                      <a:alpha val="43137"/>
                    </a:srgbClr>
                  </a:outerShdw>
                </a:effectLst>
              </a:rPr>
              <a:t>Избирате дали да </a:t>
            </a:r>
            <a:r>
              <a:rPr lang="bg-BG" sz="2800" b="1" dirty="0">
                <a:solidFill>
                  <a:schemeClr val="accent1">
                    <a:lumMod val="60000"/>
                    <a:lumOff val="40000"/>
                  </a:schemeClr>
                </a:solidFill>
                <a:effectLst>
                  <a:outerShdw blurRad="38100" dist="38100" dir="2700000" algn="tl">
                    <a:srgbClr val="000000">
                      <a:alpha val="43137"/>
                    </a:srgbClr>
                  </a:outerShdw>
                </a:effectLst>
              </a:rPr>
              <a:t>продължите номерацията </a:t>
            </a:r>
            <a:r>
              <a:rPr lang="bg-BG" sz="2800" b="1" dirty="0">
                <a:solidFill>
                  <a:srgbClr val="FFFFFF"/>
                </a:solidFill>
                <a:effectLst>
                  <a:outerShdw blurRad="38100" dist="38100" dir="2700000" algn="tl">
                    <a:srgbClr val="000000">
                      <a:alpha val="43137"/>
                    </a:srgbClr>
                  </a:outerShdw>
                </a:effectLst>
              </a:rPr>
              <a:t>или да </a:t>
            </a:r>
            <a:r>
              <a:rPr lang="bg-BG" sz="2800" b="1" dirty="0">
                <a:solidFill>
                  <a:schemeClr val="accent1">
                    <a:lumMod val="60000"/>
                    <a:lumOff val="40000"/>
                  </a:schemeClr>
                </a:solidFill>
                <a:effectLst>
                  <a:outerShdw blurRad="38100" dist="38100" dir="2700000" algn="tl">
                    <a:srgbClr val="000000">
                      <a:alpha val="43137"/>
                    </a:srgbClr>
                  </a:outerShdw>
                </a:effectLst>
              </a:rPr>
              <a:t>започнете от нова позиция</a:t>
            </a:r>
            <a:endParaRPr lang="en-US" sz="2800" b="1" dirty="0">
              <a:solidFill>
                <a:schemeClr val="accent1">
                  <a:lumMod val="60000"/>
                  <a:lumOff val="40000"/>
                </a:schemeClr>
              </a:solidFill>
              <a:effectLst>
                <a:outerShdw blurRad="38100" dist="38100" dir="2700000" algn="tl">
                  <a:srgbClr val="000000">
                    <a:alpha val="43137"/>
                  </a:srgbClr>
                </a:outerShdw>
              </a:effectLst>
            </a:endParaRPr>
          </a:p>
        </p:txBody>
      </p:sp>
      <p:cxnSp>
        <p:nvCxnSpPr>
          <p:cNvPr id="11" name="Straight Arrow Connector 10"/>
          <p:cNvCxnSpPr/>
          <p:nvPr/>
        </p:nvCxnSpPr>
        <p:spPr>
          <a:xfrm flipV="1">
            <a:off x="3756000" y="3069000"/>
            <a:ext cx="3742818" cy="9000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3" name="Rounded Rectangular Callout 2">
            <a:extLst>
              <a:ext uri="{FF2B5EF4-FFF2-40B4-BE49-F238E27FC236}">
                <a16:creationId xmlns:a16="http://schemas.microsoft.com/office/drawing/2014/main" id="{74BEDC95-B1BB-2D9A-71E7-C76163246B29}"/>
              </a:ext>
            </a:extLst>
          </p:cNvPr>
          <p:cNvSpPr/>
          <p:nvPr/>
        </p:nvSpPr>
        <p:spPr bwMode="auto">
          <a:xfrm>
            <a:off x="4195752" y="3927486"/>
            <a:ext cx="3412182" cy="2580906"/>
          </a:xfrm>
          <a:prstGeom prst="wedgeRoundRectCallout">
            <a:avLst>
              <a:gd name="adj1" fmla="val 65456"/>
              <a:gd name="adj2" fmla="val -25884"/>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800" b="1" dirty="0">
                <a:solidFill>
                  <a:srgbClr val="FFFFFF"/>
                </a:solidFill>
                <a:effectLst>
                  <a:outerShdw blurRad="38100" dist="38100" dir="2700000" algn="tl">
                    <a:srgbClr val="000000">
                      <a:alpha val="43137"/>
                    </a:srgbClr>
                  </a:outerShdw>
                </a:effectLst>
              </a:rPr>
              <a:t>Избирате дали да </a:t>
            </a:r>
            <a:r>
              <a:rPr lang="bg-BG" sz="2800" b="1" dirty="0">
                <a:solidFill>
                  <a:schemeClr val="accent1">
                    <a:lumMod val="60000"/>
                    <a:lumOff val="40000"/>
                  </a:schemeClr>
                </a:solidFill>
                <a:effectLst>
                  <a:outerShdw blurRad="38100" dist="38100" dir="2700000" algn="tl">
                    <a:srgbClr val="000000">
                      <a:alpha val="43137"/>
                    </a:srgbClr>
                  </a:outerShdw>
                </a:effectLst>
              </a:rPr>
              <a:t>продължите номерацията </a:t>
            </a:r>
            <a:r>
              <a:rPr lang="bg-BG" sz="2800" b="1" dirty="0">
                <a:solidFill>
                  <a:srgbClr val="FFFFFF"/>
                </a:solidFill>
                <a:effectLst>
                  <a:outerShdw blurRad="38100" dist="38100" dir="2700000" algn="tl">
                    <a:srgbClr val="000000">
                      <a:alpha val="43137"/>
                    </a:srgbClr>
                  </a:outerShdw>
                </a:effectLst>
              </a:rPr>
              <a:t>или да </a:t>
            </a:r>
            <a:r>
              <a:rPr lang="bg-BG" sz="2800" b="1" dirty="0">
                <a:solidFill>
                  <a:schemeClr val="accent1">
                    <a:lumMod val="60000"/>
                    <a:lumOff val="40000"/>
                  </a:schemeClr>
                </a:solidFill>
                <a:effectLst>
                  <a:outerShdw blurRad="38100" dist="38100" dir="2700000" algn="tl">
                    <a:srgbClr val="000000">
                      <a:alpha val="43137"/>
                    </a:srgbClr>
                  </a:outerShdw>
                </a:effectLst>
              </a:rPr>
              <a:t>започнете от нова позиция</a:t>
            </a:r>
            <a:endParaRPr lang="en-US" sz="2800" b="1" dirty="0">
              <a:solidFill>
                <a:schemeClr val="accent1">
                  <a:lumMod val="60000"/>
                  <a:lumOff val="40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54697389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11"/>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sz="quarter" idx="10"/>
          </p:nvPr>
        </p:nvSpPr>
        <p:spPr>
          <a:xfrm>
            <a:off x="615109" y="5225916"/>
            <a:ext cx="10961783" cy="768084"/>
          </a:xfrm>
        </p:spPr>
        <p:txBody>
          <a:bodyPr/>
          <a:lstStyle/>
          <a:p>
            <a:r>
              <a:rPr lang="bg-BG" dirty="0"/>
              <a:t>Отпечатване на документ</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99300" y="1449000"/>
            <a:ext cx="2393400" cy="2393400"/>
          </a:xfrm>
          <a:prstGeom prst="rect">
            <a:avLst/>
          </a:prstGeom>
        </p:spPr>
      </p:pic>
    </p:spTree>
    <p:extLst>
      <p:ext uri="{BB962C8B-B14F-4D97-AF65-F5344CB8AC3E}">
        <p14:creationId xmlns:p14="http://schemas.microsoft.com/office/powerpoint/2010/main" val="1821509330"/>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p:txBody>
          <a:bodyPr/>
          <a:lstStyle/>
          <a:p>
            <a:r>
              <a:rPr lang="bg-BG" dirty="0"/>
              <a:t>Печатането на документ в </a:t>
            </a:r>
            <a:r>
              <a:rPr lang="en-US" b="1" dirty="0"/>
              <a:t>Word</a:t>
            </a:r>
            <a:r>
              <a:rPr lang="en-US" dirty="0"/>
              <a:t> </a:t>
            </a:r>
            <a:r>
              <a:rPr lang="bg-BG" dirty="0"/>
              <a:t>се извършва от </a:t>
            </a:r>
            <a:r>
              <a:rPr lang="bg-BG" b="1" dirty="0"/>
              <a:t>менюто </a:t>
            </a:r>
            <a:r>
              <a:rPr lang="en-US" b="1" dirty="0">
                <a:solidFill>
                  <a:schemeClr val="bg1"/>
                </a:solidFill>
              </a:rPr>
              <a:t>File</a:t>
            </a:r>
            <a:r>
              <a:rPr lang="en-US" b="1" dirty="0"/>
              <a:t> </a:t>
            </a:r>
            <a:r>
              <a:rPr lang="bg-BG" dirty="0"/>
              <a:t>и </a:t>
            </a:r>
            <a:r>
              <a:rPr lang="bg-BG" b="1" dirty="0"/>
              <a:t>командата </a:t>
            </a:r>
            <a:r>
              <a:rPr lang="en-US" b="1" dirty="0">
                <a:solidFill>
                  <a:schemeClr val="bg1"/>
                </a:solidFill>
              </a:rPr>
              <a:t>Print</a:t>
            </a:r>
          </a:p>
        </p:txBody>
      </p:sp>
      <p:sp>
        <p:nvSpPr>
          <p:cNvPr id="4" name="Title 3"/>
          <p:cNvSpPr>
            <a:spLocks noGrp="1"/>
          </p:cNvSpPr>
          <p:nvPr>
            <p:ph type="title"/>
          </p:nvPr>
        </p:nvSpPr>
        <p:spPr/>
        <p:txBody>
          <a:bodyPr/>
          <a:lstStyle/>
          <a:p>
            <a:r>
              <a:rPr lang="bg-BG" dirty="0"/>
              <a:t>Отпечатване на документ</a:t>
            </a:r>
            <a:endParaRPr lang="en-US" dirty="0"/>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1146" b="1146"/>
          <a:stretch/>
        </p:blipFill>
        <p:spPr>
          <a:xfrm>
            <a:off x="561000" y="3195026"/>
            <a:ext cx="4525714" cy="2475000"/>
          </a:xfrm>
          <a:prstGeom prst="rect">
            <a:avLst/>
          </a:prstGeom>
          <a:ln>
            <a:solidFill>
              <a:schemeClr val="bg2">
                <a:lumMod val="75000"/>
              </a:schemeClr>
            </a:solidFill>
          </a:ln>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rcRect/>
          <a:stretch/>
        </p:blipFill>
        <p:spPr>
          <a:xfrm>
            <a:off x="6884455" y="2169000"/>
            <a:ext cx="4473757" cy="4103747"/>
          </a:xfrm>
          <a:prstGeom prst="rect">
            <a:avLst/>
          </a:prstGeom>
          <a:ln>
            <a:solidFill>
              <a:schemeClr val="bg2">
                <a:lumMod val="75000"/>
              </a:schemeClr>
            </a:solidFill>
          </a:ln>
        </p:spPr>
      </p:pic>
      <p:sp>
        <p:nvSpPr>
          <p:cNvPr id="9" name="Rectangle 8"/>
          <p:cNvSpPr/>
          <p:nvPr/>
        </p:nvSpPr>
        <p:spPr bwMode="auto">
          <a:xfrm>
            <a:off x="696000" y="4111477"/>
            <a:ext cx="1080000" cy="630000"/>
          </a:xfrm>
          <a:prstGeom prst="rect">
            <a:avLst/>
          </a:prstGeom>
          <a:noFill/>
          <a:ln w="38100">
            <a:solidFill>
              <a:schemeClr val="tx1"/>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800" b="1" dirty="0">
              <a:solidFill>
                <a:srgbClr val="FFFFFF"/>
              </a:solidFill>
              <a:effectLst>
                <a:outerShdw blurRad="38100" dist="38100" dir="2700000" algn="tl">
                  <a:srgbClr val="000000">
                    <a:alpha val="43137"/>
                  </a:srgbClr>
                </a:outerShdw>
              </a:effectLst>
            </a:endParaRPr>
          </a:p>
        </p:txBody>
      </p:sp>
      <p:cxnSp>
        <p:nvCxnSpPr>
          <p:cNvPr id="12" name="Straight Arrow Connector 11"/>
          <p:cNvCxnSpPr>
            <a:cxnSpLocks/>
          </p:cNvCxnSpPr>
          <p:nvPr/>
        </p:nvCxnSpPr>
        <p:spPr>
          <a:xfrm>
            <a:off x="5457312" y="4741477"/>
            <a:ext cx="1056545" cy="127523"/>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2" name="Slide Number Placeholder 1">
            <a:extLst>
              <a:ext uri="{FF2B5EF4-FFF2-40B4-BE49-F238E27FC236}">
                <a16:creationId xmlns:a16="http://schemas.microsoft.com/office/drawing/2014/main" id="{6AF7BDEE-5C50-62B5-8F4D-8AC475FBB4A4}"/>
              </a:ext>
            </a:extLst>
          </p:cNvPr>
          <p:cNvSpPr>
            <a:spLocks noGrp="1"/>
          </p:cNvSpPr>
          <p:nvPr>
            <p:ph type="sldNum" sz="quarter" idx="5"/>
          </p:nvPr>
        </p:nvSpPr>
        <p:spPr/>
        <p:txBody>
          <a:bodyPr/>
          <a:lstStyle/>
          <a:p>
            <a:fld id="{2BF067CD-8E6B-4360-9AA8-C5DF2A48A6D1}" type="slidenum">
              <a:rPr lang="en-US" noProof="0" smtClean="0"/>
              <a:pPr/>
              <a:t>14</a:t>
            </a:fld>
            <a:endParaRPr lang="en-US" noProof="0" dirty="0"/>
          </a:p>
        </p:txBody>
      </p:sp>
    </p:spTree>
    <p:extLst>
      <p:ext uri="{BB962C8B-B14F-4D97-AF65-F5344CB8AC3E}">
        <p14:creationId xmlns:p14="http://schemas.microsoft.com/office/powerpoint/2010/main" val="3559257137"/>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1AEF6D15-6820-98D7-067D-C81D9540558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158946" y="1233380"/>
            <a:ext cx="7874108" cy="5495805"/>
          </a:xfrm>
          <a:prstGeom prst="rect">
            <a:avLst/>
          </a:prstGeom>
        </p:spPr>
      </p:pic>
      <p:sp>
        <p:nvSpPr>
          <p:cNvPr id="2" name="Slide Number Placeholder 1"/>
          <p:cNvSpPr>
            <a:spLocks noGrp="1"/>
          </p:cNvSpPr>
          <p:nvPr>
            <p:ph type="sldNum" sz="quarter" idx="5"/>
          </p:nvPr>
        </p:nvSpPr>
        <p:spPr/>
        <p:txBody>
          <a:bodyPr/>
          <a:lstStyle/>
          <a:p>
            <a:fld id="{2BF067CD-8E6B-4360-9AA8-C5DF2A48A6D1}" type="slidenum">
              <a:rPr lang="en-US" noProof="0" smtClean="0"/>
              <a:pPr/>
              <a:t>15</a:t>
            </a:fld>
            <a:endParaRPr lang="en-US" noProof="0" dirty="0"/>
          </a:p>
        </p:txBody>
      </p:sp>
      <p:sp>
        <p:nvSpPr>
          <p:cNvPr id="4" name="Title 3"/>
          <p:cNvSpPr>
            <a:spLocks noGrp="1"/>
          </p:cNvSpPr>
          <p:nvPr>
            <p:ph type="title"/>
          </p:nvPr>
        </p:nvSpPr>
        <p:spPr/>
        <p:txBody>
          <a:bodyPr/>
          <a:lstStyle/>
          <a:p>
            <a:r>
              <a:rPr lang="bg-BG" dirty="0"/>
              <a:t>Отпечатване на документ</a:t>
            </a:r>
            <a:endParaRPr lang="en-US" dirty="0"/>
          </a:p>
        </p:txBody>
      </p:sp>
      <p:sp>
        <p:nvSpPr>
          <p:cNvPr id="11" name="Rounded Rectangular Callout 10"/>
          <p:cNvSpPr/>
          <p:nvPr/>
        </p:nvSpPr>
        <p:spPr bwMode="auto">
          <a:xfrm>
            <a:off x="9342042" y="5472000"/>
            <a:ext cx="2025000" cy="1035000"/>
          </a:xfrm>
          <a:prstGeom prst="wedgeRoundRectCallout">
            <a:avLst>
              <a:gd name="adj1" fmla="val -57793"/>
              <a:gd name="adj2" fmla="val -41429"/>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800" b="1" dirty="0">
                <a:solidFill>
                  <a:srgbClr val="FFFFFF"/>
                </a:solidFill>
                <a:effectLst>
                  <a:outerShdw blurRad="38100" dist="38100" dir="2700000" algn="tl">
                    <a:srgbClr val="000000">
                      <a:alpha val="43137"/>
                    </a:srgbClr>
                  </a:outerShdw>
                </a:effectLst>
              </a:rPr>
              <a:t>Изглед на документа</a:t>
            </a:r>
            <a:endParaRPr lang="en-US" sz="2800" b="1" dirty="0">
              <a:solidFill>
                <a:srgbClr val="FFFFFF"/>
              </a:solidFill>
              <a:effectLst>
                <a:outerShdw blurRad="38100" dist="38100" dir="2700000" algn="tl">
                  <a:srgbClr val="000000">
                    <a:alpha val="43137"/>
                  </a:srgbClr>
                </a:outerShdw>
              </a:effectLst>
            </a:endParaRPr>
          </a:p>
        </p:txBody>
      </p:sp>
      <p:sp>
        <p:nvSpPr>
          <p:cNvPr id="12" name="Rounded Rectangular Callout 11"/>
          <p:cNvSpPr/>
          <p:nvPr/>
        </p:nvSpPr>
        <p:spPr bwMode="auto">
          <a:xfrm>
            <a:off x="5488667" y="1481767"/>
            <a:ext cx="4866735" cy="1395000"/>
          </a:xfrm>
          <a:prstGeom prst="wedgeRoundRectCallout">
            <a:avLst>
              <a:gd name="adj1" fmla="val -54910"/>
              <a:gd name="adj2" fmla="val 69569"/>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800" b="1" dirty="0">
                <a:solidFill>
                  <a:srgbClr val="FFFFFF"/>
                </a:solidFill>
                <a:effectLst>
                  <a:outerShdw blurRad="38100" dist="38100" dir="2700000" algn="tl">
                    <a:srgbClr val="000000">
                      <a:alpha val="43137"/>
                    </a:srgbClr>
                  </a:outerShdw>
                </a:effectLst>
              </a:rPr>
              <a:t>От секцията </a:t>
            </a:r>
            <a:r>
              <a:rPr lang="en-US" sz="2800" b="1" dirty="0">
                <a:solidFill>
                  <a:schemeClr val="accent1">
                    <a:lumMod val="60000"/>
                    <a:lumOff val="40000"/>
                  </a:schemeClr>
                </a:solidFill>
                <a:effectLst>
                  <a:outerShdw blurRad="38100" dist="38100" dir="2700000" algn="tl">
                    <a:srgbClr val="000000">
                      <a:alpha val="43137"/>
                    </a:srgbClr>
                  </a:outerShdw>
                </a:effectLst>
              </a:rPr>
              <a:t>Printer</a:t>
            </a:r>
            <a:r>
              <a:rPr lang="en-US" sz="2800" b="1" dirty="0">
                <a:solidFill>
                  <a:srgbClr val="FFFFFF"/>
                </a:solidFill>
                <a:effectLst>
                  <a:outerShdw blurRad="38100" dist="38100" dir="2700000" algn="tl">
                    <a:srgbClr val="000000">
                      <a:alpha val="43137"/>
                    </a:srgbClr>
                  </a:outerShdw>
                </a:effectLst>
              </a:rPr>
              <a:t> </a:t>
            </a:r>
            <a:r>
              <a:rPr lang="bg-BG" sz="2800" b="1" dirty="0">
                <a:solidFill>
                  <a:srgbClr val="FFFFFF"/>
                </a:solidFill>
                <a:effectLst>
                  <a:outerShdw blurRad="38100" dist="38100" dir="2700000" algn="tl">
                    <a:srgbClr val="000000">
                      <a:alpha val="43137"/>
                    </a:srgbClr>
                  </a:outerShdw>
                </a:effectLst>
              </a:rPr>
              <a:t>избирате принтера, на който да се извърши отпечатването</a:t>
            </a:r>
            <a:endParaRPr lang="en-US" sz="2800" b="1" dirty="0">
              <a:solidFill>
                <a:srgbClr val="FFFFFF"/>
              </a:solidFill>
              <a:effectLst>
                <a:outerShdw blurRad="38100" dist="38100" dir="2700000" algn="tl">
                  <a:srgbClr val="000000">
                    <a:alpha val="43137"/>
                  </a:srgbClr>
                </a:outerShdw>
              </a:effectLst>
            </a:endParaRPr>
          </a:p>
        </p:txBody>
      </p:sp>
      <p:sp>
        <p:nvSpPr>
          <p:cNvPr id="13" name="Rounded Rectangular Callout 12"/>
          <p:cNvSpPr/>
          <p:nvPr/>
        </p:nvSpPr>
        <p:spPr bwMode="auto">
          <a:xfrm>
            <a:off x="5781000" y="3375130"/>
            <a:ext cx="4500000" cy="1485000"/>
          </a:xfrm>
          <a:prstGeom prst="wedgeRoundRectCallout">
            <a:avLst>
              <a:gd name="adj1" fmla="val -57778"/>
              <a:gd name="adj2" fmla="val 22213"/>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800" b="1" dirty="0">
                <a:solidFill>
                  <a:srgbClr val="FFFFFF"/>
                </a:solidFill>
                <a:effectLst>
                  <a:outerShdw blurRad="38100" dist="38100" dir="2700000" algn="tl">
                    <a:srgbClr val="000000">
                      <a:alpha val="43137"/>
                    </a:srgbClr>
                  </a:outerShdw>
                </a:effectLst>
              </a:rPr>
              <a:t>От секцията </a:t>
            </a:r>
            <a:r>
              <a:rPr lang="en-US" sz="2800" b="1" dirty="0">
                <a:solidFill>
                  <a:schemeClr val="accent1">
                    <a:lumMod val="60000"/>
                    <a:lumOff val="40000"/>
                  </a:schemeClr>
                </a:solidFill>
                <a:effectLst>
                  <a:outerShdw blurRad="38100" dist="38100" dir="2700000" algn="tl">
                    <a:srgbClr val="000000">
                      <a:alpha val="43137"/>
                    </a:srgbClr>
                  </a:outerShdw>
                </a:effectLst>
              </a:rPr>
              <a:t>Settings</a:t>
            </a:r>
            <a:r>
              <a:rPr lang="en-US" sz="2800" b="1" dirty="0">
                <a:solidFill>
                  <a:srgbClr val="FFFFFF"/>
                </a:solidFill>
                <a:effectLst>
                  <a:outerShdw blurRad="38100" dist="38100" dir="2700000" algn="tl">
                    <a:srgbClr val="000000">
                      <a:alpha val="43137"/>
                    </a:srgbClr>
                  </a:outerShdw>
                </a:effectLst>
              </a:rPr>
              <a:t> </a:t>
            </a:r>
            <a:r>
              <a:rPr lang="bg-BG" sz="2800" b="1" dirty="0">
                <a:solidFill>
                  <a:srgbClr val="FFFFFF"/>
                </a:solidFill>
                <a:effectLst>
                  <a:outerShdw blurRad="38100" dist="38100" dir="2700000" algn="tl">
                    <a:srgbClr val="000000">
                      <a:alpha val="43137"/>
                    </a:srgbClr>
                  </a:outerShdw>
                </a:effectLst>
              </a:rPr>
              <a:t>може да задавате различни настройки за принта</a:t>
            </a:r>
            <a:endParaRPr lang="en-US" sz="2800" b="1" dirty="0">
              <a:solidFill>
                <a:srgbClr val="FFFFFF"/>
              </a:solidFill>
              <a:effectLst>
                <a:outerShdw blurRad="38100" dist="38100" dir="2700000" algn="tl">
                  <a:srgbClr val="000000">
                    <a:alpha val="43137"/>
                  </a:srgbClr>
                </a:outerShdw>
              </a:effectLst>
            </a:endParaRPr>
          </a:p>
        </p:txBody>
      </p:sp>
      <p:sp>
        <p:nvSpPr>
          <p:cNvPr id="14" name="Rounded Rectangular Callout 13"/>
          <p:cNvSpPr/>
          <p:nvPr/>
        </p:nvSpPr>
        <p:spPr bwMode="auto">
          <a:xfrm>
            <a:off x="381000" y="1554184"/>
            <a:ext cx="2991762" cy="1575000"/>
          </a:xfrm>
          <a:prstGeom prst="wedgeRoundRectCallout">
            <a:avLst>
              <a:gd name="adj1" fmla="val 97073"/>
              <a:gd name="adj2" fmla="val -9141"/>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800" b="1" dirty="0">
                <a:solidFill>
                  <a:srgbClr val="FFFFFF"/>
                </a:solidFill>
                <a:effectLst>
                  <a:outerShdw blurRad="38100" dist="38100" dir="2700000" algn="tl">
                    <a:srgbClr val="000000">
                      <a:alpha val="43137"/>
                    </a:srgbClr>
                  </a:outerShdw>
                </a:effectLst>
              </a:rPr>
              <a:t>Избирате </a:t>
            </a:r>
            <a:r>
              <a:rPr lang="bg-BG" sz="2800" b="1" dirty="0">
                <a:solidFill>
                  <a:schemeClr val="accent1">
                    <a:lumMod val="60000"/>
                    <a:lumOff val="40000"/>
                  </a:schemeClr>
                </a:solidFill>
                <a:effectLst>
                  <a:outerShdw blurRad="38100" dist="38100" dir="2700000" algn="tl">
                    <a:srgbClr val="000000">
                      <a:alpha val="43137"/>
                    </a:srgbClr>
                  </a:outerShdw>
                </a:effectLst>
              </a:rPr>
              <a:t>колко копия </a:t>
            </a:r>
            <a:r>
              <a:rPr lang="bg-BG" sz="2800" b="1" dirty="0">
                <a:solidFill>
                  <a:srgbClr val="FFFFFF"/>
                </a:solidFill>
                <a:effectLst>
                  <a:outerShdw blurRad="38100" dist="38100" dir="2700000" algn="tl">
                    <a:srgbClr val="000000">
                      <a:alpha val="43137"/>
                    </a:srgbClr>
                  </a:outerShdw>
                </a:effectLst>
              </a:rPr>
              <a:t>да се принтират</a:t>
            </a:r>
            <a:endParaRPr lang="en-US" sz="2800" b="1" dirty="0">
              <a:solidFill>
                <a:srgbClr val="FFFFFF"/>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577787507"/>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txBody>
          <a:bodyPr/>
          <a:lstStyle/>
          <a:p>
            <a:fld id="{2BF067CD-8E6B-4360-9AA8-C5DF2A48A6D1}" type="slidenum">
              <a:rPr lang="en-US" noProof="0" smtClean="0"/>
              <a:pPr/>
              <a:t>16</a:t>
            </a:fld>
            <a:endParaRPr lang="en-US" noProof="0" dirty="0"/>
          </a:p>
        </p:txBody>
      </p:sp>
      <p:sp>
        <p:nvSpPr>
          <p:cNvPr id="3" name="Text Placeholder 2"/>
          <p:cNvSpPr>
            <a:spLocks noGrp="1"/>
          </p:cNvSpPr>
          <p:nvPr>
            <p:ph type="body" sz="quarter" idx="10"/>
          </p:nvPr>
        </p:nvSpPr>
        <p:spPr>
          <a:xfrm>
            <a:off x="66000" y="1196125"/>
            <a:ext cx="8302606" cy="5528766"/>
          </a:xfrm>
        </p:spPr>
        <p:txBody>
          <a:bodyPr>
            <a:normAutofit lnSpcReduction="10000"/>
          </a:bodyPr>
          <a:lstStyle/>
          <a:p>
            <a:r>
              <a:rPr lang="bg-BG" dirty="0"/>
              <a:t>С бутона </a:t>
            </a:r>
            <a:r>
              <a:rPr lang="en-US" dirty="0"/>
              <a:t>[</a:t>
            </a:r>
            <a:r>
              <a:rPr lang="en-US" b="1" dirty="0">
                <a:solidFill>
                  <a:schemeClr val="bg1"/>
                </a:solidFill>
              </a:rPr>
              <a:t>Print All Pages</a:t>
            </a:r>
            <a:r>
              <a:rPr lang="en-US" dirty="0"/>
              <a:t>]</a:t>
            </a:r>
            <a:r>
              <a:rPr lang="en-US" b="1" dirty="0">
                <a:solidFill>
                  <a:schemeClr val="bg1"/>
                </a:solidFill>
              </a:rPr>
              <a:t> </a:t>
            </a:r>
            <a:r>
              <a:rPr lang="bg-BG" dirty="0"/>
              <a:t>се отпечатва </a:t>
            </a:r>
            <a:r>
              <a:rPr lang="bg-BG" b="1" dirty="0"/>
              <a:t>целият документ</a:t>
            </a:r>
          </a:p>
          <a:p>
            <a:pPr lvl="1"/>
            <a:r>
              <a:rPr lang="bg-BG" dirty="0"/>
              <a:t>Ако отворите падащото меню, може да изберете други опции за печатане</a:t>
            </a:r>
          </a:p>
          <a:p>
            <a:r>
              <a:rPr lang="bg-BG" dirty="0"/>
              <a:t>В числовата кутия </a:t>
            </a:r>
            <a:r>
              <a:rPr lang="en-US" b="1" dirty="0">
                <a:solidFill>
                  <a:schemeClr val="bg1"/>
                </a:solidFill>
              </a:rPr>
              <a:t>Pages</a:t>
            </a:r>
            <a:r>
              <a:rPr lang="en-US" dirty="0"/>
              <a:t> </a:t>
            </a:r>
            <a:r>
              <a:rPr lang="bg-BG" dirty="0"/>
              <a:t>може да запишете кои </a:t>
            </a:r>
            <a:r>
              <a:rPr lang="bg-BG" b="1" dirty="0"/>
              <a:t>страници</a:t>
            </a:r>
            <a:r>
              <a:rPr lang="bg-BG" dirty="0"/>
              <a:t> да се </a:t>
            </a:r>
            <a:r>
              <a:rPr lang="bg-BG" b="1" dirty="0"/>
              <a:t>отпечатат</a:t>
            </a:r>
          </a:p>
          <a:p>
            <a:r>
              <a:rPr lang="bg-BG" b="1" dirty="0"/>
              <a:t>Ориентация</a:t>
            </a:r>
          </a:p>
          <a:p>
            <a:r>
              <a:rPr lang="bg-BG" b="1" dirty="0"/>
              <a:t>Формат</a:t>
            </a:r>
            <a:r>
              <a:rPr lang="bg-BG" dirty="0"/>
              <a:t> на листа</a:t>
            </a:r>
          </a:p>
          <a:p>
            <a:r>
              <a:rPr lang="bg-BG" b="1" dirty="0"/>
              <a:t>Размер</a:t>
            </a:r>
            <a:r>
              <a:rPr lang="bg-BG" dirty="0"/>
              <a:t> на </a:t>
            </a:r>
            <a:r>
              <a:rPr lang="bg-BG" b="1" dirty="0"/>
              <a:t>белите полета</a:t>
            </a:r>
          </a:p>
          <a:p>
            <a:endParaRPr lang="en-US" dirty="0"/>
          </a:p>
        </p:txBody>
      </p:sp>
      <p:sp>
        <p:nvSpPr>
          <p:cNvPr id="4" name="Title 3"/>
          <p:cNvSpPr>
            <a:spLocks noGrp="1"/>
          </p:cNvSpPr>
          <p:nvPr>
            <p:ph type="title"/>
          </p:nvPr>
        </p:nvSpPr>
        <p:spPr/>
        <p:txBody>
          <a:bodyPr/>
          <a:lstStyle/>
          <a:p>
            <a:r>
              <a:rPr lang="bg-BG" dirty="0"/>
              <a:t>Настройки на принтирането</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rcRect/>
          <a:stretch/>
        </p:blipFill>
        <p:spPr>
          <a:xfrm>
            <a:off x="8368606" y="1289103"/>
            <a:ext cx="3375000" cy="5397835"/>
          </a:xfrm>
          <a:prstGeom prst="rect">
            <a:avLst/>
          </a:prstGeom>
          <a:ln>
            <a:solidFill>
              <a:schemeClr val="bg2">
                <a:lumMod val="75000"/>
              </a:schemeClr>
            </a:solidFill>
          </a:ln>
        </p:spPr>
      </p:pic>
    </p:spTree>
    <p:extLst>
      <p:ext uri="{BB962C8B-B14F-4D97-AF65-F5344CB8AC3E}">
        <p14:creationId xmlns:p14="http://schemas.microsoft.com/office/powerpoint/2010/main" val="423572446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txBody>
          <a:bodyPr/>
          <a:lstStyle/>
          <a:p>
            <a:fld id="{2BF067CD-8E6B-4360-9AA8-C5DF2A48A6D1}" type="slidenum">
              <a:rPr lang="en-US" noProof="0" smtClean="0"/>
              <a:pPr/>
              <a:t>17</a:t>
            </a:fld>
            <a:endParaRPr lang="en-US" noProof="0" dirty="0"/>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781" r="781"/>
          <a:stretch/>
        </p:blipFill>
        <p:spPr>
          <a:xfrm>
            <a:off x="921000" y="1899000"/>
            <a:ext cx="4005000" cy="3529167"/>
          </a:xfrm>
          <a:prstGeom prst="rect">
            <a:avLst/>
          </a:prstGeom>
          <a:ln>
            <a:solidFill>
              <a:schemeClr val="bg2">
                <a:lumMod val="75000"/>
              </a:schemeClr>
            </a:solidFill>
          </a:ln>
        </p:spPr>
      </p:pic>
      <p:sp>
        <p:nvSpPr>
          <p:cNvPr id="4" name="Title 3"/>
          <p:cNvSpPr>
            <a:spLocks noGrp="1"/>
          </p:cNvSpPr>
          <p:nvPr>
            <p:ph type="title"/>
          </p:nvPr>
        </p:nvSpPr>
        <p:spPr/>
        <p:txBody>
          <a:bodyPr/>
          <a:lstStyle/>
          <a:p>
            <a:r>
              <a:rPr lang="en-US" dirty="0"/>
              <a:t>Print</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1000" y="2889000"/>
            <a:ext cx="1957120" cy="2111737"/>
          </a:xfrm>
          <a:prstGeom prst="rect">
            <a:avLst/>
          </a:prstGeom>
        </p:spPr>
      </p:pic>
      <p:cxnSp>
        <p:nvCxnSpPr>
          <p:cNvPr id="8" name="Straight Arrow Connector 7"/>
          <p:cNvCxnSpPr/>
          <p:nvPr/>
        </p:nvCxnSpPr>
        <p:spPr>
          <a:xfrm>
            <a:off x="4770806" y="3656383"/>
            <a:ext cx="1298212" cy="352909"/>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17425" y="2066118"/>
            <a:ext cx="5250000" cy="3937500"/>
          </a:xfrm>
          <a:prstGeom prst="rect">
            <a:avLst/>
          </a:prstGeom>
          <a:ln>
            <a:solidFill>
              <a:schemeClr val="bg2">
                <a:lumMod val="75000"/>
              </a:schemeClr>
            </a:solidFill>
          </a:ln>
        </p:spPr>
      </p:pic>
    </p:spTree>
    <p:extLst>
      <p:ext uri="{BB962C8B-B14F-4D97-AF65-F5344CB8AC3E}">
        <p14:creationId xmlns:p14="http://schemas.microsoft.com/office/powerpoint/2010/main" val="403155234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4">
            <a:extLst>
              <a:ext uri="{FF2B5EF4-FFF2-40B4-BE49-F238E27FC236}">
                <a16:creationId xmlns:a16="http://schemas.microsoft.com/office/drawing/2014/main" id="{0E49D336-45B6-44D3-97C4-E28F8DEA2022}"/>
              </a:ext>
            </a:extLst>
          </p:cNvPr>
          <p:cNvSpPr>
            <a:spLocks noGrp="1"/>
          </p:cNvSpPr>
          <p:nvPr>
            <p:ph type="body" sz="quarter" idx="10"/>
          </p:nvPr>
        </p:nvSpPr>
        <p:spPr>
          <a:xfrm>
            <a:off x="869725" y="1577986"/>
            <a:ext cx="7581212" cy="4772369"/>
          </a:xfrm>
        </p:spPr>
        <p:txBody>
          <a:bodyPr/>
          <a:lstStyle>
            <a:lvl1pPr marL="514350" indent="-514350">
              <a:buFont typeface="Wingdings" panose="05000000000000000000" pitchFamily="2" charset="2"/>
              <a:buChar char="§"/>
              <a:defRPr>
                <a:solidFill>
                  <a:schemeClr val="bg2"/>
                </a:solidFill>
              </a:defRPr>
            </a:lvl1pPr>
            <a:lvl2pPr marL="1123935" indent="-514350">
              <a:buFont typeface="Wingdings" panose="05000000000000000000" pitchFamily="2" charset="2"/>
              <a:buChar char="§"/>
              <a:defRPr>
                <a:solidFill>
                  <a:schemeClr val="tx1"/>
                </a:solidFill>
              </a:defRPr>
            </a:lvl2pPr>
            <a:lvl3pPr marL="1733520" indent="-514350">
              <a:buFont typeface="Wingdings" panose="05000000000000000000" pitchFamily="2" charset="2"/>
              <a:buChar char="§"/>
              <a:defRPr>
                <a:solidFill>
                  <a:schemeClr val="tx1"/>
                </a:solidFill>
              </a:defRPr>
            </a:lvl3pPr>
            <a:lvl4pPr marL="2343105" indent="-514350">
              <a:buFont typeface="Wingdings" panose="05000000000000000000" pitchFamily="2" charset="2"/>
              <a:buChar char="§"/>
              <a:defRPr>
                <a:solidFill>
                  <a:schemeClr val="tx1"/>
                </a:solidFill>
              </a:defRPr>
            </a:lvl4pPr>
            <a:lvl5pPr marL="2952689" indent="-514350">
              <a:buFont typeface="Wingdings" panose="05000000000000000000" pitchFamily="2" charset="2"/>
              <a:buChar char="§"/>
              <a:defRPr>
                <a:solidFill>
                  <a:schemeClr val="tx1"/>
                </a:solidFill>
              </a:defRPr>
            </a:lvl5pPr>
          </a:lstStyle>
          <a:p>
            <a:pPr lvl="0"/>
            <a:r>
              <a:rPr lang="en-US" dirty="0"/>
              <a:t>…</a:t>
            </a:r>
          </a:p>
          <a:p>
            <a:pPr lvl="0"/>
            <a:r>
              <a:rPr lang="en-GB" dirty="0"/>
              <a:t>…</a:t>
            </a:r>
            <a:endParaRPr lang="en-US" dirty="0"/>
          </a:p>
          <a:p>
            <a:pPr lvl="0"/>
            <a:r>
              <a:rPr lang="en-GB" dirty="0"/>
              <a:t>…</a:t>
            </a:r>
            <a:endParaRPr lang="en-US" dirty="0"/>
          </a:p>
          <a:p>
            <a:pPr lvl="0"/>
            <a:endParaRPr lang="en-US" dirty="0"/>
          </a:p>
        </p:txBody>
      </p:sp>
      <p:sp>
        <p:nvSpPr>
          <p:cNvPr id="4" name="Title 3"/>
          <p:cNvSpPr>
            <a:spLocks noGrp="1"/>
          </p:cNvSpPr>
          <p:nvPr>
            <p:ph type="title"/>
          </p:nvPr>
        </p:nvSpPr>
        <p:spPr/>
        <p:txBody>
          <a:bodyPr>
            <a:normAutofit/>
          </a:bodyPr>
          <a:lstStyle/>
          <a:p>
            <a:r>
              <a:rPr lang="bg-BG" dirty="0"/>
              <a:t>Какво научихме днес?</a:t>
            </a:r>
            <a:endParaRPr lang="en-US" dirty="0"/>
          </a:p>
        </p:txBody>
      </p:sp>
      <p:grpSp>
        <p:nvGrpSpPr>
          <p:cNvPr id="9" name="Group 8">
            <a:extLst>
              <a:ext uri="{FF2B5EF4-FFF2-40B4-BE49-F238E27FC236}">
                <a16:creationId xmlns:a16="http://schemas.microsoft.com/office/drawing/2014/main" id="{EBAFE522-EB7D-4931-A015-9A7E8A98517D}"/>
              </a:ext>
            </a:extLst>
          </p:cNvPr>
          <p:cNvGrpSpPr/>
          <p:nvPr/>
        </p:nvGrpSpPr>
        <p:grpSpPr>
          <a:xfrm>
            <a:off x="196766" y="1314000"/>
            <a:ext cx="11798468" cy="5300339"/>
            <a:chOff x="472011" y="1508786"/>
            <a:chExt cx="3799787" cy="4865561"/>
          </a:xfrm>
        </p:grpSpPr>
        <p:sp>
          <p:nvSpPr>
            <p:cNvPr id="10" name="Rounded Rectangle 10">
              <a:extLst>
                <a:ext uri="{FF2B5EF4-FFF2-40B4-BE49-F238E27FC236}">
                  <a16:creationId xmlns:a16="http://schemas.microsoft.com/office/drawing/2014/main" id="{18F78F23-3D09-4B63-8DF9-D49CFBB145EE}"/>
                </a:ext>
              </a:extLst>
            </p:cNvPr>
            <p:cNvSpPr/>
            <p:nvPr userDrawn="1"/>
          </p:nvSpPr>
          <p:spPr>
            <a:xfrm>
              <a:off x="472011" y="1508786"/>
              <a:ext cx="3799787" cy="4865561"/>
            </a:xfrm>
            <a:prstGeom prst="roundRect">
              <a:avLst>
                <a:gd name="adj" fmla="val 396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399" dirty="0"/>
            </a:p>
          </p:txBody>
        </p:sp>
        <p:sp>
          <p:nvSpPr>
            <p:cNvPr id="11" name="Rounded Rectangle 16">
              <a:extLst>
                <a:ext uri="{FF2B5EF4-FFF2-40B4-BE49-F238E27FC236}">
                  <a16:creationId xmlns:a16="http://schemas.microsoft.com/office/drawing/2014/main" id="{F12C06CE-2BBE-46C2-B718-813794C58DF9}"/>
                </a:ext>
              </a:extLst>
            </p:cNvPr>
            <p:cNvSpPr/>
            <p:nvPr userDrawn="1"/>
          </p:nvSpPr>
          <p:spPr>
            <a:xfrm>
              <a:off x="540767" y="1781251"/>
              <a:ext cx="85794" cy="4320631"/>
            </a:xfrm>
            <a:prstGeom prst="roundRect">
              <a:avLst>
                <a:gd name="adj" fmla="val 50000"/>
              </a:avLst>
            </a:prstGeom>
            <a:solidFill>
              <a:schemeClr val="bg2">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399">
                <a:solidFill>
                  <a:schemeClr val="bg1"/>
                </a:solidFill>
              </a:endParaRPr>
            </a:p>
          </p:txBody>
        </p:sp>
        <p:sp>
          <p:nvSpPr>
            <p:cNvPr id="12" name="Half Frame 11">
              <a:extLst>
                <a:ext uri="{FF2B5EF4-FFF2-40B4-BE49-F238E27FC236}">
                  <a16:creationId xmlns:a16="http://schemas.microsoft.com/office/drawing/2014/main" id="{66CDBB1E-AF3C-43FC-9F34-2DD691F81726}"/>
                </a:ext>
              </a:extLst>
            </p:cNvPr>
            <p:cNvSpPr/>
            <p:nvPr userDrawn="1"/>
          </p:nvSpPr>
          <p:spPr>
            <a:xfrm rot="5400000">
              <a:off x="3762569" y="1912372"/>
              <a:ext cx="669775" cy="238503"/>
            </a:xfrm>
            <a:prstGeom prst="halfFrame">
              <a:avLst>
                <a:gd name="adj1" fmla="val 23728"/>
                <a:gd name="adj2" fmla="val 24642"/>
              </a:avLst>
            </a:prstGeom>
            <a:solidFill>
              <a:schemeClr val="bg2">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399">
                <a:solidFill>
                  <a:schemeClr val="tx1"/>
                </a:solidFill>
              </a:endParaRPr>
            </a:p>
          </p:txBody>
        </p:sp>
      </p:grpSp>
      <p:sp>
        <p:nvSpPr>
          <p:cNvPr id="15" name="Content Placeholder 4">
            <a:extLst>
              <a:ext uri="{FF2B5EF4-FFF2-40B4-BE49-F238E27FC236}">
                <a16:creationId xmlns:a16="http://schemas.microsoft.com/office/drawing/2014/main" id="{B96A0DF8-27E7-4DC8-BBE3-7238AAAEB845}"/>
              </a:ext>
            </a:extLst>
          </p:cNvPr>
          <p:cNvSpPr txBox="1">
            <a:spLocks/>
          </p:cNvSpPr>
          <p:nvPr/>
        </p:nvSpPr>
        <p:spPr>
          <a:xfrm>
            <a:off x="741000" y="1610812"/>
            <a:ext cx="11040744" cy="4894130"/>
          </a:xfrm>
          <a:prstGeom prst="rect">
            <a:avLst/>
          </a:prstGeom>
        </p:spPr>
        <p:txBody>
          <a:bodyPr vert="horz" lIns="108000" tIns="36000" rIns="108000" bIns="36000" rtlCol="0">
            <a:noAutofit/>
          </a:bodyPr>
          <a:lstStyle>
            <a:lvl1pPr marL="456915" indent="-456915" algn="l" defTabSz="1218438" rtl="0" eaLnBrk="1" latinLnBrk="0" hangingPunct="1">
              <a:lnSpc>
                <a:spcPct val="105000"/>
              </a:lnSpc>
              <a:spcBef>
                <a:spcPts val="600"/>
              </a:spcBef>
              <a:spcAft>
                <a:spcPts val="600"/>
              </a:spcAft>
              <a:buFont typeface="Wingdings" panose="05000000000000000000" pitchFamily="2" charset="2"/>
              <a:buChar char="§"/>
              <a:defRPr sz="3398" kern="1200">
                <a:solidFill>
                  <a:schemeClr val="tx1"/>
                </a:solidFill>
                <a:latin typeface="+mn-lt"/>
                <a:ea typeface="+mn-ea"/>
                <a:cs typeface="+mn-cs"/>
              </a:defRPr>
            </a:lvl1pPr>
            <a:lvl2pPr marL="989981" indent="-380762" algn="l" defTabSz="1218438" rtl="0" eaLnBrk="1" latinLnBrk="0" hangingPunct="1">
              <a:lnSpc>
                <a:spcPct val="105000"/>
              </a:lnSpc>
              <a:spcBef>
                <a:spcPts val="600"/>
              </a:spcBef>
              <a:spcAft>
                <a:spcPts val="600"/>
              </a:spcAft>
              <a:buFont typeface="Wingdings" panose="05000000000000000000" pitchFamily="2" charset="2"/>
              <a:buChar char="§"/>
              <a:defRPr sz="3198" kern="1200">
                <a:solidFill>
                  <a:schemeClr val="tx1"/>
                </a:solidFill>
                <a:latin typeface="+mn-lt"/>
                <a:ea typeface="+mn-ea"/>
                <a:cs typeface="+mn-cs"/>
              </a:defRPr>
            </a:lvl2pPr>
            <a:lvl3pPr marL="1523048" indent="-304610" algn="l" defTabSz="1218438" rtl="0" eaLnBrk="1" latinLnBrk="0" hangingPunct="1">
              <a:lnSpc>
                <a:spcPct val="105000"/>
              </a:lnSpc>
              <a:spcBef>
                <a:spcPts val="600"/>
              </a:spcBef>
              <a:spcAft>
                <a:spcPts val="600"/>
              </a:spcAft>
              <a:buFont typeface="Wingdings" panose="05000000000000000000" pitchFamily="2" charset="2"/>
              <a:buChar char="§"/>
              <a:defRPr sz="2998" kern="1200">
                <a:solidFill>
                  <a:schemeClr val="tx1"/>
                </a:solidFill>
                <a:latin typeface="+mn-lt"/>
                <a:ea typeface="+mn-ea"/>
                <a:cs typeface="+mn-cs"/>
              </a:defRPr>
            </a:lvl3pPr>
            <a:lvl4pPr marL="2132267" indent="-304610" algn="l" defTabSz="1218438" rtl="0" eaLnBrk="1" latinLnBrk="0" hangingPunct="1">
              <a:lnSpc>
                <a:spcPct val="105000"/>
              </a:lnSpc>
              <a:spcBef>
                <a:spcPts val="600"/>
              </a:spcBef>
              <a:spcAft>
                <a:spcPts val="600"/>
              </a:spcAft>
              <a:buFont typeface="Wingdings" panose="05000000000000000000" pitchFamily="2" charset="2"/>
              <a:buChar char="§"/>
              <a:defRPr sz="2798" kern="1200">
                <a:solidFill>
                  <a:schemeClr val="tx1"/>
                </a:solidFill>
                <a:latin typeface="+mn-lt"/>
                <a:ea typeface="+mn-ea"/>
                <a:cs typeface="+mn-cs"/>
              </a:defRPr>
            </a:lvl4pPr>
            <a:lvl5pPr marL="2741485" indent="-304610" algn="l" defTabSz="1218438" rtl="0" eaLnBrk="1" latinLnBrk="0" hangingPunct="1">
              <a:lnSpc>
                <a:spcPct val="105000"/>
              </a:lnSpc>
              <a:spcBef>
                <a:spcPts val="600"/>
              </a:spcBef>
              <a:spcAft>
                <a:spcPts val="600"/>
              </a:spcAft>
              <a:buFont typeface="Wingdings" panose="05000000000000000000" pitchFamily="2" charset="2"/>
              <a:buChar char="§"/>
              <a:defRPr sz="2598" kern="1200">
                <a:solidFill>
                  <a:schemeClr val="tx1"/>
                </a:solidFill>
                <a:latin typeface="+mn-lt"/>
                <a:ea typeface="+mn-ea"/>
                <a:cs typeface="+mn-cs"/>
              </a:defRPr>
            </a:lvl5pPr>
            <a:lvl6pPr marL="3350704" indent="-304610" algn="l" defTabSz="1218438" rtl="0" eaLnBrk="1" latinLnBrk="0" hangingPunct="1">
              <a:spcBef>
                <a:spcPct val="20000"/>
              </a:spcBef>
              <a:buFont typeface="Arial" pitchFamily="34" charset="0"/>
              <a:buChar char="•"/>
              <a:defRPr sz="2665" kern="1200">
                <a:solidFill>
                  <a:schemeClr val="tx1"/>
                </a:solidFill>
                <a:latin typeface="+mn-lt"/>
                <a:ea typeface="+mn-ea"/>
                <a:cs typeface="+mn-cs"/>
              </a:defRPr>
            </a:lvl6pPr>
            <a:lvl7pPr marL="3959924" indent="-304610" algn="l" defTabSz="1218438" rtl="0" eaLnBrk="1" latinLnBrk="0" hangingPunct="1">
              <a:spcBef>
                <a:spcPct val="20000"/>
              </a:spcBef>
              <a:buFont typeface="Arial" pitchFamily="34" charset="0"/>
              <a:buChar char="•"/>
              <a:defRPr sz="2665" kern="1200">
                <a:solidFill>
                  <a:schemeClr val="tx1"/>
                </a:solidFill>
                <a:latin typeface="+mn-lt"/>
                <a:ea typeface="+mn-ea"/>
                <a:cs typeface="+mn-cs"/>
              </a:defRPr>
            </a:lvl7pPr>
            <a:lvl8pPr marL="4569143" indent="-304610" algn="l" defTabSz="1218438" rtl="0" eaLnBrk="1" latinLnBrk="0" hangingPunct="1">
              <a:spcBef>
                <a:spcPct val="20000"/>
              </a:spcBef>
              <a:buFont typeface="Arial" pitchFamily="34" charset="0"/>
              <a:buChar char="•"/>
              <a:defRPr sz="2665" kern="1200">
                <a:solidFill>
                  <a:schemeClr val="tx1"/>
                </a:solidFill>
                <a:latin typeface="+mn-lt"/>
                <a:ea typeface="+mn-ea"/>
                <a:cs typeface="+mn-cs"/>
              </a:defRPr>
            </a:lvl8pPr>
            <a:lvl9pPr marL="5178362" indent="-304610" algn="l" defTabSz="1218438" rtl="0" eaLnBrk="1" latinLnBrk="0" hangingPunct="1">
              <a:spcBef>
                <a:spcPct val="20000"/>
              </a:spcBef>
              <a:buFont typeface="Arial" pitchFamily="34" charset="0"/>
              <a:buChar char="•"/>
              <a:defRPr sz="2665" kern="1200">
                <a:solidFill>
                  <a:schemeClr val="tx1"/>
                </a:solidFill>
                <a:latin typeface="+mn-lt"/>
                <a:ea typeface="+mn-ea"/>
                <a:cs typeface="+mn-cs"/>
              </a:defRPr>
            </a:lvl9pPr>
          </a:lstStyle>
          <a:p>
            <a:pPr marL="355600" indent="-355600">
              <a:lnSpc>
                <a:spcPct val="100000"/>
              </a:lnSpc>
              <a:buClr>
                <a:schemeClr val="bg2"/>
              </a:buClr>
            </a:pPr>
            <a:r>
              <a:rPr lang="ru-RU" sz="2800" b="1" dirty="0">
                <a:solidFill>
                  <a:schemeClr val="accent1">
                    <a:lumMod val="60000"/>
                    <a:lumOff val="40000"/>
                  </a:schemeClr>
                </a:solidFill>
              </a:rPr>
              <a:t>Страница</a:t>
            </a:r>
            <a:r>
              <a:rPr lang="ru-RU" sz="2800" b="1" dirty="0">
                <a:solidFill>
                  <a:schemeClr val="bg2"/>
                </a:solidFill>
              </a:rPr>
              <a:t> – </a:t>
            </a:r>
            <a:r>
              <a:rPr lang="ru-RU" sz="2800" dirty="0">
                <a:solidFill>
                  <a:schemeClr val="bg2"/>
                </a:solidFill>
              </a:rPr>
              <a:t>тескт, който може да се отпечата на </a:t>
            </a:r>
            <a:r>
              <a:rPr lang="ru-RU" sz="2800" b="1" dirty="0">
                <a:solidFill>
                  <a:schemeClr val="bg2"/>
                </a:solidFill>
              </a:rPr>
              <a:t>един лист хартия</a:t>
            </a:r>
          </a:p>
          <a:p>
            <a:pPr marL="355600" indent="-355600">
              <a:lnSpc>
                <a:spcPct val="100000"/>
              </a:lnSpc>
              <a:buClr>
                <a:schemeClr val="bg2"/>
              </a:buClr>
            </a:pPr>
            <a:r>
              <a:rPr lang="ru-RU" sz="2800" dirty="0">
                <a:solidFill>
                  <a:schemeClr val="bg2"/>
                </a:solidFill>
              </a:rPr>
              <a:t>Основни</a:t>
            </a:r>
            <a:r>
              <a:rPr lang="ru-RU" sz="2800" b="1" dirty="0">
                <a:solidFill>
                  <a:schemeClr val="bg2"/>
                </a:solidFill>
              </a:rPr>
              <a:t> характеристики </a:t>
            </a:r>
            <a:r>
              <a:rPr lang="ru-RU" sz="2800" dirty="0">
                <a:solidFill>
                  <a:schemeClr val="bg2"/>
                </a:solidFill>
              </a:rPr>
              <a:t>на страница</a:t>
            </a:r>
            <a:r>
              <a:rPr lang="ru-RU" sz="2800" b="1" dirty="0">
                <a:solidFill>
                  <a:schemeClr val="bg2"/>
                </a:solidFill>
              </a:rPr>
              <a:t>:</a:t>
            </a:r>
          </a:p>
          <a:p>
            <a:pPr marL="888666" lvl="1" indent="-355600">
              <a:lnSpc>
                <a:spcPct val="100000"/>
              </a:lnSpc>
              <a:buClr>
                <a:schemeClr val="bg2"/>
              </a:buClr>
            </a:pPr>
            <a:r>
              <a:rPr lang="ru-RU" sz="2600" b="1" dirty="0">
                <a:solidFill>
                  <a:schemeClr val="bg2"/>
                </a:solidFill>
              </a:rPr>
              <a:t>Размер</a:t>
            </a:r>
          </a:p>
          <a:p>
            <a:pPr marL="888666" lvl="1" indent="-355600">
              <a:lnSpc>
                <a:spcPct val="100000"/>
              </a:lnSpc>
              <a:buClr>
                <a:schemeClr val="bg2"/>
              </a:buClr>
            </a:pPr>
            <a:r>
              <a:rPr lang="ru-RU" sz="2600" b="1" dirty="0">
                <a:solidFill>
                  <a:schemeClr val="bg2"/>
                </a:solidFill>
              </a:rPr>
              <a:t>Ориентация</a:t>
            </a:r>
          </a:p>
          <a:p>
            <a:pPr marL="888666" lvl="1" indent="-355600">
              <a:lnSpc>
                <a:spcPct val="100000"/>
              </a:lnSpc>
              <a:buClr>
                <a:schemeClr val="bg2"/>
              </a:buClr>
            </a:pPr>
            <a:r>
              <a:rPr lang="ru-RU" sz="2600" b="1" dirty="0">
                <a:solidFill>
                  <a:schemeClr val="bg2"/>
                </a:solidFill>
              </a:rPr>
              <a:t>Наборно поле</a:t>
            </a:r>
          </a:p>
          <a:p>
            <a:pPr marL="355600" indent="-355600">
              <a:lnSpc>
                <a:spcPct val="100000"/>
              </a:lnSpc>
              <a:buClr>
                <a:schemeClr val="bg2"/>
              </a:buClr>
            </a:pPr>
            <a:r>
              <a:rPr lang="ru-RU" sz="2800" b="1" dirty="0">
                <a:solidFill>
                  <a:schemeClr val="accent1">
                    <a:lumMod val="60000"/>
                    <a:lumOff val="40000"/>
                  </a:schemeClr>
                </a:solidFill>
              </a:rPr>
              <a:t>Номерация</a:t>
            </a:r>
            <a:r>
              <a:rPr lang="ru-RU" sz="2800" b="1" dirty="0">
                <a:solidFill>
                  <a:schemeClr val="bg2"/>
                </a:solidFill>
              </a:rPr>
              <a:t> </a:t>
            </a:r>
            <a:r>
              <a:rPr lang="ru-RU" sz="2800" dirty="0">
                <a:solidFill>
                  <a:schemeClr val="bg2"/>
                </a:solidFill>
              </a:rPr>
              <a:t>на страници</a:t>
            </a:r>
          </a:p>
          <a:p>
            <a:pPr marL="355600" indent="-355600">
              <a:lnSpc>
                <a:spcPct val="100000"/>
              </a:lnSpc>
              <a:buClr>
                <a:schemeClr val="bg2"/>
              </a:buClr>
            </a:pPr>
            <a:r>
              <a:rPr lang="ru-RU" sz="2800" b="1" dirty="0">
                <a:solidFill>
                  <a:schemeClr val="accent1">
                    <a:lumMod val="60000"/>
                    <a:lumOff val="40000"/>
                  </a:schemeClr>
                </a:solidFill>
              </a:rPr>
              <a:t>Отпечатване</a:t>
            </a:r>
            <a:r>
              <a:rPr lang="ru-RU" sz="2800" b="1" dirty="0">
                <a:solidFill>
                  <a:schemeClr val="bg2"/>
                </a:solidFill>
              </a:rPr>
              <a:t> </a:t>
            </a:r>
            <a:r>
              <a:rPr lang="ru-RU" sz="2800" dirty="0">
                <a:solidFill>
                  <a:schemeClr val="bg2"/>
                </a:solidFill>
              </a:rPr>
              <a:t>на документ</a:t>
            </a:r>
          </a:p>
          <a:p>
            <a:pPr marL="888666" lvl="1" indent="-355600">
              <a:lnSpc>
                <a:spcPct val="100000"/>
              </a:lnSpc>
              <a:buClr>
                <a:schemeClr val="bg2"/>
              </a:buClr>
            </a:pPr>
            <a:r>
              <a:rPr lang="ru-RU" sz="2600" b="1" dirty="0">
                <a:solidFill>
                  <a:schemeClr val="bg2"/>
                </a:solidFill>
              </a:rPr>
              <a:t>Настройки </a:t>
            </a:r>
            <a:r>
              <a:rPr lang="ru-RU" sz="2600" dirty="0">
                <a:solidFill>
                  <a:schemeClr val="bg2"/>
                </a:solidFill>
              </a:rPr>
              <a:t>при</a:t>
            </a:r>
            <a:r>
              <a:rPr lang="ru-RU" sz="2600" b="1" dirty="0">
                <a:solidFill>
                  <a:schemeClr val="bg2"/>
                </a:solidFill>
              </a:rPr>
              <a:t> разпечатването </a:t>
            </a:r>
            <a:r>
              <a:rPr lang="ru-RU" sz="2600" dirty="0">
                <a:solidFill>
                  <a:schemeClr val="bg2"/>
                </a:solidFill>
              </a:rPr>
              <a:t>на </a:t>
            </a:r>
            <a:r>
              <a:rPr lang="en-US" sz="2600" b="1" dirty="0">
                <a:solidFill>
                  <a:schemeClr val="bg2"/>
                </a:solidFill>
              </a:rPr>
              <a:t>Word</a:t>
            </a:r>
            <a:r>
              <a:rPr lang="en-US" sz="2600" dirty="0">
                <a:solidFill>
                  <a:schemeClr val="bg2"/>
                </a:solidFill>
              </a:rPr>
              <a:t> </a:t>
            </a:r>
            <a:r>
              <a:rPr lang="bg-BG" sz="2600" b="1" dirty="0">
                <a:solidFill>
                  <a:schemeClr val="bg2"/>
                </a:solidFill>
              </a:rPr>
              <a:t>документ</a:t>
            </a:r>
            <a:endParaRPr lang="ru-RU" sz="2600" b="1" dirty="0">
              <a:solidFill>
                <a:schemeClr val="bg2"/>
              </a:solidFill>
            </a:endParaRPr>
          </a:p>
          <a:p>
            <a:pPr marL="355600" indent="-355600">
              <a:lnSpc>
                <a:spcPct val="100000"/>
              </a:lnSpc>
              <a:buClr>
                <a:schemeClr val="bg2"/>
              </a:buClr>
            </a:pPr>
            <a:endParaRPr lang="ru-RU" sz="2600" b="1" dirty="0">
              <a:solidFill>
                <a:schemeClr val="bg2"/>
              </a:solidFill>
            </a:endParaRPr>
          </a:p>
          <a:p>
            <a:pPr marL="355600" indent="-355600">
              <a:lnSpc>
                <a:spcPct val="100000"/>
              </a:lnSpc>
              <a:buClr>
                <a:schemeClr val="bg2"/>
              </a:buClr>
            </a:pPr>
            <a:endParaRPr lang="ru-RU" sz="2800" b="1" dirty="0">
              <a:solidFill>
                <a:schemeClr val="bg2"/>
              </a:solidFill>
            </a:endParaRPr>
          </a:p>
          <a:p>
            <a:pPr marL="355600" indent="-355600">
              <a:lnSpc>
                <a:spcPct val="100000"/>
              </a:lnSpc>
              <a:buClr>
                <a:schemeClr val="bg2"/>
              </a:buClr>
            </a:pPr>
            <a:endParaRPr lang="ru-RU" sz="2800" b="1" dirty="0">
              <a:solidFill>
                <a:schemeClr val="bg2"/>
              </a:solidFill>
            </a:endParaRPr>
          </a:p>
          <a:p>
            <a:pPr marL="355600" indent="-355600">
              <a:lnSpc>
                <a:spcPct val="100000"/>
              </a:lnSpc>
              <a:buClr>
                <a:schemeClr val="bg2"/>
              </a:buClr>
            </a:pPr>
            <a:endParaRPr lang="en-US" sz="2400" dirty="0">
              <a:solidFill>
                <a:schemeClr val="bg2"/>
              </a:solidFill>
            </a:endParaRPr>
          </a:p>
        </p:txBody>
      </p:sp>
    </p:spTree>
    <p:extLst>
      <p:ext uri="{BB962C8B-B14F-4D97-AF65-F5344CB8AC3E}">
        <p14:creationId xmlns:p14="http://schemas.microsoft.com/office/powerpoint/2010/main" val="3528394487"/>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Title">
            <a:extLst>
              <a:ext uri="{FF2B5EF4-FFF2-40B4-BE49-F238E27FC236}">
                <a16:creationId xmlns:a16="http://schemas.microsoft.com/office/drawing/2014/main" id="{FA0703FC-0F8F-4C80-A615-E4B381EC0E0C}"/>
              </a:ext>
            </a:extLst>
          </p:cNvPr>
          <p:cNvSpPr>
            <a:spLocks noGrp="1"/>
          </p:cNvSpPr>
          <p:nvPr>
            <p:ph type="title"/>
          </p:nvPr>
        </p:nvSpPr>
        <p:spPr/>
        <p:txBody>
          <a:bodyPr/>
          <a:lstStyle/>
          <a:p>
            <a:r>
              <a:rPr lang="bg-BG" dirty="0"/>
              <a:t>Въпроси</a:t>
            </a:r>
            <a:r>
              <a:rPr lang="en-US" dirty="0"/>
              <a:t>?</a:t>
            </a:r>
          </a:p>
        </p:txBody>
      </p:sp>
      <p:sp>
        <p:nvSpPr>
          <p:cNvPr id="2" name="Rectangle Bottom Copyright">
            <a:extLst>
              <a:ext uri="{FF2B5EF4-FFF2-40B4-BE49-F238E27FC236}">
                <a16:creationId xmlns:a16="http://schemas.microsoft.com/office/drawing/2014/main" id="{664812A4-2991-44D1-BFE9-32E55AADF8A5}"/>
              </a:ext>
            </a:extLst>
          </p:cNvPr>
          <p:cNvSpPr/>
          <p:nvPr/>
        </p:nvSpPr>
        <p:spPr>
          <a:xfrm>
            <a:off x="111000" y="6454758"/>
            <a:ext cx="11970000" cy="304242"/>
          </a:xfrm>
          <a:prstGeom prst="rect">
            <a:avLst/>
          </a:prstGeom>
        </p:spPr>
        <p:txBody>
          <a:bodyPr wrap="square">
            <a:noAutofit/>
          </a:bodyPr>
          <a:lstStyle/>
          <a:p>
            <a:pPr algn="ctr">
              <a:lnSpc>
                <a:spcPct val="100000"/>
              </a:lnSpc>
              <a:spcBef>
                <a:spcPts val="0"/>
              </a:spcBef>
              <a:spcAft>
                <a:spcPts val="0"/>
              </a:spcAft>
            </a:pPr>
            <a:r>
              <a:rPr lang="bg-BG" sz="1600" dirty="0">
                <a:solidFill>
                  <a:schemeClr val="bg2"/>
                </a:solidFill>
                <a:effectLst/>
                <a:latin typeface="Calibri" panose="020F0502020204030204" pitchFamily="34" charset="0"/>
                <a:ea typeface="Calibri" panose="020F0502020204030204" pitchFamily="34" charset="0"/>
                <a:cs typeface="Arial" panose="020B0604020202020204" pitchFamily="34" charset="0"/>
              </a:rPr>
              <a:t>Проект "</a:t>
            </a:r>
            <a:r>
              <a:rPr lang="bg-BG" sz="1600" dirty="0">
                <a:solidFill>
                  <a:schemeClr val="bg1">
                    <a:lumMod val="20000"/>
                    <a:lumOff val="80000"/>
                  </a:schemeClr>
                </a:solidFill>
                <a:effectLst/>
                <a:latin typeface="Calibri" panose="020F0502020204030204" pitchFamily="34" charset="0"/>
                <a:ea typeface="Calibri" panose="020F050202020403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Отворено учебно съдържание по програмиране и ИТ</a:t>
            </a:r>
            <a:r>
              <a:rPr lang="bg-BG" sz="1600" dirty="0">
                <a:solidFill>
                  <a:schemeClr val="bg2"/>
                </a:solidFill>
                <a:effectLst/>
                <a:latin typeface="Calibri" panose="020F0502020204030204" pitchFamily="34" charset="0"/>
                <a:ea typeface="Calibri" panose="020F0502020204030204" pitchFamily="34" charset="0"/>
                <a:cs typeface="Arial" panose="020B0604020202020204" pitchFamily="34" charset="0"/>
              </a:rPr>
              <a:t>", СофтУни Фондация (лиценз </a:t>
            </a:r>
            <a:r>
              <a:rPr lang="en-US" sz="1600" dirty="0">
                <a:solidFill>
                  <a:schemeClr val="bg2"/>
                </a:solidFill>
                <a:effectLst/>
                <a:latin typeface="Calibri" panose="020F0502020204030204" pitchFamily="34" charset="0"/>
                <a:ea typeface="Calibri" panose="020F0502020204030204" pitchFamily="34" charset="0"/>
                <a:cs typeface="Arial" panose="020B0604020202020204" pitchFamily="34" charset="0"/>
              </a:rPr>
              <a:t>CC-BY-NC-SA</a:t>
            </a:r>
            <a:r>
              <a:rPr lang="bg-BG" sz="1600" dirty="0">
                <a:solidFill>
                  <a:schemeClr val="bg2"/>
                </a:solidFill>
                <a:effectLst/>
                <a:latin typeface="Calibri" panose="020F0502020204030204" pitchFamily="34" charset="0"/>
                <a:ea typeface="Calibri" panose="020F0502020204030204" pitchFamily="34" charset="0"/>
                <a:cs typeface="Arial" panose="020B0604020202020204" pitchFamily="34" charset="0"/>
              </a:rPr>
              <a:t>)</a:t>
            </a:r>
            <a:endParaRPr lang="bg-BG" sz="2400" dirty="0">
              <a:solidFill>
                <a:schemeClr val="bg2"/>
              </a:solidFill>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472534970"/>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F48C3C93-90A1-4D31-BEA6-B54D1106CE31}"/>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smtClean="0"/>
              <a:pPr/>
              <a:t>20</a:t>
            </a:fld>
            <a:endParaRPr lang="en-US" dirty="0"/>
          </a:p>
        </p:txBody>
      </p:sp>
      <p:sp>
        <p:nvSpPr>
          <p:cNvPr id="2" name="Slide Body">
            <a:extLst>
              <a:ext uri="{FF2B5EF4-FFF2-40B4-BE49-F238E27FC236}">
                <a16:creationId xmlns:a16="http://schemas.microsoft.com/office/drawing/2014/main" id="{980F49B1-E4BE-4389-A747-7AB9B71AD920}"/>
              </a:ext>
            </a:extLst>
          </p:cNvPr>
          <p:cNvSpPr>
            <a:spLocks noGrp="1"/>
          </p:cNvSpPr>
          <p:nvPr>
            <p:ph type="body" sz="quarter" idx="10"/>
          </p:nvPr>
        </p:nvSpPr>
        <p:spPr>
          <a:xfrm>
            <a:off x="190402" y="1269001"/>
            <a:ext cx="9865598" cy="2474999"/>
          </a:xfrm>
        </p:spPr>
        <p:txBody>
          <a:bodyPr>
            <a:normAutofit/>
          </a:bodyPr>
          <a:lstStyle/>
          <a:p>
            <a:pPr>
              <a:lnSpc>
                <a:spcPct val="120000"/>
              </a:lnSpc>
            </a:pPr>
            <a:r>
              <a:rPr lang="bg-BG" sz="3200" dirty="0"/>
              <a:t>Този курс</a:t>
            </a:r>
            <a:r>
              <a:rPr lang="en-US" sz="3200" dirty="0"/>
              <a:t> (</a:t>
            </a:r>
            <a:r>
              <a:rPr lang="bg-BG" sz="3200" dirty="0"/>
              <a:t>презентации, примери, демонстрационен код, упражнения, домашни, видео и други активи</a:t>
            </a:r>
            <a:r>
              <a:rPr lang="en-US" sz="3200" dirty="0"/>
              <a:t>) </a:t>
            </a:r>
            <a:r>
              <a:rPr lang="bg-BG" sz="3200" dirty="0"/>
              <a:t>представлява</a:t>
            </a:r>
            <a:r>
              <a:rPr lang="en-US" sz="3200" dirty="0"/>
              <a:t> </a:t>
            </a:r>
            <a:r>
              <a:rPr lang="bg-BG" sz="3200" b="1" dirty="0"/>
              <a:t>свободно учебно съдържание </a:t>
            </a:r>
            <a:r>
              <a:rPr lang="bg-BG" sz="3200" dirty="0"/>
              <a:t>и се разпространява под свободен лиценз </a:t>
            </a:r>
            <a:r>
              <a:rPr lang="en-US" sz="3200" b="1" dirty="0"/>
              <a:t>CC-BY-NC-SA</a:t>
            </a:r>
            <a:endParaRPr lang="bg-BG" sz="3200" dirty="0"/>
          </a:p>
        </p:txBody>
      </p:sp>
      <p:pic>
        <p:nvPicPr>
          <p:cNvPr id="6" name="Picture License" descr="License">
            <a:extLst>
              <a:ext uri="{FF2B5EF4-FFF2-40B4-BE49-F238E27FC236}">
                <a16:creationId xmlns:a16="http://schemas.microsoft.com/office/drawing/2014/main" id="{82BA520F-A037-4E01-AA18-27D9F1E930A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226175" y="1440120"/>
            <a:ext cx="1198986" cy="1268880"/>
          </a:xfrm>
          <a:prstGeom prst="rect">
            <a:avLst/>
          </a:prstGeom>
        </p:spPr>
      </p:pic>
      <p:sp>
        <p:nvSpPr>
          <p:cNvPr id="3" name="Slide Title">
            <a:extLst>
              <a:ext uri="{FF2B5EF4-FFF2-40B4-BE49-F238E27FC236}">
                <a16:creationId xmlns:a16="http://schemas.microsoft.com/office/drawing/2014/main" id="{E5F1FB41-80C3-4816-BC47-CCC50632E6E8}"/>
              </a:ext>
            </a:extLst>
          </p:cNvPr>
          <p:cNvSpPr>
            <a:spLocks noGrp="1"/>
          </p:cNvSpPr>
          <p:nvPr>
            <p:ph type="title"/>
          </p:nvPr>
        </p:nvSpPr>
        <p:spPr/>
        <p:txBody>
          <a:bodyPr/>
          <a:lstStyle/>
          <a:p>
            <a:r>
              <a:rPr lang="bg-BG" dirty="0"/>
              <a:t>Лиценз</a:t>
            </a:r>
          </a:p>
        </p:txBody>
      </p:sp>
      <p:sp>
        <p:nvSpPr>
          <p:cNvPr id="11" name="TextBox 10">
            <a:extLst>
              <a:ext uri="{FF2B5EF4-FFF2-40B4-BE49-F238E27FC236}">
                <a16:creationId xmlns:a16="http://schemas.microsoft.com/office/drawing/2014/main" id="{0C18DF19-B750-4C88-975B-661A6BF61F5E}"/>
              </a:ext>
            </a:extLst>
          </p:cNvPr>
          <p:cNvSpPr txBox="1"/>
          <p:nvPr/>
        </p:nvSpPr>
        <p:spPr>
          <a:xfrm>
            <a:off x="190401" y="3927519"/>
            <a:ext cx="11710599" cy="1979644"/>
          </a:xfrm>
          <a:prstGeom prst="rect">
            <a:avLst/>
          </a:prstGeom>
          <a:noFill/>
          <a:ln w="12700">
            <a:noFill/>
          </a:ln>
        </p:spPr>
        <p:txBody>
          <a:bodyPr wrap="square">
            <a:spAutoFit/>
          </a:bodyPr>
          <a:lstStyle/>
          <a:p>
            <a:pPr marL="360363" indent="-360363" defTabSz="1218438">
              <a:lnSpc>
                <a:spcPct val="120000"/>
              </a:lnSpc>
              <a:spcBef>
                <a:spcPts val="600"/>
              </a:spcBef>
              <a:spcAft>
                <a:spcPts val="600"/>
              </a:spcAft>
              <a:buFont typeface="Wingdings" panose="05000000000000000000" pitchFamily="2" charset="2"/>
              <a:buChar char="§"/>
              <a:defRPr/>
            </a:pPr>
            <a:r>
              <a:rPr lang="bg-BG" sz="3200" dirty="0"/>
              <a:t>Проект "</a:t>
            </a:r>
            <a:r>
              <a:rPr lang="bg-BG" sz="3200" b="1" dirty="0"/>
              <a:t>Отворено учебно съдържание по програмиране и ИТ</a:t>
            </a:r>
            <a:r>
              <a:rPr lang="bg-BG" sz="3200" dirty="0"/>
              <a:t>" към Фондация "Софтуерен университет"</a:t>
            </a:r>
            <a:r>
              <a:rPr lang="en-US" sz="3200" dirty="0"/>
              <a:t>:</a:t>
            </a:r>
            <a:endParaRPr lang="bg-BG" sz="3200" dirty="0"/>
          </a:p>
          <a:p>
            <a:pPr marL="817563" lvl="1" indent="-360363" defTabSz="1218438">
              <a:lnSpc>
                <a:spcPct val="120000"/>
              </a:lnSpc>
              <a:spcBef>
                <a:spcPts val="600"/>
              </a:spcBef>
              <a:spcAft>
                <a:spcPts val="600"/>
              </a:spcAft>
              <a:buFont typeface="Wingdings" panose="05000000000000000000" pitchFamily="2" charset="2"/>
              <a:buChar char="§"/>
              <a:defRPr/>
            </a:pPr>
            <a:r>
              <a:rPr kumimoji="0" lang="en-US" sz="3200" b="0" i="0" u="none" strike="noStrike" kern="1200" cap="none" spc="0" normalizeH="0" baseline="0" noProof="0" dirty="0">
                <a:ln>
                  <a:noFill/>
                </a:ln>
                <a:solidFill>
                  <a:srgbClr val="234465"/>
                </a:solidFill>
                <a:effectLst/>
                <a:uLnTx/>
                <a:uFillTx/>
                <a:latin typeface="Calibri"/>
                <a:ea typeface="+mn-ea"/>
                <a:cs typeface="+mn-cs"/>
                <a:hlinkClick r:id="rId4"/>
              </a:rPr>
              <a:t>https://github.com/BG-IT-Edu</a:t>
            </a:r>
            <a:endParaRPr kumimoji="0" lang="bg-BG" sz="3200" b="0" i="0" u="none" strike="noStrike" kern="1200" cap="none" spc="0" normalizeH="0" baseline="0" noProof="0" dirty="0">
              <a:ln>
                <a:noFill/>
              </a:ln>
              <a:solidFill>
                <a:srgbClr val="234465"/>
              </a:solidFill>
              <a:effectLst/>
              <a:uLnTx/>
              <a:uFillTx/>
              <a:latin typeface="Calibri"/>
              <a:ea typeface="+mn-ea"/>
              <a:cs typeface="+mn-cs"/>
            </a:endParaRPr>
          </a:p>
        </p:txBody>
      </p:sp>
      <p:pic>
        <p:nvPicPr>
          <p:cNvPr id="7" name="Picture 6" title="CC-BY-NC-SA License">
            <a:hlinkClick r:id="rId5" tooltip="This work is licensed under the &quot;Creative Commons Attribution-NonCommercial-ShareAlike 4.0 International&quot; license"/>
            <a:extLst>
              <a:ext uri="{FF2B5EF4-FFF2-40B4-BE49-F238E27FC236}">
                <a16:creationId xmlns:a16="http://schemas.microsoft.com/office/drawing/2014/main" id="{F6C77C47-F7D8-A176-5C69-7FDE5C7E8003}"/>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9831000" y="2908593"/>
            <a:ext cx="1989336" cy="696022"/>
          </a:xfrm>
          <a:prstGeom prst="roundRect">
            <a:avLst>
              <a:gd name="adj" fmla="val 3940"/>
            </a:avLst>
          </a:prstGeom>
          <a:solidFill>
            <a:srgbClr val="231F20">
              <a:alpha val="50000"/>
            </a:srgbClr>
          </a:solidFill>
          <a:ln>
            <a:noFill/>
          </a:ln>
        </p:spPr>
      </p:pic>
    </p:spTree>
    <p:extLst>
      <p:ext uri="{BB962C8B-B14F-4D97-AF65-F5344CB8AC3E}">
        <p14:creationId xmlns:p14="http://schemas.microsoft.com/office/powerpoint/2010/main" val="387927604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theme/theme1.xml><?xml version="1.0" encoding="utf-8"?>
<a:theme xmlns:a="http://schemas.openxmlformats.org/drawingml/2006/main" name="SoftUni">
  <a:themeElements>
    <a:clrScheme name="Custom 2">
      <a:dk1>
        <a:srgbClr val="234465"/>
      </a:dk1>
      <a:lt1>
        <a:srgbClr val="BF7800"/>
      </a:lt1>
      <a:dk2>
        <a:srgbClr val="234465"/>
      </a:dk2>
      <a:lt2>
        <a:srgbClr val="FFFFFF"/>
      </a:lt2>
      <a:accent1>
        <a:srgbClr val="FFA000"/>
      </a:accent1>
      <a:accent2>
        <a:srgbClr val="00B050"/>
      </a:accent2>
      <a:accent3>
        <a:srgbClr val="44A9F8"/>
      </a:accent3>
      <a:accent4>
        <a:srgbClr val="7030A0"/>
      </a:accent4>
      <a:accent5>
        <a:srgbClr val="67748E"/>
      </a:accent5>
      <a:accent6>
        <a:srgbClr val="F4F5F7"/>
      </a:accent6>
      <a:hlink>
        <a:srgbClr val="BF7800"/>
      </a:hlink>
      <a:folHlink>
        <a:srgbClr val="EF9511"/>
      </a:folHlink>
    </a:clrScheme>
    <a:fontScheme name="SoftUni">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dk2">
            <a:alpha val="80000"/>
          </a:schemeClr>
        </a:solidFill>
        <a:ln w="19050">
          <a:solidFill>
            <a:schemeClr val="tx1">
              <a:lumMod val="75000"/>
              <a:alpha val="80000"/>
            </a:schemeClr>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2800" b="1" dirty="0">
            <a:solidFill>
              <a:srgbClr val="FFFFFF"/>
            </a:solidFill>
            <a:effectLst>
              <a:outerShdw blurRad="38100" dist="38100" dir="2700000" algn="tl">
                <a:srgbClr val="000000">
                  <a:alpha val="43137"/>
                </a:srgbClr>
              </a:outerShdw>
            </a:effectLst>
          </a:defRPr>
        </a:defPPr>
      </a:lstStyle>
      <a:style>
        <a:lnRef idx="2">
          <a:schemeClr val="accent1">
            <a:shade val="50000"/>
          </a:schemeClr>
        </a:lnRef>
        <a:fillRef idx="1001">
          <a:schemeClr val="dk2"/>
        </a:fillRef>
        <a:effectRef idx="0">
          <a:schemeClr val="accent1"/>
        </a:effectRef>
        <a:fontRef idx="minor">
          <a:schemeClr val="lt1"/>
        </a:fontRef>
      </a:style>
    </a:spDef>
    <a:txDef>
      <a:spPr>
        <a:solidFill>
          <a:schemeClr val="accent6">
            <a:lumMod val="75000"/>
            <a:alpha val="15000"/>
          </a:schemeClr>
        </a:solidFill>
        <a:ln w="12700">
          <a:solidFill>
            <a:schemeClr val="tx1">
              <a:lumMod val="75000"/>
            </a:schemeClr>
          </a:solidFill>
        </a:ln>
      </a:spPr>
      <a:bodyPr vert="horz" wrap="square" lIns="144000" tIns="108000" rIns="144000" bIns="108000" rtlCol="0">
        <a:spAutoFit/>
      </a:bodyPr>
      <a:lstStyle>
        <a:defPPr algn="l" eaLnBrk="0" hangingPunct="0">
          <a:lnSpc>
            <a:spcPct val="110000"/>
          </a:lnSpc>
          <a:buClr>
            <a:schemeClr val="accent5">
              <a:lumMod val="40000"/>
              <a:lumOff val="60000"/>
            </a:schemeClr>
          </a:buClr>
          <a:buSzPct val="70000"/>
          <a:defRPr sz="2400" dirty="0"/>
        </a:defPPr>
      </a:lstStyle>
    </a:txDef>
  </a:objectDefaults>
  <a:extraClrSchemeLst/>
  <a:extLst>
    <a:ext uri="{05A4C25C-085E-4340-85A3-A5531E510DB2}">
      <thm15:themeFamily xmlns:thm15="http://schemas.microsoft.com/office/thememl/2012/main" name="SoftUni" id="{D61FAD9B-6E74-4E03-BFE4-B363D484F1DA}" vid="{7089C1A3-635B-4B03-A017-DAF10A3A396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5056</TotalTime>
  <Words>1203</Words>
  <Application>Microsoft Office PowerPoint</Application>
  <PresentationFormat>Widescreen</PresentationFormat>
  <Paragraphs>144</Paragraphs>
  <Slides>20</Slides>
  <Notes>9</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Consolas</vt:lpstr>
      <vt:lpstr>Wingdings</vt:lpstr>
      <vt:lpstr>SoftUni</vt:lpstr>
      <vt:lpstr>Форматиране на страница и отпечатване на текстов документ</vt:lpstr>
      <vt:lpstr>Съдържание</vt:lpstr>
      <vt:lpstr>͏Форматиране на страница</vt:lpstr>
      <vt:lpstr>͏Форматиране на страница</vt:lpstr>
      <vt:lpstr>Размер</vt:lpstr>
      <vt:lpstr>Ориентация</vt:lpstr>
      <vt:lpstr>Наборно поле</vt:lpstr>
      <vt:lpstr>Page Setup</vt:lpstr>
      <vt:lpstr>Номериране на страница</vt:lpstr>
      <vt:lpstr>Номериране на страници</vt:lpstr>
      <vt:lpstr>Разположение на номерацията</vt:lpstr>
      <vt:lpstr>Форматиране на номерацията</vt:lpstr>
      <vt:lpstr>Отпечатване на документ</vt:lpstr>
      <vt:lpstr>Отпечатване на документ</vt:lpstr>
      <vt:lpstr>Отпечатване на документ</vt:lpstr>
      <vt:lpstr>Настройки на принтирането</vt:lpstr>
      <vt:lpstr>Print</vt:lpstr>
      <vt:lpstr>Какво научихме днес?</vt:lpstr>
      <vt:lpstr>Въпроси?</vt:lpstr>
      <vt:lpstr>Лиценз</vt:lpstr>
    </vt:vector>
  </TitlesOfParts>
  <Company>BG-IT-Edu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Форматиране на страница и отпечатване на текстов документ</dc:title>
  <dc:subject>КМИТ - 6 клас</dc:subject>
  <dc:creator>BG-IT-Edu</dc:creator>
  <cp:keywords>programming; training; course</cp:keywords>
  <dc:description>Open Programming and IT Courseware for IT Teachers (BG-IT-Edu): https://github.com/BG-IT-Edu
With the kind support of SoftUni: https://softuni.bg</dc:description>
  <cp:lastModifiedBy>Zaraliev</cp:lastModifiedBy>
  <cp:revision>733</cp:revision>
  <dcterms:created xsi:type="dcterms:W3CDTF">2018-05-23T13:08:44Z</dcterms:created>
  <dcterms:modified xsi:type="dcterms:W3CDTF">2026-09-25T08:56:31Z</dcterms:modified>
  <cp:category/>
</cp:coreProperties>
</file>