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5" r:id="rId1"/>
  </p:sldMasterIdLst>
  <p:notesMasterIdLst>
    <p:notesMasterId r:id="rId28"/>
  </p:notesMasterIdLst>
  <p:handoutMasterIdLst>
    <p:handoutMasterId r:id="rId29"/>
  </p:handoutMasterIdLst>
  <p:sldIdLst>
    <p:sldId id="503" r:id="rId2"/>
    <p:sldId id="276" r:id="rId3"/>
    <p:sldId id="587" r:id="rId4"/>
    <p:sldId id="588" r:id="rId5"/>
    <p:sldId id="589" r:id="rId6"/>
    <p:sldId id="590" r:id="rId7"/>
    <p:sldId id="592" r:id="rId8"/>
    <p:sldId id="593" r:id="rId9"/>
    <p:sldId id="594" r:id="rId10"/>
    <p:sldId id="595" r:id="rId11"/>
    <p:sldId id="596" r:id="rId12"/>
    <p:sldId id="597" r:id="rId13"/>
    <p:sldId id="598" r:id="rId14"/>
    <p:sldId id="600" r:id="rId15"/>
    <p:sldId id="601" r:id="rId16"/>
    <p:sldId id="602" r:id="rId17"/>
    <p:sldId id="603" r:id="rId18"/>
    <p:sldId id="604" r:id="rId19"/>
    <p:sldId id="605" r:id="rId20"/>
    <p:sldId id="609" r:id="rId21"/>
    <p:sldId id="606" r:id="rId22"/>
    <p:sldId id="607" r:id="rId23"/>
    <p:sldId id="608" r:id="rId24"/>
    <p:sldId id="586" r:id="rId25"/>
    <p:sldId id="504" r:id="rId26"/>
    <p:sldId id="505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Въведение" id="{A0C7653D-1924-4F56-9E27-AA2B21F1DA92}">
          <p14:sldIdLst>
            <p14:sldId id="503"/>
            <p14:sldId id="276"/>
          </p14:sldIdLst>
        </p14:section>
        <p14:section name="Търсене на текст" id="{A7CA41D9-6CFD-4DD1-8612-B19BD6B26209}">
          <p14:sldIdLst>
            <p14:sldId id="587"/>
            <p14:sldId id="588"/>
            <p14:sldId id="589"/>
            <p14:sldId id="590"/>
            <p14:sldId id="592"/>
            <p14:sldId id="593"/>
            <p14:sldId id="594"/>
            <p14:sldId id="595"/>
            <p14:sldId id="596"/>
            <p14:sldId id="597"/>
            <p14:sldId id="598"/>
            <p14:sldId id="600"/>
            <p14:sldId id="601"/>
            <p14:sldId id="602"/>
          </p14:sldIdLst>
        </p14:section>
        <p14:section name="͏Замяна на текст" id="{ABACC436-D9C5-48A1-ACED-930C3D36CF51}">
          <p14:sldIdLst>
            <p14:sldId id="603"/>
            <p14:sldId id="604"/>
            <p14:sldId id="605"/>
            <p14:sldId id="609"/>
          </p14:sldIdLst>
        </p14:section>
        <p14:section name="Получаване на помощна информация" id="{4BFD6417-2C75-47B3-A344-64D2989A85F4}">
          <p14:sldIdLst>
            <p14:sldId id="606"/>
            <p14:sldId id="607"/>
            <p14:sldId id="608"/>
          </p14:sldIdLst>
        </p14:section>
        <p14:section name="Заключение" id="{E19D07F1-86E2-47E9-B2AB-7ADC4F89DC12}">
          <p14:sldIdLst>
            <p14:sldId id="586"/>
            <p14:sldId id="504"/>
            <p14:sldId id="505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84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61328A60-1351-1658-BC09-0F9214BEF0FD}" name="Александрина Механджийска" initials="АМ" userId="S::am43953203@edu.mon.bg::60a33b73-667f-441e-9a53-8ce9df28dca4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34465"/>
    <a:srgbClr val="ADB4C3"/>
    <a:srgbClr val="EA91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850" autoAdjust="0"/>
    <p:restoredTop sz="93784" autoAdjust="0"/>
  </p:normalViewPr>
  <p:slideViewPr>
    <p:cSldViewPr showGuides="1">
      <p:cViewPr varScale="1">
        <p:scale>
          <a:sx n="104" d="100"/>
          <a:sy n="104" d="100"/>
        </p:scale>
        <p:origin x="936" y="96"/>
      </p:cViewPr>
      <p:guideLst>
        <p:guide orient="horz" pos="2184"/>
        <p:guide pos="3840"/>
      </p:guideLst>
    </p:cSldViewPr>
  </p:slideViewPr>
  <p:outlineViewPr>
    <p:cViewPr>
      <p:scale>
        <a:sx n="33" d="100"/>
        <a:sy n="33" d="100"/>
      </p:scale>
      <p:origin x="0" y="-9989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6566"/>
    </p:cViewPr>
  </p:sorterViewPr>
  <p:notesViewPr>
    <p:cSldViewPr>
      <p:cViewPr varScale="1">
        <p:scale>
          <a:sx n="60" d="100"/>
          <a:sy n="60" d="100"/>
        </p:scale>
        <p:origin x="3187" y="48"/>
      </p:cViewPr>
      <p:guideLst/>
    </p:cSldViewPr>
  </p:notesViewPr>
  <p:gridSpacing cx="45000" cy="450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8/10/relationships/authors" Target="author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2" Type="http://schemas.openxmlformats.org/officeDocument/2006/relationships/hyperlink" Target="https://softuni.org/" TargetMode="External"/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6F20103-83CC-4A54-8FDE-9D37FC2629C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bg-B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7A53962-26EF-44E4-9E69-61B1727AB1C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087215-0C8F-4762-A664-737A353EC9A4}" type="datetimeFigureOut">
              <a:rPr lang="bg-BG" smtClean="0"/>
              <a:t>25.9.2026 г.</a:t>
            </a:fld>
            <a:endParaRPr lang="bg-B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8A6967E-448F-4887-8FCB-34482EFBCC7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-1" y="8892000"/>
            <a:ext cx="6443999" cy="252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bg-BG" sz="1100" dirty="0"/>
              <a:t>Работна група </a:t>
            </a:r>
            <a:r>
              <a:rPr lang="ru-RU" sz="1100" dirty="0"/>
              <a:t>"Образование по програмиране и ИТ</a:t>
            </a:r>
            <a:r>
              <a:rPr lang="bg-BG" sz="1100" dirty="0"/>
              <a:t>", с подкрепата на </a:t>
            </a:r>
            <a:r>
              <a:rPr lang="en-US" sz="1100" dirty="0">
                <a:hlinkClick r:id="rId2"/>
              </a:rPr>
              <a:t>SoftUni</a:t>
            </a:r>
            <a:endParaRPr lang="en-US" sz="11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B6554C2-DDBA-40E2-9536-53A07EC5027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6443999" y="8892000"/>
            <a:ext cx="412413" cy="252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C318AE-53F9-47EA-B5FE-E9473933AF11}" type="slidenum">
              <a:rPr lang="bg-BG" smtClean="0"/>
              <a:t>‹#›</a:t>
            </a:fld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4150602968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2" Type="http://schemas.openxmlformats.org/officeDocument/2006/relationships/hyperlink" Target="https://softuni.org/" TargetMode="External"/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2D84649-876A-46C9-8472-14CB09C070D8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488999" y="8892000"/>
            <a:ext cx="367414" cy="252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F067CD-8E6B-4360-9AA8-C5DF2A48A6D1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C3A49B-3196-44DF-AC28-085C72EFBFF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892000"/>
            <a:ext cx="6488999" cy="252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/>
            </a:lvl1pPr>
          </a:lstStyle>
          <a:p>
            <a:r>
              <a:rPr lang="bg-BG" sz="1100" dirty="0"/>
              <a:t>Работна група </a:t>
            </a:r>
            <a:r>
              <a:rPr lang="bg-BG" dirty="0"/>
              <a:t>"Образование по програмиране и ИТ"</a:t>
            </a:r>
            <a:r>
              <a:rPr lang="bg-BG" sz="1100" dirty="0"/>
              <a:t>, с подкрепата на </a:t>
            </a:r>
            <a:r>
              <a:rPr lang="en-US" sz="1100" dirty="0">
                <a:hlinkClick r:id="rId2"/>
              </a:rPr>
              <a:t>SoftUni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1530847692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3" Type="http://schemas.openxmlformats.org/officeDocument/2006/relationships/hyperlink" Target="http://softuni.org/" TargetMode="External"/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8" name="Slide Image Placeholder 7">
            <a:extLst>
              <a:ext uri="{FF2B5EF4-FFF2-40B4-BE49-F238E27FC236}">
                <a16:creationId xmlns:a16="http://schemas.microsoft.com/office/drawing/2014/main" id="{78811095-27E9-49AB-972B-D4E20B3963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9" name="Notes Placeholder 8">
            <a:extLst>
              <a:ext uri="{FF2B5EF4-FFF2-40B4-BE49-F238E27FC236}">
                <a16:creationId xmlns:a16="http://schemas.microsoft.com/office/drawing/2014/main" id="{E923224B-0CC3-475A-8628-8A90751AE6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3288A3F3-90B1-4930-8D00-5603BDABEF1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© SoftUni – </a:t>
            </a:r>
            <a:r>
              <a:rPr lang="en-US" u="sng">
                <a:hlinkClick r:id="rId3"/>
              </a:rPr>
              <a:t>https://softuni.org</a:t>
            </a:r>
            <a:r>
              <a:rPr lang="en-US"/>
              <a:t>. Copyrighted document. Unauthorized copy or reproduction is not permitted.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44894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 Image Placeholder 13">
            <a:extLst>
              <a:ext uri="{FF2B5EF4-FFF2-40B4-BE49-F238E27FC236}">
                <a16:creationId xmlns:a16="http://schemas.microsoft.com/office/drawing/2014/main" id="{A1F0B3C6-2E53-4CA3-86D1-53D46EC352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5" name="Notes Placeholder 14">
            <a:extLst>
              <a:ext uri="{FF2B5EF4-FFF2-40B4-BE49-F238E27FC236}">
                <a16:creationId xmlns:a16="http://schemas.microsoft.com/office/drawing/2014/main" id="{149CC699-A079-49A5-A4D6-73B7F849A7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Slide Number Placeholder 5">
            <a:extLst>
              <a:ext uri="{FF2B5EF4-FFF2-40B4-BE49-F238E27FC236}">
                <a16:creationId xmlns:a16="http://schemas.microsoft.com/office/drawing/2014/main" id="{121F4233-7E9A-40D2-9066-2DB14E2FA5AD}"/>
              </a:ext>
            </a:extLst>
          </p:cNvPr>
          <p:cNvSpPr txBox="1">
            <a:spLocks/>
          </p:cNvSpPr>
          <p:nvPr/>
        </p:nvSpPr>
        <p:spPr>
          <a:xfrm>
            <a:off x="6488999" y="884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BA5BD7-F043-4D1B-AA17-CD412FC534DE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18F1DFF-B3E7-4ABF-97EE-0BBF3A961EC5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© SoftUni – </a:t>
            </a:r>
            <a:r>
              <a:rPr lang="en-US" u="sng">
                <a:hlinkClick r:id="rId3"/>
              </a:rPr>
              <a:t>https://softuni.org</a:t>
            </a:r>
            <a:r>
              <a:rPr lang="en-US"/>
              <a:t>. Copyrighted document. Unauthorized copy or reproduction is not permitted.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85307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smtClean="0"/>
              <a:t>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bg-BG" sz="1100"/>
              <a:t>Работна група </a:t>
            </a:r>
            <a:r>
              <a:rPr lang="bg-BG"/>
              <a:t>"Образование по програмиране и ИТ"</a:t>
            </a:r>
            <a:r>
              <a:rPr lang="bg-BG" sz="1100"/>
              <a:t>, с подкрепата на </a:t>
            </a:r>
            <a:r>
              <a:rPr lang="en-US" sz="1100">
                <a:hlinkClick r:id="rId3"/>
              </a:rPr>
              <a:t>SoftUni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2166598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F067CD-8E6B-4360-9AA8-C5DF2A48A6D1}" type="slidenum">
              <a:rPr lang="en-US" smtClean="0"/>
              <a:t>14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bg-BG" sz="1100"/>
              <a:t>Работна група </a:t>
            </a:r>
            <a:r>
              <a:rPr lang="bg-BG"/>
              <a:t>"Образование по програмиране и ИТ"</a:t>
            </a:r>
            <a:r>
              <a:rPr lang="bg-BG" sz="1100"/>
              <a:t>, с подкрепата на </a:t>
            </a:r>
            <a:r>
              <a:rPr lang="en-US" sz="1100">
                <a:hlinkClick r:id="rId3"/>
              </a:rPr>
              <a:t>SoftUni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295735053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F067CD-8E6B-4360-9AA8-C5DF2A48A6D1}" type="slidenum">
              <a:rPr lang="en-US" smtClean="0"/>
              <a:t>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bg-BG" sz="1100"/>
              <a:t>Работна група </a:t>
            </a:r>
            <a:r>
              <a:rPr lang="bg-BG"/>
              <a:t>"Образование по програмиране и ИТ"</a:t>
            </a:r>
            <a:r>
              <a:rPr lang="bg-BG" sz="1100"/>
              <a:t>, с подкрепата на </a:t>
            </a:r>
            <a:r>
              <a:rPr lang="en-US" sz="1100">
                <a:hlinkClick r:id="rId3"/>
              </a:rPr>
              <a:t>SoftUni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151366985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z="1000" dirty="0"/>
              <a:t>© Software University Foundation – </a:t>
            </a:r>
            <a:r>
              <a:rPr lang="en-US" sz="1000" u="sng" dirty="0">
                <a:hlinkClick r:id="rId3"/>
              </a:rPr>
              <a:t>http://softuni.org</a:t>
            </a:r>
            <a:endParaRPr lang="en-US" sz="1000" dirty="0"/>
          </a:p>
          <a:p>
            <a:r>
              <a:rPr lang="en-US" sz="1000" dirty="0"/>
              <a:t>This work is licensed under the </a:t>
            </a:r>
            <a:r>
              <a:rPr lang="en-US" sz="1000" u="sng" noProof="1">
                <a:hlinkClick r:id="rId4"/>
              </a:rPr>
              <a:t>Creative Commons Attribution-NonCommercial-ShareAlike</a:t>
            </a:r>
            <a:r>
              <a:rPr lang="en-US" sz="1000" noProof="1"/>
              <a:t> </a:t>
            </a:r>
            <a:r>
              <a:rPr lang="en-US" sz="1000" dirty="0"/>
              <a:t>license.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580472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049B984-F964-47FF-8179-0A3007CE21CD}"/>
              </a:ext>
            </a:extLst>
          </p:cNvPr>
          <p:cNvSpPr txBox="1">
            <a:spLocks/>
          </p:cNvSpPr>
          <p:nvPr/>
        </p:nvSpPr>
        <p:spPr>
          <a:xfrm>
            <a:off x="6488999" y="884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BA5BD7-F043-4D1B-AA17-CD412FC534DE}" type="slidenum">
              <a:rPr lang="en-US" smtClean="0"/>
              <a:pPr/>
              <a:t>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059BE0-D868-413B-AAA1-1CC88D1F52C5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© SoftUni – </a:t>
            </a:r>
            <a:r>
              <a:rPr lang="en-US" u="sng">
                <a:hlinkClick r:id="rId3"/>
              </a:rPr>
              <a:t>https://softuni.org</a:t>
            </a:r>
            <a:r>
              <a:rPr lang="en-US"/>
              <a:t>. Copyrighted document. Unauthorized copy or reproduction is not permitted.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659037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27548A-4D3C-449B-81A5-FA4BE4628490}"/>
              </a:ext>
            </a:extLst>
          </p:cNvPr>
          <p:cNvSpPr txBox="1">
            <a:spLocks/>
          </p:cNvSpPr>
          <p:nvPr/>
        </p:nvSpPr>
        <p:spPr>
          <a:xfrm>
            <a:off x="6488999" y="884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BA5BD7-F043-4D1B-AA17-CD412FC534DE}" type="slidenum">
              <a:rPr lang="en-US" smtClean="0"/>
              <a:pPr/>
              <a:t>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2472CE7-61C1-4B7B-B0C8-5A45F0178717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© SoftUni – </a:t>
            </a:r>
            <a:r>
              <a:rPr lang="en-US" u="sng">
                <a:hlinkClick r:id="rId3"/>
              </a:rPr>
              <a:t>https://softuni.org</a:t>
            </a:r>
            <a:r>
              <a:rPr lang="en-US"/>
              <a:t>. Copyrighted document. Unauthorized copy or reproduction is not permitted.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88444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hyperlink" Target="http://creativecommons.org/licenses/by-nc-sa/4.0/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entation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Bottom">
            <a:extLst>
              <a:ext uri="{FF2B5EF4-FFF2-40B4-BE49-F238E27FC236}">
                <a16:creationId xmlns:a16="http://schemas.microsoft.com/office/drawing/2014/main" id="{6854D183-0374-4B3E-B2CE-32F308A81591}"/>
              </a:ext>
            </a:extLst>
          </p:cNvPr>
          <p:cNvSpPr/>
          <p:nvPr userDrawn="1"/>
        </p:nvSpPr>
        <p:spPr>
          <a:xfrm>
            <a:off x="0" y="6702676"/>
            <a:ext cx="12195176" cy="15532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33" name="Picture Placeholder Title Image">
            <a:extLst>
              <a:ext uri="{FF2B5EF4-FFF2-40B4-BE49-F238E27FC236}">
                <a16:creationId xmlns:a16="http://schemas.microsoft.com/office/drawing/2014/main" id="{A04D819A-89E2-4714-8C56-1838BF467EF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390123" y="3400017"/>
            <a:ext cx="5248260" cy="2188983"/>
          </a:xfrm>
        </p:spPr>
        <p:txBody>
          <a:bodyPr/>
          <a:lstStyle>
            <a:lvl1pPr marL="0" indent="0" algn="ctr" latinLnBrk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Click icon to add picture</a:t>
            </a:r>
          </a:p>
        </p:txBody>
      </p:sp>
      <p:sp>
        <p:nvSpPr>
          <p:cNvPr id="10" name="Company Web Site">
            <a:extLst>
              <a:ext uri="{FF2B5EF4-FFF2-40B4-BE49-F238E27FC236}">
                <a16:creationId xmlns:a16="http://schemas.microsoft.com/office/drawing/2014/main" id="{0B99B1EE-62FA-4AA4-920C-D444D6C0B77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390120" y="6086106"/>
            <a:ext cx="5248260" cy="341313"/>
          </a:xfrm>
        </p:spPr>
        <p:txBody>
          <a:bodyPr lIns="36000" rIns="36000" anchor="ctr" anchorCtr="0">
            <a:noAutofit/>
          </a:bodyPr>
          <a:lstStyle>
            <a:lvl1pPr marL="0" indent="0" algn="r">
              <a:buNone/>
              <a:defRPr sz="1800"/>
            </a:lvl1pPr>
          </a:lstStyle>
          <a:p>
            <a:pPr lvl="0"/>
            <a:r>
              <a:rPr lang="en-US" dirty="0"/>
              <a:t>https://softuni.foundation  </a:t>
            </a:r>
          </a:p>
        </p:txBody>
      </p:sp>
      <p:sp>
        <p:nvSpPr>
          <p:cNvPr id="6" name="Company Name">
            <a:extLst>
              <a:ext uri="{FF2B5EF4-FFF2-40B4-BE49-F238E27FC236}">
                <a16:creationId xmlns:a16="http://schemas.microsoft.com/office/drawing/2014/main" id="{2A76510A-0BAE-A827-E77C-BE88E38F52A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390122" y="5698189"/>
            <a:ext cx="5248260" cy="374236"/>
          </a:xfrm>
        </p:spPr>
        <p:txBody>
          <a:bodyPr lIns="36000" rIns="36000" anchor="ctr" anchorCtr="0">
            <a:normAutofit/>
          </a:bodyPr>
          <a:lstStyle>
            <a:lvl1pPr marL="0" indent="0" algn="r">
              <a:buNone/>
              <a:defRPr sz="2000" b="1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pPr lvl="0"/>
            <a:r>
              <a:rPr lang="en-US" dirty="0"/>
              <a:t>SoftUni Foundation</a:t>
            </a:r>
          </a:p>
        </p:txBody>
      </p:sp>
      <p:sp>
        <p:nvSpPr>
          <p:cNvPr id="31" name="Author Position">
            <a:extLst>
              <a:ext uri="{FF2B5EF4-FFF2-40B4-BE49-F238E27FC236}">
                <a16:creationId xmlns:a16="http://schemas.microsoft.com/office/drawing/2014/main" id="{3E6B87B7-9D33-4EBB-BD4F-C0436BA3FD7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 bwMode="auto">
          <a:xfrm>
            <a:off x="534045" y="6085863"/>
            <a:ext cx="4751953" cy="341556"/>
          </a:xfrm>
          <a:prstGeom prst="rect">
            <a:avLst/>
          </a:prstGeom>
          <a:noFill/>
          <a:effectLst/>
        </p:spPr>
        <p:txBody>
          <a:bodyPr wrap="square" lIns="36000" tIns="36000" rIns="36000" bIns="36000" rtlCol="0" anchor="ctr" anchorCtr="0">
            <a:noAutofit/>
          </a:bodyPr>
          <a:lstStyle>
            <a:lvl1pPr marL="0" indent="0" algn="l" rtl="0" fontAlgn="base" latinLnBrk="0">
              <a:spcBef>
                <a:spcPct val="0"/>
              </a:spcBef>
              <a:spcAft>
                <a:spcPct val="0"/>
              </a:spcAft>
              <a:buNone/>
              <a:defRPr lang="en-US" sz="1800" b="0" kern="1200" dirty="0" smtClean="0">
                <a:solidFill>
                  <a:schemeClr val="tx1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 dirty="0"/>
              <a:t>URL</a:t>
            </a:r>
          </a:p>
        </p:txBody>
      </p:sp>
      <p:sp>
        <p:nvSpPr>
          <p:cNvPr id="30" name="Author Name">
            <a:extLst>
              <a:ext uri="{FF2B5EF4-FFF2-40B4-BE49-F238E27FC236}">
                <a16:creationId xmlns:a16="http://schemas.microsoft.com/office/drawing/2014/main" id="{2EA92DCA-4DB5-4D03-ACD3-A6A296592D0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 bwMode="auto">
          <a:xfrm>
            <a:off x="534046" y="5251106"/>
            <a:ext cx="4751954" cy="724904"/>
          </a:xfrm>
          <a:prstGeom prst="rect">
            <a:avLst/>
          </a:prstGeom>
          <a:noFill/>
          <a:effectLst/>
        </p:spPr>
        <p:txBody>
          <a:bodyPr wrap="square" lIns="36000" tIns="36000" rIns="36000" bIns="36000" rtlCol="0" anchor="ctr" anchorCtr="0">
            <a:noAutofit/>
          </a:bodyPr>
          <a:lstStyle>
            <a:lvl1pPr marL="0" indent="0" algn="l" rtl="0" fontAlgn="base" latinLnBrk="0">
              <a:spcBef>
                <a:spcPct val="0"/>
              </a:spcBef>
              <a:spcAft>
                <a:spcPct val="0"/>
              </a:spcAft>
              <a:buNone/>
              <a:defRPr lang="en-US" sz="2000" b="1" kern="1200" dirty="0" smtClean="0">
                <a:solidFill>
                  <a:schemeClr val="tx1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 dirty="0"/>
              <a:t>Authors</a:t>
            </a:r>
          </a:p>
        </p:txBody>
      </p:sp>
      <p:sp>
        <p:nvSpPr>
          <p:cNvPr id="43" name="Presentation Subtitle">
            <a:extLst>
              <a:ext uri="{FF2B5EF4-FFF2-40B4-BE49-F238E27FC236}">
                <a16:creationId xmlns:a16="http://schemas.microsoft.com/office/drawing/2014/main" id="{37BDB812-1395-4B02-ABCF-6A331EEE23E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54746" y="1402942"/>
            <a:ext cx="11083636" cy="1306057"/>
          </a:xfrm>
        </p:spPr>
        <p:txBody>
          <a:bodyPr anchor="t" anchorCtr="0">
            <a:normAutofit/>
          </a:bodyPr>
          <a:lstStyle>
            <a:lvl1pPr marL="0" indent="0" algn="ctr" latinLnBrk="0">
              <a:buNone/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 noProof="0" dirty="0"/>
              <a:t>Presentation Subtitle</a:t>
            </a:r>
          </a:p>
        </p:txBody>
      </p:sp>
      <p:sp>
        <p:nvSpPr>
          <p:cNvPr id="2" name="Presentation Title">
            <a:extLst>
              <a:ext uri="{FF2B5EF4-FFF2-40B4-BE49-F238E27FC236}">
                <a16:creationId xmlns:a16="http://schemas.microsoft.com/office/drawing/2014/main" id="{A4DF3AB8-E6E3-4FCE-8A4A-ECD147720A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4746" y="321501"/>
            <a:ext cx="11083636" cy="971589"/>
          </a:xfrm>
        </p:spPr>
        <p:txBody>
          <a:bodyPr>
            <a:normAutofit/>
          </a:bodyPr>
          <a:lstStyle>
            <a:lvl1pPr algn="ctr" latinLnBrk="0">
              <a:defRPr sz="5400"/>
            </a:lvl1pPr>
          </a:lstStyle>
          <a:p>
            <a:r>
              <a:rPr lang="en-US" noProof="0" dirty="0"/>
              <a:t>Presentation 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24D0DB3-F60A-469B-7831-209CB666CCE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549" y="4325954"/>
            <a:ext cx="2538082" cy="633046"/>
          </a:xfrm>
          <a:prstGeom prst="rect">
            <a:avLst/>
          </a:prstGeom>
        </p:spPr>
      </p:pic>
      <p:pic>
        <p:nvPicPr>
          <p:cNvPr id="5" name="Picture 4" title="CC-BY-NC-SA License">
            <a:hlinkClick r:id="rId3" tooltip="This work is licensed under the &quot;Creative Commons Attribution-NonCommercial-ShareAlike 4.0 International&quot; license"/>
            <a:extLst>
              <a:ext uri="{FF2B5EF4-FFF2-40B4-BE49-F238E27FC236}">
                <a16:creationId xmlns:a16="http://schemas.microsoft.com/office/drawing/2014/main" id="{2D40731C-0303-A69D-63FD-E048A73CA59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402682" y="4321352"/>
            <a:ext cx="1809336" cy="633045"/>
          </a:xfrm>
          <a:prstGeom prst="roundRect">
            <a:avLst>
              <a:gd name="adj" fmla="val 3940"/>
            </a:avLst>
          </a:prstGeom>
          <a:solidFill>
            <a:srgbClr val="231F20">
              <a:alpha val="50000"/>
            </a:srgbClr>
          </a:solidFill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06541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Center Icon"/>
          <p:cNvSpPr>
            <a:spLocks noChangeAspect="1"/>
          </p:cNvSpPr>
          <p:nvPr/>
        </p:nvSpPr>
        <p:spPr>
          <a:xfrm>
            <a:off x="4319736" y="867751"/>
            <a:ext cx="3552529" cy="3552529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1" name="Slide Subtitle"/>
          <p:cNvSpPr>
            <a:spLocks noGrp="1"/>
          </p:cNvSpPr>
          <p:nvPr>
            <p:ph type="subTitle" sz="quarter" idx="11" hasCustomPrompt="1"/>
          </p:nvPr>
        </p:nvSpPr>
        <p:spPr>
          <a:xfrm>
            <a:off x="615109" y="5585916"/>
            <a:ext cx="10961783" cy="76808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 latinLnBrk="0">
              <a:buNone/>
              <a:defRPr sz="3998" b="0" baseline="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noProof="0" dirty="0"/>
              <a:t>Click to Edit Section Subtitle</a:t>
            </a:r>
          </a:p>
        </p:txBody>
      </p:sp>
      <p:sp>
        <p:nvSpPr>
          <p:cNvPr id="10" name="Slide Title"/>
          <p:cNvSpPr>
            <a:spLocks noGrp="1"/>
          </p:cNvSpPr>
          <p:nvPr>
            <p:ph type="title" sz="quarter" idx="10" hasCustomPrompt="1"/>
          </p:nvPr>
        </p:nvSpPr>
        <p:spPr>
          <a:xfrm>
            <a:off x="615109" y="4704825"/>
            <a:ext cx="10961783" cy="76808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 latinLnBrk="0">
              <a:buNone/>
              <a:defRPr sz="5396" b="1" baseline="0">
                <a:solidFill>
                  <a:schemeClr val="tx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noProof="0" dirty="0"/>
              <a:t>Click to Edit Section Title</a:t>
            </a:r>
            <a:endParaRPr lang="en-US" altLang="ko-KR" noProof="0" dirty="0"/>
          </a:p>
        </p:txBody>
      </p:sp>
    </p:spTree>
    <p:extLst>
      <p:ext uri="{BB962C8B-B14F-4D97-AF65-F5344CB8AC3E}">
        <p14:creationId xmlns:p14="http://schemas.microsoft.com/office/powerpoint/2010/main" val="35292164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">
            <a:extLst>
              <a:ext uri="{FF2B5EF4-FFF2-40B4-BE49-F238E27FC236}">
                <a16:creationId xmlns:a16="http://schemas.microsoft.com/office/drawing/2014/main" id="{C1780DB1-0AF0-4108-AFE1-9DA99F0DBCB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3" name="Slide Body Text">
            <a:extLst>
              <a:ext uri="{FF2B5EF4-FFF2-40B4-BE49-F238E27FC236}">
                <a16:creationId xmlns:a16="http://schemas.microsoft.com/office/drawing/2014/main" id="{5A9D2960-6D42-439F-82E8-812822013A1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0402" y="1196125"/>
            <a:ext cx="11818096" cy="5528766"/>
          </a:xfrm>
        </p:spPr>
        <p:txBody>
          <a:bodyPr/>
          <a:lstStyle>
            <a:lvl1pPr latinLnBrk="0">
              <a:defRPr/>
            </a:lvl1pPr>
            <a:lvl2pPr latinLnBrk="0">
              <a:defRPr/>
            </a:lvl2pPr>
            <a:lvl3pPr latinLnBrk="0">
              <a:defRPr/>
            </a:lvl3pPr>
            <a:lvl4pPr latinLnBrk="0">
              <a:defRPr/>
            </a:lvl4pPr>
            <a:lvl5pPr latinLnBrk="0">
              <a:defRPr/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3" name="Rectangle Top">
            <a:extLst>
              <a:ext uri="{FF2B5EF4-FFF2-40B4-BE49-F238E27FC236}">
                <a16:creationId xmlns:a16="http://schemas.microsoft.com/office/drawing/2014/main" id="{391AFA4E-7870-4561-A1B8-AC956B0C8931}"/>
              </a:ext>
            </a:extLst>
          </p:cNvPr>
          <p:cNvSpPr/>
          <p:nvPr userDrawn="1"/>
        </p:nvSpPr>
        <p:spPr>
          <a:xfrm>
            <a:off x="0" y="0"/>
            <a:ext cx="12196800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6" name="Slide Title">
            <a:extLst>
              <a:ext uri="{FF2B5EF4-FFF2-40B4-BE49-F238E27FC236}">
                <a16:creationId xmlns:a16="http://schemas.microsoft.com/office/drawing/2014/main" id="{19B5B676-7892-440F-8191-7109B2C5988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406" y="100750"/>
            <a:ext cx="10270594" cy="882654"/>
          </a:xfrm>
        </p:spPr>
        <p:txBody>
          <a:bodyPr/>
          <a:lstStyle>
            <a:lvl1pPr latinLnBrk="0"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Slide 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B9A1D0F-F579-6A3C-C698-4E2E7F1AB26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3573" y="368999"/>
            <a:ext cx="1443361" cy="360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29707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portant Concep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">
            <a:extLst>
              <a:ext uri="{FF2B5EF4-FFF2-40B4-BE49-F238E27FC236}">
                <a16:creationId xmlns:a16="http://schemas.microsoft.com/office/drawing/2014/main" id="{0020EB61-2079-41A3-B356-B1D8D48D78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6" name="Rectangle Left"/>
          <p:cNvSpPr/>
          <p:nvPr/>
        </p:nvSpPr>
        <p:spPr>
          <a:xfrm>
            <a:off x="0" y="0"/>
            <a:ext cx="115383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 dirty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3074" name="Picture Bulb" descr="Bulb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235205" y="1792355"/>
            <a:ext cx="1830304" cy="40622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Slide Body Text">
            <a:extLst>
              <a:ext uri="{FF2B5EF4-FFF2-40B4-BE49-F238E27FC236}">
                <a16:creationId xmlns:a16="http://schemas.microsoft.com/office/drawing/2014/main" id="{CB4CB13C-66A1-466B-A6C1-B0BABF5CFEC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866000" y="1121143"/>
            <a:ext cx="10129234" cy="5546589"/>
          </a:xfrm>
        </p:spPr>
        <p:txBody>
          <a:bodyPr/>
          <a:lstStyle>
            <a:lvl1pPr latinLnBrk="0">
              <a:defRPr>
                <a:solidFill>
                  <a:schemeClr val="tx1"/>
                </a:solidFill>
              </a:defRPr>
            </a:lvl1pPr>
            <a:lvl2pPr latinLnBrk="0">
              <a:defRPr>
                <a:solidFill>
                  <a:schemeClr val="tx1"/>
                </a:solidFill>
              </a:defRPr>
            </a:lvl2pPr>
            <a:lvl3pPr latinLnBrk="0">
              <a:defRPr>
                <a:solidFill>
                  <a:schemeClr val="tx1"/>
                </a:solidFill>
              </a:defRPr>
            </a:lvl3pPr>
            <a:lvl4pPr latinLnBrk="0">
              <a:defRPr>
                <a:solidFill>
                  <a:schemeClr val="tx1"/>
                </a:solidFill>
              </a:defRPr>
            </a:lvl4pPr>
            <a:lvl5pPr latinLnBrk="0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8" name="Slide Title">
            <a:extLst>
              <a:ext uri="{FF2B5EF4-FFF2-40B4-BE49-F238E27FC236}">
                <a16:creationId xmlns:a16="http://schemas.microsoft.com/office/drawing/2014/main" id="{E2DA9691-CDF5-499C-94BB-AAA61DAC1BF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96956" y="100750"/>
            <a:ext cx="9164044" cy="882654"/>
          </a:xfrm>
        </p:spPr>
        <p:txBody>
          <a:bodyPr/>
          <a:lstStyle>
            <a:lvl1pPr latinLnBrk="0">
              <a:defRPr/>
            </a:lvl1pPr>
          </a:lstStyle>
          <a:p>
            <a:r>
              <a:rPr lang="en-US" noProof="0" dirty="0"/>
              <a:t>Slide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8CA5371-2597-CF8F-1859-22639580743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1877" y="362077"/>
            <a:ext cx="1443357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25307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portant Exa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">
            <a:extLst>
              <a:ext uri="{FF2B5EF4-FFF2-40B4-BE49-F238E27FC236}">
                <a16:creationId xmlns:a16="http://schemas.microsoft.com/office/drawing/2014/main" id="{1865BF6B-7F07-4E9C-879F-80E36EEB34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2" name="Rectangle Left">
            <a:extLst>
              <a:ext uri="{FF2B5EF4-FFF2-40B4-BE49-F238E27FC236}">
                <a16:creationId xmlns:a16="http://schemas.microsoft.com/office/drawing/2014/main" id="{345FB1C8-7F66-4D5C-ACCE-AE919936BCFD}"/>
              </a:ext>
            </a:extLst>
          </p:cNvPr>
          <p:cNvSpPr/>
          <p:nvPr/>
        </p:nvSpPr>
        <p:spPr>
          <a:xfrm>
            <a:off x="0" y="0"/>
            <a:ext cx="115383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 dirty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3074" name="Picture Bulb" descr="Bulb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520027" y="3314704"/>
            <a:ext cx="1260665" cy="2797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Slide Body Text">
            <a:extLst>
              <a:ext uri="{FF2B5EF4-FFF2-40B4-BE49-F238E27FC236}">
                <a16:creationId xmlns:a16="http://schemas.microsoft.com/office/drawing/2014/main" id="{6157C8DE-E0AF-422B-BBB1-F0AF1264B5E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673561" y="1121143"/>
            <a:ext cx="10321675" cy="5546589"/>
          </a:xfrm>
        </p:spPr>
        <p:txBody>
          <a:bodyPr/>
          <a:lstStyle>
            <a:lvl1pPr latinLnBrk="0">
              <a:defRPr>
                <a:solidFill>
                  <a:schemeClr val="tx1"/>
                </a:solidFill>
              </a:defRPr>
            </a:lvl1pPr>
            <a:lvl2pPr latinLnBrk="0">
              <a:defRPr>
                <a:solidFill>
                  <a:schemeClr val="tx1"/>
                </a:solidFill>
              </a:defRPr>
            </a:lvl2pPr>
            <a:lvl3pPr latinLnBrk="0">
              <a:defRPr>
                <a:solidFill>
                  <a:schemeClr val="tx1"/>
                </a:solidFill>
              </a:defRPr>
            </a:lvl3pPr>
            <a:lvl4pPr latinLnBrk="0">
              <a:defRPr>
                <a:solidFill>
                  <a:schemeClr val="tx1"/>
                </a:solidFill>
              </a:defRPr>
            </a:lvl4pPr>
            <a:lvl5pPr latinLnBrk="0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3" name="Slide Title">
            <a:extLst>
              <a:ext uri="{FF2B5EF4-FFF2-40B4-BE49-F238E27FC236}">
                <a16:creationId xmlns:a16="http://schemas.microsoft.com/office/drawing/2014/main" id="{0D5CC956-5C4A-44BE-8F8B-327FAFA51E9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96956" y="100750"/>
            <a:ext cx="9164044" cy="882654"/>
          </a:xfrm>
        </p:spPr>
        <p:txBody>
          <a:bodyPr/>
          <a:lstStyle>
            <a:lvl1pPr latinLnBrk="0">
              <a:defRPr/>
            </a:lvl1pPr>
          </a:lstStyle>
          <a:p>
            <a:r>
              <a:rPr lang="en-US" noProof="0" dirty="0"/>
              <a:t>Slide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37AF1B9-D67A-246A-86B6-E28F19C5239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1877" y="362077"/>
            <a:ext cx="1443357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96517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">
            <a:extLst>
              <a:ext uri="{FF2B5EF4-FFF2-40B4-BE49-F238E27FC236}">
                <a16:creationId xmlns:a16="http://schemas.microsoft.com/office/drawing/2014/main" id="{F0B8C963-1813-4B69-AD27-6D02EBBBB5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3" name="Rectangle Left">
            <a:extLst>
              <a:ext uri="{FF2B5EF4-FFF2-40B4-BE49-F238E27FC236}">
                <a16:creationId xmlns:a16="http://schemas.microsoft.com/office/drawing/2014/main" id="{345FB1C8-7F66-4D5C-ACCE-AE919936BCFD}"/>
              </a:ext>
            </a:extLst>
          </p:cNvPr>
          <p:cNvSpPr/>
          <p:nvPr userDrawn="1"/>
        </p:nvSpPr>
        <p:spPr>
          <a:xfrm>
            <a:off x="0" y="0"/>
            <a:ext cx="429471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 dirty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4" name="Picture Bulb" descr="Bulb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156000" y="5098868"/>
            <a:ext cx="779209" cy="17293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Slide Body Text">
            <a:extLst>
              <a:ext uri="{FF2B5EF4-FFF2-40B4-BE49-F238E27FC236}">
                <a16:creationId xmlns:a16="http://schemas.microsoft.com/office/drawing/2014/main" id="{7296EDA7-D37D-4B31-A888-371F0804124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5176" y="1121143"/>
            <a:ext cx="11410061" cy="5546589"/>
          </a:xfrm>
        </p:spPr>
        <p:txBody>
          <a:bodyPr/>
          <a:lstStyle>
            <a:lvl1pPr latinLnBrk="0">
              <a:defRPr>
                <a:solidFill>
                  <a:schemeClr val="tx1"/>
                </a:solidFill>
              </a:defRPr>
            </a:lvl1pPr>
            <a:lvl2pPr latinLnBrk="0">
              <a:defRPr>
                <a:solidFill>
                  <a:schemeClr val="tx1"/>
                </a:solidFill>
              </a:defRPr>
            </a:lvl2pPr>
            <a:lvl3pPr latinLnBrk="0">
              <a:defRPr>
                <a:solidFill>
                  <a:schemeClr val="tx1"/>
                </a:solidFill>
              </a:defRPr>
            </a:lvl3pPr>
            <a:lvl4pPr latinLnBrk="0">
              <a:defRPr>
                <a:solidFill>
                  <a:schemeClr val="tx1"/>
                </a:solidFill>
              </a:defRPr>
            </a:lvl4pPr>
            <a:lvl5pPr latinLnBrk="0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6" name="Slide Title">
            <a:extLst>
              <a:ext uri="{FF2B5EF4-FFF2-40B4-BE49-F238E27FC236}">
                <a16:creationId xmlns:a16="http://schemas.microsoft.com/office/drawing/2014/main" id="{55A88B09-3557-48A3-BF27-42699C2692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177" y="100750"/>
            <a:ext cx="9875824" cy="882654"/>
          </a:xfrm>
        </p:spPr>
        <p:txBody>
          <a:bodyPr/>
          <a:lstStyle>
            <a:lvl1pPr latinLnBrk="0">
              <a:defRPr/>
            </a:lvl1pPr>
          </a:lstStyle>
          <a:p>
            <a:r>
              <a:rPr lang="en-US" noProof="0" dirty="0"/>
              <a:t>Slide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C2C375B-43BF-D1DD-F160-1500A111885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1877" y="362077"/>
            <a:ext cx="1443357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45625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urce Code Exa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">
            <a:extLst>
              <a:ext uri="{FF2B5EF4-FFF2-40B4-BE49-F238E27FC236}">
                <a16:creationId xmlns:a16="http://schemas.microsoft.com/office/drawing/2014/main" id="{509D954E-A844-4072-A556-DE584BEB93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9" name="Rectangle Top">
            <a:extLst>
              <a:ext uri="{FF2B5EF4-FFF2-40B4-BE49-F238E27FC236}">
                <a16:creationId xmlns:a16="http://schemas.microsoft.com/office/drawing/2014/main" id="{A15CE03A-0933-4E5D-9EA1-718D4F802FFC}"/>
              </a:ext>
            </a:extLst>
          </p:cNvPr>
          <p:cNvSpPr/>
          <p:nvPr userDrawn="1"/>
        </p:nvSpPr>
        <p:spPr>
          <a:xfrm>
            <a:off x="0" y="1311"/>
            <a:ext cx="12196800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 dirty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2" name="Slide Body Text">
            <a:extLst>
              <a:ext uri="{FF2B5EF4-FFF2-40B4-BE49-F238E27FC236}">
                <a16:creationId xmlns:a16="http://schemas.microsoft.com/office/drawing/2014/main" id="{B608ED73-CE88-49E4-8BFC-DBD6E9AE6B1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0406" y="1206668"/>
            <a:ext cx="11804831" cy="5550582"/>
          </a:xfrm>
        </p:spPr>
        <p:txBody>
          <a:bodyPr/>
          <a:lstStyle>
            <a:lvl1pPr latinLnBrk="0">
              <a:defRPr>
                <a:solidFill>
                  <a:schemeClr val="tx1"/>
                </a:solidFill>
              </a:defRPr>
            </a:lvl1pPr>
            <a:lvl2pPr latinLnBrk="0">
              <a:defRPr>
                <a:solidFill>
                  <a:schemeClr val="tx1"/>
                </a:solidFill>
              </a:defRPr>
            </a:lvl2pPr>
            <a:lvl3pPr latinLnBrk="0">
              <a:defRPr>
                <a:solidFill>
                  <a:schemeClr val="tx1"/>
                </a:solidFill>
              </a:defRPr>
            </a:lvl3pPr>
            <a:lvl4pPr latinLnBrk="0">
              <a:defRPr>
                <a:solidFill>
                  <a:schemeClr val="tx1"/>
                </a:solidFill>
              </a:defRPr>
            </a:lvl4pPr>
            <a:lvl5pPr latinLnBrk="0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 dirty="0"/>
              <a:t>This is a code example</a:t>
            </a:r>
          </a:p>
        </p:txBody>
      </p:sp>
      <p:sp>
        <p:nvSpPr>
          <p:cNvPr id="4" name="Code Box">
            <a:extLst>
              <a:ext uri="{FF2B5EF4-FFF2-40B4-BE49-F238E27FC236}">
                <a16:creationId xmlns:a16="http://schemas.microsoft.com/office/drawing/2014/main" id="{F4E021E9-D6DB-4272-8C9F-CEF4940FDC1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74683" y="2034000"/>
            <a:ext cx="10836275" cy="2237893"/>
          </a:xfrm>
          <a:solidFill>
            <a:schemeClr val="accent6">
              <a:lumMod val="75000"/>
              <a:alpha val="15000"/>
            </a:schemeClr>
          </a:solidFill>
          <a:ln w="12700">
            <a:solidFill>
              <a:schemeClr val="tx1">
                <a:lumMod val="50000"/>
              </a:schemeClr>
            </a:solidFill>
          </a:ln>
        </p:spPr>
        <p:txBody>
          <a:bodyPr vert="horz" wrap="square" lIns="144000" tIns="108000" rIns="144000" bIns="108000" rtlCol="0">
            <a:spAutoFit/>
          </a:bodyPr>
          <a:lstStyle>
            <a:lvl1pPr>
              <a:buNone/>
              <a:defRPr lang="en-US" sz="2800" b="1" smtClean="0">
                <a:latin typeface="Consolas" pitchFamily="49" charset="0"/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noProof="1"/>
              <a:t>Source code box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noProof="1"/>
              <a:t>…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noProof="1"/>
              <a:t>…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noProof="1"/>
              <a:t>…</a:t>
            </a:r>
          </a:p>
        </p:txBody>
      </p:sp>
      <p:sp>
        <p:nvSpPr>
          <p:cNvPr id="11" name="Slide Title">
            <a:extLst>
              <a:ext uri="{FF2B5EF4-FFF2-40B4-BE49-F238E27FC236}">
                <a16:creationId xmlns:a16="http://schemas.microsoft.com/office/drawing/2014/main" id="{47D60833-F0A9-4F29-8C06-A963A7C8BE9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405" y="100750"/>
            <a:ext cx="10239658" cy="882654"/>
          </a:xfrm>
        </p:spPr>
        <p:txBody>
          <a:bodyPr/>
          <a:lstStyle>
            <a:lvl1pPr latinLnBrk="0"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Slide Title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B69A4E8-9221-8F79-65B4-BF9AA7F87DD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3573" y="368999"/>
            <a:ext cx="1443361" cy="360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08298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mo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Center Icon"/>
          <p:cNvSpPr>
            <a:spLocks noChangeAspect="1"/>
          </p:cNvSpPr>
          <p:nvPr/>
        </p:nvSpPr>
        <p:spPr>
          <a:xfrm>
            <a:off x="831000" y="1091471"/>
            <a:ext cx="3552529" cy="3552529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1" name="Slide Subtitle"/>
          <p:cNvSpPr>
            <a:spLocks noGrp="1"/>
          </p:cNvSpPr>
          <p:nvPr>
            <p:ph type="subTitle" sz="quarter" idx="11" hasCustomPrompt="1"/>
          </p:nvPr>
        </p:nvSpPr>
        <p:spPr>
          <a:xfrm>
            <a:off x="5241000" y="3338387"/>
            <a:ext cx="6065892" cy="76808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 latinLnBrk="0">
              <a:buNone/>
              <a:defRPr sz="3998" b="0" baseline="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noProof="0" dirty="0"/>
              <a:t>Click to Edit Section Subtitle</a:t>
            </a:r>
          </a:p>
        </p:txBody>
      </p:sp>
      <p:sp>
        <p:nvSpPr>
          <p:cNvPr id="10" name="Slide Title"/>
          <p:cNvSpPr>
            <a:spLocks noGrp="1"/>
          </p:cNvSpPr>
          <p:nvPr>
            <p:ph type="title" sz="quarter" idx="10" hasCustomPrompt="1"/>
          </p:nvPr>
        </p:nvSpPr>
        <p:spPr>
          <a:xfrm>
            <a:off x="5241000" y="1471047"/>
            <a:ext cx="6065892" cy="1754333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 latinLnBrk="0">
              <a:buNone/>
              <a:defRPr sz="5396" b="1" baseline="0">
                <a:solidFill>
                  <a:schemeClr val="tx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noProof="0" dirty="0"/>
              <a:t>Click to Edit Section Title</a:t>
            </a:r>
            <a:endParaRPr lang="en-US" altLang="ko-KR" noProof="0" dirty="0"/>
          </a:p>
        </p:txBody>
      </p:sp>
    </p:spTree>
    <p:extLst>
      <p:ext uri="{BB962C8B-B14F-4D97-AF65-F5344CB8AC3E}">
        <p14:creationId xmlns:p14="http://schemas.microsoft.com/office/powerpoint/2010/main" val="24239197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of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">
            <a:extLst>
              <a:ext uri="{FF2B5EF4-FFF2-40B4-BE49-F238E27FC236}">
                <a16:creationId xmlns:a16="http://schemas.microsoft.com/office/drawing/2014/main" id="{39DDE17E-5472-41F3-AF5F-54DFF10DC6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23" name="Slide Body Text">
            <a:extLst>
              <a:ext uri="{FF2B5EF4-FFF2-40B4-BE49-F238E27FC236}">
                <a16:creationId xmlns:a16="http://schemas.microsoft.com/office/drawing/2014/main" id="{889D93F4-ABFA-46BF-8E5D-FE6562ACB20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96766" y="1371604"/>
            <a:ext cx="11781606" cy="5207396"/>
          </a:xfrm>
        </p:spPr>
        <p:txBody>
          <a:bodyPr>
            <a:normAutofit/>
          </a:bodyPr>
          <a:lstStyle>
            <a:lvl1pPr marL="514042" indent="-514042" latinLnBrk="0">
              <a:buFont typeface="+mj-lt"/>
              <a:buAutoNum type="arabicPeriod"/>
              <a:defRPr sz="3600">
                <a:solidFill>
                  <a:schemeClr val="tx1"/>
                </a:solidFill>
              </a:defRPr>
            </a:lvl1pPr>
            <a:lvl2pPr>
              <a:defRPr sz="3400"/>
            </a:lvl2pPr>
          </a:lstStyle>
          <a:p>
            <a:pPr lvl="0"/>
            <a:r>
              <a:rPr lang="en-US" noProof="0" dirty="0"/>
              <a:t>…</a:t>
            </a:r>
          </a:p>
          <a:p>
            <a:pPr lvl="1"/>
            <a:r>
              <a:rPr lang="en-US" noProof="0" dirty="0"/>
              <a:t>…</a:t>
            </a:r>
          </a:p>
          <a:p>
            <a:pPr lvl="1"/>
            <a:r>
              <a:rPr lang="en-US" noProof="0" dirty="0"/>
              <a:t>…</a:t>
            </a:r>
          </a:p>
          <a:p>
            <a:pPr lvl="0"/>
            <a:r>
              <a:rPr lang="en-US" noProof="0" dirty="0"/>
              <a:t>…</a:t>
            </a:r>
          </a:p>
          <a:p>
            <a:pPr lvl="1"/>
            <a:r>
              <a:rPr lang="en-US" noProof="0" dirty="0"/>
              <a:t>…</a:t>
            </a:r>
          </a:p>
          <a:p>
            <a:pPr lvl="1"/>
            <a:r>
              <a:rPr lang="en-US" noProof="0" dirty="0"/>
              <a:t>…</a:t>
            </a:r>
          </a:p>
          <a:p>
            <a:pPr lvl="0"/>
            <a:r>
              <a:rPr lang="en-US" noProof="0" dirty="0"/>
              <a:t>…</a:t>
            </a:r>
          </a:p>
        </p:txBody>
      </p:sp>
      <p:sp>
        <p:nvSpPr>
          <p:cNvPr id="8" name="Rectangle Top">
            <a:extLst>
              <a:ext uri="{FF2B5EF4-FFF2-40B4-BE49-F238E27FC236}">
                <a16:creationId xmlns:a16="http://schemas.microsoft.com/office/drawing/2014/main" id="{930E0800-9260-4369-8330-8264DD33C5CE}"/>
              </a:ext>
            </a:extLst>
          </p:cNvPr>
          <p:cNvSpPr/>
          <p:nvPr userDrawn="1"/>
        </p:nvSpPr>
        <p:spPr>
          <a:xfrm>
            <a:off x="0" y="0"/>
            <a:ext cx="12196800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3" name="Slide Title">
            <a:extLst>
              <a:ext uri="{FF2B5EF4-FFF2-40B4-BE49-F238E27FC236}">
                <a16:creationId xmlns:a16="http://schemas.microsoft.com/office/drawing/2014/main" id="{357D7BE1-6358-42CC-94F3-7BCDD91DCB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406" y="100750"/>
            <a:ext cx="10270594" cy="882654"/>
          </a:xfrm>
        </p:spPr>
        <p:txBody>
          <a:bodyPr/>
          <a:lstStyle>
            <a:lvl1pPr latinLnBrk="0"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Table of Contents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FD808AB-EC49-1578-0005-D58D2A365AA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3573" y="368999"/>
            <a:ext cx="1443361" cy="360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87244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Bottom"/>
          <p:cNvSpPr/>
          <p:nvPr/>
        </p:nvSpPr>
        <p:spPr>
          <a:xfrm>
            <a:off x="2" y="6264000"/>
            <a:ext cx="12192000" cy="594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856" tIns="60928" rIns="121856" bIns="6092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1" name="Slide Number">
            <a:extLst>
              <a:ext uri="{FF2B5EF4-FFF2-40B4-BE49-F238E27FC236}">
                <a16:creationId xmlns:a16="http://schemas.microsoft.com/office/drawing/2014/main" id="{6750ECE4-94E0-469B-B8E4-562792823B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462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>
                <a:solidFill>
                  <a:schemeClr val="bg2"/>
                </a:solidFill>
              </a:defRPr>
            </a:lvl1pPr>
          </a:lstStyle>
          <a:p>
            <a:fld id="{2BF067CD-8E6B-4360-9AA8-C5DF2A48A6D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Oval Logo Holder"/>
          <p:cNvSpPr/>
          <p:nvPr/>
        </p:nvSpPr>
        <p:spPr>
          <a:xfrm>
            <a:off x="5161650" y="4824665"/>
            <a:ext cx="1868701" cy="1868701"/>
          </a:xfrm>
          <a:prstGeom prst="ellipse">
            <a:avLst/>
          </a:prstGeom>
          <a:solidFill>
            <a:schemeClr val="tx2"/>
          </a:solidFill>
          <a:ln w="635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0" name="Text Placeholder Right">
            <a:extLst>
              <a:ext uri="{FF2B5EF4-FFF2-40B4-BE49-F238E27FC236}">
                <a16:creationId xmlns:a16="http://schemas.microsoft.com/office/drawing/2014/main" id="{AF69A59F-C564-4A04-B1CC-31C26149999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456000" y="1195931"/>
            <a:ext cx="5545597" cy="4957073"/>
          </a:xfrm>
        </p:spPr>
        <p:txBody>
          <a:bodyPr/>
          <a:lstStyle>
            <a:lvl1pPr latinLnBrk="0">
              <a:defRPr/>
            </a:lvl1pPr>
            <a:lvl2pPr latinLnBrk="0">
              <a:defRPr/>
            </a:lvl2pPr>
            <a:lvl3pPr latinLnBrk="0">
              <a:defRPr/>
            </a:lvl3pPr>
            <a:lvl4pPr latinLnBrk="0">
              <a:defRPr/>
            </a:lvl4pPr>
            <a:lvl5pPr latinLnBrk="0">
              <a:defRPr/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9" name="Text Placeholder Left">
            <a:extLst>
              <a:ext uri="{FF2B5EF4-FFF2-40B4-BE49-F238E27FC236}">
                <a16:creationId xmlns:a16="http://schemas.microsoft.com/office/drawing/2014/main" id="{C8A626D2-456B-41EF-9818-EA8DD7E314D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0402" y="1195931"/>
            <a:ext cx="5545598" cy="4957073"/>
          </a:xfrm>
        </p:spPr>
        <p:txBody>
          <a:bodyPr/>
          <a:lstStyle>
            <a:lvl1pPr latinLnBrk="0">
              <a:defRPr/>
            </a:lvl1pPr>
            <a:lvl2pPr latinLnBrk="0">
              <a:defRPr/>
            </a:lvl2pPr>
            <a:lvl3pPr latinLnBrk="0">
              <a:defRPr/>
            </a:lvl3pPr>
            <a:lvl4pPr latinLnBrk="0">
              <a:defRPr/>
            </a:lvl4pPr>
            <a:lvl5pPr latinLnBrk="0">
              <a:defRPr/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3" name="Rectangle Top">
            <a:extLst>
              <a:ext uri="{FF2B5EF4-FFF2-40B4-BE49-F238E27FC236}">
                <a16:creationId xmlns:a16="http://schemas.microsoft.com/office/drawing/2014/main" id="{E03301DA-D0AF-46FD-8740-2F761250203A}"/>
              </a:ext>
            </a:extLst>
          </p:cNvPr>
          <p:cNvSpPr/>
          <p:nvPr userDrawn="1"/>
        </p:nvSpPr>
        <p:spPr>
          <a:xfrm>
            <a:off x="0" y="0"/>
            <a:ext cx="12196800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5" name="Slide Title">
            <a:extLst>
              <a:ext uri="{FF2B5EF4-FFF2-40B4-BE49-F238E27FC236}">
                <a16:creationId xmlns:a16="http://schemas.microsoft.com/office/drawing/2014/main" id="{EA9A94D1-F9F6-4D7B-85E3-896A987B6A4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405" y="100750"/>
            <a:ext cx="10270595" cy="882654"/>
          </a:xfrm>
        </p:spPr>
        <p:txBody>
          <a:bodyPr/>
          <a:lstStyle>
            <a:lvl1pPr latinLnBrk="0"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Slide Title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C9792D8-D354-4699-B7D6-B8CB7F77594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398753" y="5340443"/>
            <a:ext cx="1334859" cy="98286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6351E19-25DA-EAD2-9FBE-358B6135D72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3573" y="368999"/>
            <a:ext cx="1443361" cy="360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40334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lide Number">
            <a:extLst>
              <a:ext uri="{FF2B5EF4-FFF2-40B4-BE49-F238E27FC236}">
                <a16:creationId xmlns:a16="http://schemas.microsoft.com/office/drawing/2014/main" id="{F888EE71-82B3-40F1-A63F-7417422FB4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444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14" name="Text Placeholder Body">
            <a:extLst>
              <a:ext uri="{FF2B5EF4-FFF2-40B4-BE49-F238E27FC236}">
                <a16:creationId xmlns:a16="http://schemas.microsoft.com/office/drawing/2014/main" id="{A2ABE920-240F-4CF6-AD45-23ED489FAD6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69002" y="1353866"/>
            <a:ext cx="7426234" cy="5219931"/>
          </a:xfrm>
        </p:spPr>
        <p:txBody>
          <a:bodyPr/>
          <a:lstStyle>
            <a:lvl1pPr latinLnBrk="0">
              <a:defRPr/>
            </a:lvl1pPr>
            <a:lvl2pPr latinLnBrk="0">
              <a:defRPr/>
            </a:lvl2pPr>
            <a:lvl3pPr latinLnBrk="0">
              <a:defRPr/>
            </a:lvl3pPr>
            <a:lvl4pPr latinLnBrk="0">
              <a:defRPr/>
            </a:lvl4pPr>
            <a:lvl5pPr latinLnBrk="0">
              <a:defRPr/>
            </a:lvl5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" name="Picture Placeholder Left"/>
          <p:cNvSpPr>
            <a:spLocks noGrp="1"/>
          </p:cNvSpPr>
          <p:nvPr>
            <p:ph type="pic" idx="1" hasCustomPrompt="1"/>
          </p:nvPr>
        </p:nvSpPr>
        <p:spPr>
          <a:xfrm>
            <a:off x="190405" y="1355077"/>
            <a:ext cx="3889373" cy="5366405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anchor="ctr"/>
          <a:lstStyle>
            <a:lvl1pPr marL="0" indent="0" algn="ctr" latinLnBrk="0">
              <a:buNone/>
              <a:defRPr sz="2131" baseline="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  <a:lvl2pPr marL="609219" indent="0">
              <a:buNone/>
              <a:defRPr sz="3731"/>
            </a:lvl2pPr>
            <a:lvl3pPr marL="1218438" indent="0">
              <a:buNone/>
              <a:defRPr sz="3198"/>
            </a:lvl3pPr>
            <a:lvl4pPr marL="1827657" indent="0">
              <a:buNone/>
              <a:defRPr sz="2665"/>
            </a:lvl4pPr>
            <a:lvl5pPr marL="2436876" indent="0">
              <a:buNone/>
              <a:defRPr sz="2665"/>
            </a:lvl5pPr>
            <a:lvl6pPr marL="3046096" indent="0">
              <a:buNone/>
              <a:defRPr sz="2665"/>
            </a:lvl6pPr>
            <a:lvl7pPr marL="3655315" indent="0">
              <a:buNone/>
              <a:defRPr sz="2665"/>
            </a:lvl7pPr>
            <a:lvl8pPr marL="4264533" indent="0">
              <a:buNone/>
              <a:defRPr sz="2665"/>
            </a:lvl8pPr>
            <a:lvl9pPr marL="4873752" indent="0">
              <a:buNone/>
              <a:defRPr sz="2665"/>
            </a:lvl9pPr>
          </a:lstStyle>
          <a:p>
            <a:r>
              <a:rPr lang="en-US" altLang="ko-KR" noProof="0"/>
              <a:t>Your Picture Here</a:t>
            </a:r>
          </a:p>
        </p:txBody>
      </p:sp>
      <p:sp>
        <p:nvSpPr>
          <p:cNvPr id="3" name="Rectangle Left Second"/>
          <p:cNvSpPr/>
          <p:nvPr/>
        </p:nvSpPr>
        <p:spPr>
          <a:xfrm>
            <a:off x="4127777" y="1748999"/>
            <a:ext cx="240001" cy="3360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2" name="Rectangle Left First"/>
          <p:cNvSpPr/>
          <p:nvPr/>
        </p:nvSpPr>
        <p:spPr>
          <a:xfrm>
            <a:off x="4079775" y="1355073"/>
            <a:ext cx="48001" cy="550292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0" name="Rectangle Down">
            <a:extLst>
              <a:ext uri="{FF2B5EF4-FFF2-40B4-BE49-F238E27FC236}">
                <a16:creationId xmlns:a16="http://schemas.microsoft.com/office/drawing/2014/main" id="{E9B994EC-35A8-4A11-98CB-25DC28852F94}"/>
              </a:ext>
            </a:extLst>
          </p:cNvPr>
          <p:cNvSpPr/>
          <p:nvPr/>
        </p:nvSpPr>
        <p:spPr>
          <a:xfrm>
            <a:off x="2" y="6721482"/>
            <a:ext cx="12192000" cy="13651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1" name="Rectangle Top">
            <a:extLst>
              <a:ext uri="{FF2B5EF4-FFF2-40B4-BE49-F238E27FC236}">
                <a16:creationId xmlns:a16="http://schemas.microsoft.com/office/drawing/2014/main" id="{274B8F05-DFCE-47BD-BAFD-DF93E1A63BDD}"/>
              </a:ext>
            </a:extLst>
          </p:cNvPr>
          <p:cNvSpPr/>
          <p:nvPr userDrawn="1"/>
        </p:nvSpPr>
        <p:spPr>
          <a:xfrm>
            <a:off x="0" y="0"/>
            <a:ext cx="12196800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3" name="Slide Title">
            <a:extLst>
              <a:ext uri="{FF2B5EF4-FFF2-40B4-BE49-F238E27FC236}">
                <a16:creationId xmlns:a16="http://schemas.microsoft.com/office/drawing/2014/main" id="{3F218E34-55D7-4290-BFE4-80F31F94155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406" y="100750"/>
            <a:ext cx="10270594" cy="882654"/>
          </a:xfrm>
        </p:spPr>
        <p:txBody>
          <a:bodyPr/>
          <a:lstStyle>
            <a:lvl1pPr latinLnBrk="0"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Slide 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2F3DB3E-BDAA-8201-9A01-2F52640A84C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3573" y="368999"/>
            <a:ext cx="1443361" cy="360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40194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estions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Bottom">
            <a:extLst>
              <a:ext uri="{FF2B5EF4-FFF2-40B4-BE49-F238E27FC236}">
                <a16:creationId xmlns:a16="http://schemas.microsoft.com/office/drawing/2014/main" id="{550A59F9-9A9D-4956-95B4-F78CC0DB1D59}"/>
              </a:ext>
            </a:extLst>
          </p:cNvPr>
          <p:cNvSpPr/>
          <p:nvPr userDrawn="1"/>
        </p:nvSpPr>
        <p:spPr>
          <a:xfrm>
            <a:off x="0" y="6371332"/>
            <a:ext cx="12195176" cy="48723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107753B-8639-4399-B782-EE5377184D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6988" y="1461842"/>
            <a:ext cx="10731663" cy="3047158"/>
          </a:xfrm>
        </p:spPr>
        <p:txBody>
          <a:bodyPr>
            <a:normAutofit/>
          </a:bodyPr>
          <a:lstStyle>
            <a:lvl1pPr algn="ctr">
              <a:defRPr sz="13800"/>
            </a:lvl1pPr>
          </a:lstStyle>
          <a:p>
            <a:r>
              <a:rPr lang="bg-BG" dirty="0"/>
              <a:t>Въпроси?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20612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gray"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Body Text">
            <a:extLst>
              <a:ext uri="{FF2B5EF4-FFF2-40B4-BE49-F238E27FC236}">
                <a16:creationId xmlns:a16="http://schemas.microsoft.com/office/drawing/2014/main" id="{90CBFB32-9F46-4F2F-8A54-9EE8BED278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90404" y="1138844"/>
            <a:ext cx="11804830" cy="5530156"/>
          </a:xfrm>
          <a:prstGeom prst="rect">
            <a:avLst/>
          </a:prstGeom>
        </p:spPr>
        <p:txBody>
          <a:bodyPr vert="horz" lIns="108000" tIns="36000" rIns="108000" bIns="36000" rtlCol="0">
            <a:normAutofit/>
          </a:bodyPr>
          <a:lstStyle/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10" name="Slide Title">
            <a:extLst>
              <a:ext uri="{FF2B5EF4-FFF2-40B4-BE49-F238E27FC236}">
                <a16:creationId xmlns:a16="http://schemas.microsoft.com/office/drawing/2014/main" id="{B770C392-3003-4C35-9625-BB041F8257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405" y="100750"/>
            <a:ext cx="11804829" cy="882654"/>
          </a:xfrm>
          <a:prstGeom prst="rect">
            <a:avLst/>
          </a:prstGeom>
        </p:spPr>
        <p:txBody>
          <a:bodyPr vert="horz" lIns="108000" tIns="36000" rIns="108000" bIns="36000" rtlCol="0" anchor="ctr" anchorCtr="0">
            <a:normAutofit/>
          </a:bodyPr>
          <a:lstStyle/>
          <a:p>
            <a:r>
              <a:rPr lang="en-US" dirty="0"/>
              <a:t>Click to Edit Master Title Style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567891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89" r:id="rId2"/>
    <p:sldLayoutId id="2147483681" r:id="rId3"/>
    <p:sldLayoutId id="2147483679" r:id="rId4"/>
    <p:sldLayoutId id="2147483680" r:id="rId5"/>
    <p:sldLayoutId id="2147483688" r:id="rId6"/>
    <p:sldLayoutId id="2147483684" r:id="rId7"/>
    <p:sldLayoutId id="2147483690" r:id="rId8"/>
    <p:sldLayoutId id="2147483677" r:id="rId9"/>
    <p:sldLayoutId id="2147483683" r:id="rId10"/>
    <p:sldLayoutId id="2147483685" r:id="rId11"/>
    <p:sldLayoutId id="2147483686" r:id="rId12"/>
  </p:sldLayoutIdLst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hf hdr="0" ftr="0" dt="0"/>
  <p:txStyles>
    <p:titleStyle>
      <a:lvl1pPr algn="l" defTabSz="1218438" rtl="0" eaLnBrk="1" latinLnBrk="0" hangingPunct="1">
        <a:spcBef>
          <a:spcPct val="0"/>
        </a:spcBef>
        <a:buNone/>
        <a:defRPr sz="3998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60363" indent="-360363" algn="l" defTabSz="1218438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Font typeface="Wingdings" panose="05000000000000000000" pitchFamily="2" charset="2"/>
        <a:buChar char="§"/>
        <a:defRPr sz="3398" kern="1200">
          <a:solidFill>
            <a:schemeClr val="tx1"/>
          </a:solidFill>
          <a:latin typeface="+mn-lt"/>
          <a:ea typeface="+mn-ea"/>
          <a:cs typeface="+mn-cs"/>
        </a:defRPr>
      </a:lvl1pPr>
      <a:lvl2pPr marL="803275" indent="-360363" algn="l" defTabSz="1218438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Font typeface="Wingdings" panose="05000000000000000000" pitchFamily="2" charset="2"/>
        <a:buChar char="§"/>
        <a:defRPr sz="3198" kern="1200">
          <a:solidFill>
            <a:schemeClr val="tx1"/>
          </a:solidFill>
          <a:latin typeface="+mn-lt"/>
          <a:ea typeface="+mn-ea"/>
          <a:cs typeface="+mn-cs"/>
        </a:defRPr>
      </a:lvl2pPr>
      <a:lvl3pPr marL="1255713" indent="-360363" algn="l" defTabSz="1218438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Font typeface="Wingdings" panose="05000000000000000000" pitchFamily="2" charset="2"/>
        <a:buChar char="§"/>
        <a:defRPr sz="2998" kern="1200">
          <a:solidFill>
            <a:schemeClr val="tx1"/>
          </a:solidFill>
          <a:latin typeface="+mn-lt"/>
          <a:ea typeface="+mn-ea"/>
          <a:cs typeface="+mn-cs"/>
        </a:defRPr>
      </a:lvl3pPr>
      <a:lvl4pPr marL="1700213" indent="-352425" algn="l" defTabSz="1218438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Font typeface="Wingdings" panose="05000000000000000000" pitchFamily="2" charset="2"/>
        <a:buChar char="§"/>
        <a:defRPr sz="2798" kern="1200">
          <a:solidFill>
            <a:schemeClr val="tx1"/>
          </a:solidFill>
          <a:latin typeface="+mn-lt"/>
          <a:ea typeface="+mn-ea"/>
          <a:cs typeface="+mn-cs"/>
        </a:defRPr>
      </a:lvl4pPr>
      <a:lvl5pPr marL="2058988" indent="-266700" algn="l" defTabSz="1218438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Font typeface="Wingdings" panose="05000000000000000000" pitchFamily="2" charset="2"/>
        <a:buChar char="§"/>
        <a:defRPr sz="2598" kern="1200">
          <a:solidFill>
            <a:schemeClr val="tx1"/>
          </a:solidFill>
          <a:latin typeface="+mn-lt"/>
          <a:ea typeface="+mn-ea"/>
          <a:cs typeface="+mn-cs"/>
        </a:defRPr>
      </a:lvl5pPr>
      <a:lvl6pPr marL="3350704" indent="-304610" algn="l" defTabSz="1218438" rtl="0" eaLnBrk="1" latinLnBrk="1" hangingPunct="1">
        <a:spcBef>
          <a:spcPct val="20000"/>
        </a:spcBef>
        <a:buFont typeface="Arial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59924" indent="-304610" algn="l" defTabSz="1218438" rtl="0" eaLnBrk="1" latinLnBrk="1" hangingPunct="1">
        <a:spcBef>
          <a:spcPct val="20000"/>
        </a:spcBef>
        <a:buFont typeface="Arial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69143" indent="-304610" algn="l" defTabSz="1218438" rtl="0" eaLnBrk="1" latinLnBrk="1" hangingPunct="1">
        <a:spcBef>
          <a:spcPct val="20000"/>
        </a:spcBef>
        <a:buFont typeface="Arial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78362" indent="-304610" algn="l" defTabSz="1218438" rtl="0" eaLnBrk="1" latinLnBrk="1" hangingPunct="1">
        <a:spcBef>
          <a:spcPct val="20000"/>
        </a:spcBef>
        <a:buFont typeface="Arial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1pPr>
      <a:lvl2pPr marL="609219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2pPr>
      <a:lvl3pPr marL="1218438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3pPr>
      <a:lvl4pPr marL="1827657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4pPr>
      <a:lvl5pPr marL="2436876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5pPr>
      <a:lvl6pPr marL="3046096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6pPr>
      <a:lvl7pPr marL="3655315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7pPr>
      <a:lvl8pPr marL="4264533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8pPr>
      <a:lvl9pPr marL="4873752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1843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BG-IT-Edu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jpeg"/><Relationship Id="rId4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Relationship Id="rId4" Type="http://schemas.microsoft.com/office/2007/relationships/hdphoto" Target="../media/hdphoto1.wdp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BG-IT-Edu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.png"/><Relationship Id="rId5" Type="http://schemas.openxmlformats.org/officeDocument/2006/relationships/hyperlink" Target="http://creativecommons.org/licenses/by-nc-sa/4.0/" TargetMode="External"/><Relationship Id="rId4" Type="http://schemas.openxmlformats.org/officeDocument/2006/relationships/hyperlink" Target="https://github.com/BG-IT-Edu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Author Name">
            <a:extLst>
              <a:ext uri="{FF2B5EF4-FFF2-40B4-BE49-F238E27FC236}">
                <a16:creationId xmlns:a16="http://schemas.microsoft.com/office/drawing/2014/main" id="{FA396BB6-2053-4690-9672-BC528007D370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390120" y="6086106"/>
            <a:ext cx="5248260" cy="341313"/>
          </a:xfrm>
        </p:spPr>
        <p:txBody>
          <a:bodyPr>
            <a:normAutofit lnSpcReduction="10000"/>
          </a:bodyPr>
          <a:lstStyle/>
          <a:p>
            <a:r>
              <a:rPr lang="en-US" dirty="0"/>
              <a:t>6</a:t>
            </a:r>
            <a:r>
              <a:rPr lang="bg-BG" dirty="0"/>
              <a:t> клас</a:t>
            </a:r>
          </a:p>
        </p:txBody>
      </p:sp>
      <p:sp>
        <p:nvSpPr>
          <p:cNvPr id="52" name="Text Placeholder 51">
            <a:extLst>
              <a:ext uri="{FF2B5EF4-FFF2-40B4-BE49-F238E27FC236}">
                <a16:creationId xmlns:a16="http://schemas.microsoft.com/office/drawing/2014/main" id="{8DE66249-1FBD-414B-AF0D-550F7312AF7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90122" y="5698189"/>
            <a:ext cx="5248260" cy="374236"/>
          </a:xfrm>
        </p:spPr>
        <p:txBody>
          <a:bodyPr>
            <a:normAutofit lnSpcReduction="10000"/>
          </a:bodyPr>
          <a:lstStyle/>
          <a:p>
            <a:r>
              <a:rPr lang="bg-BG" dirty="0"/>
              <a:t>Компютърно моделиране и ИТ</a:t>
            </a:r>
            <a:endParaRPr lang="en-US" dirty="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520F80DC-BAF0-05EE-2BC1-37C2321904F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4045" y="6085863"/>
            <a:ext cx="4751953" cy="341556"/>
          </a:xfrm>
        </p:spPr>
        <p:txBody>
          <a:bodyPr>
            <a:normAutofit lnSpcReduction="10000"/>
          </a:bodyPr>
          <a:lstStyle/>
          <a:p>
            <a:r>
              <a:rPr lang="en-US" dirty="0">
                <a:hlinkClick r:id="rId3"/>
              </a:rPr>
              <a:t>https://github.com/BG-IT-Edu</a:t>
            </a:r>
            <a:endParaRPr lang="en-US" dirty="0"/>
          </a:p>
        </p:txBody>
      </p:sp>
      <p:sp>
        <p:nvSpPr>
          <p:cNvPr id="40" name="Text Placeholder 39">
            <a:extLst>
              <a:ext uri="{FF2B5EF4-FFF2-40B4-BE49-F238E27FC236}">
                <a16:creationId xmlns:a16="http://schemas.microsoft.com/office/drawing/2014/main" id="{E4D839B2-02D1-883A-3CE0-7CF25557FBA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4046" y="5251106"/>
            <a:ext cx="4751954" cy="724904"/>
          </a:xfrm>
        </p:spPr>
        <p:txBody>
          <a:bodyPr>
            <a:normAutofit/>
          </a:bodyPr>
          <a:lstStyle/>
          <a:p>
            <a:r>
              <a:rPr lang="bg-BG" dirty="0"/>
              <a:t>Проект "Отворено учебно съдържание по програмиране и ИТ", СофтУни Фондация </a:t>
            </a:r>
          </a:p>
        </p:txBody>
      </p:sp>
      <p:sp>
        <p:nvSpPr>
          <p:cNvPr id="2" name="Presentation Title">
            <a:extLst>
              <a:ext uri="{FF2B5EF4-FFF2-40B4-BE49-F238E27FC236}">
                <a16:creationId xmlns:a16="http://schemas.microsoft.com/office/drawing/2014/main" id="{37F91798-9AD5-4209-8887-9580295484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4746" y="321502"/>
            <a:ext cx="11083636" cy="1081440"/>
          </a:xfrm>
        </p:spPr>
        <p:txBody>
          <a:bodyPr>
            <a:normAutofit/>
          </a:bodyPr>
          <a:lstStyle/>
          <a:p>
            <a:r>
              <a:rPr lang="bg-BG" dirty="0"/>
              <a:t>Търсене и замяна на текст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25302" y="3159338"/>
            <a:ext cx="2002460" cy="897423"/>
          </a:xfrm>
          <a:prstGeom prst="rect">
            <a:avLst/>
          </a:prstGeom>
        </p:spPr>
      </p:pic>
      <p:pic>
        <p:nvPicPr>
          <p:cNvPr id="1028" name="Picture 4" descr="Adding Search Functionality to Your Website"/>
          <p:cNvPicPr>
            <a:picLocks noGrp="1" noChangeAspect="1" noChangeArrowheads="1"/>
          </p:cNvPicPr>
          <p:nvPr>
            <p:ph type="pic" sz="quarter" idx="10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192" b="22192"/>
          <a:stretch>
            <a:fillRect/>
          </a:stretch>
        </p:blipFill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Presentation Subtitle">
            <a:extLst>
              <a:ext uri="{FF2B5EF4-FFF2-40B4-BE49-F238E27FC236}">
                <a16:creationId xmlns:a16="http://schemas.microsoft.com/office/drawing/2014/main" id="{A004DC04-DA2A-41C0-8578-4B8D2F08EA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54746" y="1402943"/>
            <a:ext cx="11083636" cy="901058"/>
          </a:xfrm>
        </p:spPr>
        <p:txBody>
          <a:bodyPr>
            <a:normAutofit/>
          </a:bodyPr>
          <a:lstStyle/>
          <a:p>
            <a:r>
              <a:rPr lang="bg-BG" dirty="0"/>
              <a:t>Търсене и получаване на помощна информация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64053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">
            <a:extLst>
              <a:ext uri="{FF2B5EF4-FFF2-40B4-BE49-F238E27FC236}">
                <a16:creationId xmlns:a16="http://schemas.microsoft.com/office/drawing/2014/main" id="{6A760D59-0056-4F39-B077-DBDBE3D2927E}"/>
              </a:ext>
            </a:extLst>
          </p:cNvPr>
          <p:cNvSpPr txBox="1">
            <a:spLocks/>
          </p:cNvSpPr>
          <p:nvPr/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BF067CD-8E6B-4360-9AA8-C5DF2A48A6D1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444419" name="Slide Body"/>
          <p:cNvSpPr>
            <a:spLocks noGrp="1" noChangeArrowheads="1"/>
          </p:cNvSpPr>
          <p:nvPr>
            <p:ph type="body" sz="quarter" idx="13"/>
          </p:nvPr>
        </p:nvSpPr>
        <p:spPr>
          <a:xfrm>
            <a:off x="196766" y="1371604"/>
            <a:ext cx="9679234" cy="5207396"/>
          </a:xfrm>
        </p:spPr>
        <p:txBody>
          <a:bodyPr/>
          <a:lstStyle/>
          <a:p>
            <a:r>
              <a:rPr lang="bg-BG" dirty="0"/>
              <a:t>͏</a:t>
            </a:r>
            <a:r>
              <a:rPr lang="bg-BG" b="1" dirty="0"/>
              <a:t>Търсене</a:t>
            </a:r>
            <a:r>
              <a:rPr lang="bg-BG" dirty="0"/>
              <a:t> на текст</a:t>
            </a:r>
          </a:p>
          <a:p>
            <a:r>
              <a:rPr lang="bg-BG" dirty="0"/>
              <a:t>͏</a:t>
            </a:r>
            <a:r>
              <a:rPr lang="bg-BG" b="1" dirty="0"/>
              <a:t>Замяна</a:t>
            </a:r>
            <a:r>
              <a:rPr lang="bg-BG" dirty="0"/>
              <a:t> на текст</a:t>
            </a:r>
          </a:p>
          <a:p>
            <a:r>
              <a:rPr lang="bg-BG" dirty="0"/>
              <a:t>Получаване на </a:t>
            </a:r>
            <a:r>
              <a:rPr lang="bg-BG" b="1" dirty="0"/>
              <a:t>помощна информация</a:t>
            </a:r>
          </a:p>
          <a:p>
            <a:endParaRPr lang="en-US" b="1" dirty="0"/>
          </a:p>
        </p:txBody>
      </p:sp>
      <p:sp>
        <p:nvSpPr>
          <p:cNvPr id="444418" name="Slide Title"/>
          <p:cNvSpPr>
            <a:spLocks noGrp="1" noChangeArrowheads="1"/>
          </p:cNvSpPr>
          <p:nvPr>
            <p:ph type="title"/>
          </p:nvPr>
        </p:nvSpPr>
        <p:spPr>
          <a:xfrm>
            <a:off x="190406" y="100750"/>
            <a:ext cx="10270594" cy="882654"/>
          </a:xfrm>
        </p:spPr>
        <p:txBody>
          <a:bodyPr/>
          <a:lstStyle/>
          <a:p>
            <a:r>
              <a:rPr lang="bg-BG"/>
              <a:t>Съдържание</a:t>
            </a:r>
            <a:endParaRPr lang="bg-BG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835CDFB-0E94-0132-177D-CD4B4F85BF89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3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011000" y="1584000"/>
            <a:ext cx="1581246" cy="2115000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906596D-3326-3C69-9808-EEF2EE82D6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2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6469869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ubtitle 5"/>
          <p:cNvSpPr>
            <a:spLocks noGrp="1"/>
          </p:cNvSpPr>
          <p:nvPr>
            <p:ph type="subTitle" sz="quarter" idx="11"/>
          </p:nvPr>
        </p:nvSpPr>
        <p:spPr/>
        <p:txBody>
          <a:bodyPr/>
          <a:lstStyle/>
          <a:p>
            <a:r>
              <a:rPr lang="bg-BG" dirty="0"/>
              <a:t>Помощно средство при големи файлове</a:t>
            </a:r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 sz="quarter" idx="10"/>
          </p:nvPr>
        </p:nvSpPr>
        <p:spPr/>
        <p:txBody>
          <a:bodyPr/>
          <a:lstStyle/>
          <a:p>
            <a:r>
              <a:rPr lang="bg-BG" dirty="0"/>
              <a:t>Търсене на текст</a:t>
            </a:r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06000" y="1629000"/>
            <a:ext cx="2115000" cy="211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11953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 b="1" dirty="0"/>
              <a:t>MS Word </a:t>
            </a:r>
            <a:r>
              <a:rPr lang="ru-RU" dirty="0"/>
              <a:t>позволява </a:t>
            </a:r>
            <a:r>
              <a:rPr lang="ru-RU" b="1" dirty="0"/>
              <a:t>търсене и замяна на текст </a:t>
            </a:r>
            <a:r>
              <a:rPr lang="ru-RU" dirty="0"/>
              <a:t>в документи, улеснявайки работата с </a:t>
            </a:r>
            <a:r>
              <a:rPr lang="ru-RU" b="1" dirty="0"/>
              <a:t>големи файлове</a:t>
            </a:r>
          </a:p>
          <a:p>
            <a:r>
              <a:rPr lang="ru-RU" b="1" dirty="0"/>
              <a:t>Инструментите</a:t>
            </a:r>
            <a:r>
              <a:rPr lang="ru-RU" dirty="0"/>
              <a:t> за търсене и замяна се намират в </a:t>
            </a:r>
            <a:r>
              <a:rPr lang="ru-RU" b="1" dirty="0"/>
              <a:t>панела </a:t>
            </a:r>
            <a:r>
              <a:rPr lang="en-US" b="1" dirty="0">
                <a:solidFill>
                  <a:schemeClr val="bg1"/>
                </a:solidFill>
              </a:rPr>
              <a:t>Editing</a:t>
            </a:r>
            <a:r>
              <a:rPr lang="en-US" dirty="0"/>
              <a:t> </a:t>
            </a:r>
            <a:r>
              <a:rPr lang="bg-BG" dirty="0"/>
              <a:t>от </a:t>
            </a:r>
            <a:r>
              <a:rPr lang="bg-BG" b="1" dirty="0"/>
              <a:t>менюто </a:t>
            </a:r>
            <a:r>
              <a:rPr lang="en-US" b="1" dirty="0">
                <a:solidFill>
                  <a:schemeClr val="bg1"/>
                </a:solidFill>
              </a:rPr>
              <a:t>Home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Търсене на текст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EB3D727-AE1C-171A-E3D4-94872194DDD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4</a:t>
            </a:fld>
            <a:endParaRPr lang="en-US" noProof="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1EDE25A-D313-1607-1086-DF9AFD1ED5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1000" y="3609000"/>
            <a:ext cx="2520000" cy="2772001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5829543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37739" y="1224000"/>
            <a:ext cx="9716521" cy="5466482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  <p:sp>
        <p:nvSpPr>
          <p:cNvPr id="2" name="Slide Number Placeholder 1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5</a:t>
            </a:fld>
            <a:endParaRPr lang="en-US" noProof="0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Търсене на текст</a:t>
            </a:r>
            <a:endParaRPr lang="en-US" dirty="0"/>
          </a:p>
        </p:txBody>
      </p:sp>
      <p:sp>
        <p:nvSpPr>
          <p:cNvPr id="6" name="Rounded Rectangular Callout 5"/>
          <p:cNvSpPr/>
          <p:nvPr/>
        </p:nvSpPr>
        <p:spPr bwMode="auto">
          <a:xfrm>
            <a:off x="8526000" y="2664000"/>
            <a:ext cx="2340000" cy="1160475"/>
          </a:xfrm>
          <a:prstGeom prst="wedgeRoundRectCallout">
            <a:avLst>
              <a:gd name="adj1" fmla="val -50873"/>
              <a:gd name="adj2" fmla="val -107473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bg-BG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Избираме бутона </a:t>
            </a:r>
            <a:r>
              <a:rPr lang="en-US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[</a:t>
            </a:r>
            <a:r>
              <a:rPr lang="en-US" sz="2800" b="1" dirty="0"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Find</a:t>
            </a:r>
            <a:r>
              <a:rPr lang="en-US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]</a:t>
            </a:r>
            <a:endParaRPr lang="en-US" sz="2800" b="1" dirty="0">
              <a:solidFill>
                <a:schemeClr val="bg1">
                  <a:lumMod val="60000"/>
                  <a:lumOff val="4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" name="Rounded Rectangular Callout 6"/>
          <p:cNvSpPr/>
          <p:nvPr/>
        </p:nvSpPr>
        <p:spPr bwMode="auto">
          <a:xfrm>
            <a:off x="3576000" y="1944000"/>
            <a:ext cx="3150000" cy="945000"/>
          </a:xfrm>
          <a:prstGeom prst="wedgeRoundRectCallout">
            <a:avLst>
              <a:gd name="adj1" fmla="val -44116"/>
              <a:gd name="adj2" fmla="val 91954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bg-BG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Така се отваря </a:t>
            </a:r>
            <a:r>
              <a:rPr lang="en-US" sz="2800" b="1" dirty="0"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Navigation</a:t>
            </a:r>
            <a:r>
              <a:rPr lang="en-US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bg-BG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панел</a:t>
            </a:r>
            <a:endParaRPr lang="en-US" sz="2800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" name="Rounded Rectangular Callout 7"/>
          <p:cNvSpPr/>
          <p:nvPr/>
        </p:nvSpPr>
        <p:spPr bwMode="auto">
          <a:xfrm>
            <a:off x="2136000" y="4689000"/>
            <a:ext cx="4635000" cy="1105950"/>
          </a:xfrm>
          <a:prstGeom prst="wedgeRoundRectCallout">
            <a:avLst>
              <a:gd name="adj1" fmla="val -33985"/>
              <a:gd name="adj2" fmla="val -120862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bg-BG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Панелът има три раздела – </a:t>
            </a:r>
            <a:r>
              <a:rPr lang="en-US" sz="2800" b="1" dirty="0"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Headings</a:t>
            </a:r>
            <a:r>
              <a:rPr lang="en-US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</a:t>
            </a:r>
            <a:r>
              <a:rPr lang="en-US" sz="2800" b="1" dirty="0"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Pages</a:t>
            </a:r>
            <a:r>
              <a:rPr lang="bg-BG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и </a:t>
            </a:r>
            <a:r>
              <a:rPr lang="en-US" sz="2800" b="1" dirty="0"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Results</a:t>
            </a:r>
          </a:p>
        </p:txBody>
      </p:sp>
      <p:sp>
        <p:nvSpPr>
          <p:cNvPr id="9" name="Rectangle 8"/>
          <p:cNvSpPr/>
          <p:nvPr/>
        </p:nvSpPr>
        <p:spPr bwMode="auto">
          <a:xfrm>
            <a:off x="1250939" y="3115440"/>
            <a:ext cx="1605061" cy="448560"/>
          </a:xfrm>
          <a:prstGeom prst="rect">
            <a:avLst/>
          </a:prstGeom>
          <a:noFill/>
          <a:ln w="3810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800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3315445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6</a:t>
            </a:fld>
            <a:endParaRPr lang="en-US" noProof="0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Търсене на текст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37740" y="1224000"/>
            <a:ext cx="9716521" cy="5466482"/>
          </a:xfrm>
          <a:prstGeom prst="rect">
            <a:avLst/>
          </a:prstGeom>
        </p:spPr>
      </p:pic>
      <p:sp>
        <p:nvSpPr>
          <p:cNvPr id="7" name="Rounded Rectangular Callout 6"/>
          <p:cNvSpPr/>
          <p:nvPr/>
        </p:nvSpPr>
        <p:spPr bwMode="auto">
          <a:xfrm>
            <a:off x="2721000" y="1687886"/>
            <a:ext cx="3240000" cy="1503000"/>
          </a:xfrm>
          <a:prstGeom prst="wedgeRoundRectCallout">
            <a:avLst>
              <a:gd name="adj1" fmla="val -72001"/>
              <a:gd name="adj2" fmla="val 36917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bg-BG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Въведете тук </a:t>
            </a:r>
            <a:r>
              <a:rPr lang="bg-BG" sz="2800" b="1" dirty="0">
                <a:solidFill>
                  <a:schemeClr val="bg1">
                    <a:lumMod val="40000"/>
                    <a:lumOff val="6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търсената</a:t>
            </a:r>
            <a:r>
              <a:rPr lang="bg-BG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bg-BG" sz="2800" b="1" dirty="0">
                <a:solidFill>
                  <a:schemeClr val="bg1">
                    <a:lumMod val="40000"/>
                    <a:lumOff val="6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дума</a:t>
            </a:r>
            <a:r>
              <a:rPr lang="bg-BG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или </a:t>
            </a:r>
            <a:r>
              <a:rPr lang="bg-BG" sz="2800" b="1" dirty="0">
                <a:solidFill>
                  <a:schemeClr val="bg1">
                    <a:lumMod val="40000"/>
                    <a:lumOff val="6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фраза</a:t>
            </a:r>
            <a:endParaRPr lang="en-US" sz="2800" b="1" dirty="0">
              <a:solidFill>
                <a:schemeClr val="bg1">
                  <a:lumMod val="40000"/>
                  <a:lumOff val="6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" name="Rounded Rectangular Callout 7"/>
          <p:cNvSpPr/>
          <p:nvPr/>
        </p:nvSpPr>
        <p:spPr bwMode="auto">
          <a:xfrm>
            <a:off x="4183500" y="5228999"/>
            <a:ext cx="5894999" cy="1170000"/>
          </a:xfrm>
          <a:prstGeom prst="wedgeRoundRectCallout">
            <a:avLst>
              <a:gd name="adj1" fmla="val -57176"/>
              <a:gd name="adj2" fmla="val -26825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bg-BG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В раздел </a:t>
            </a:r>
            <a:r>
              <a:rPr lang="en-US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[</a:t>
            </a:r>
            <a:r>
              <a:rPr lang="en-US" sz="2800" b="1" dirty="0">
                <a:solidFill>
                  <a:schemeClr val="bg1">
                    <a:lumMod val="40000"/>
                    <a:lumOff val="6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Results</a:t>
            </a:r>
            <a:r>
              <a:rPr lang="bg-BG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/ </a:t>
            </a:r>
            <a:r>
              <a:rPr lang="bg-BG" sz="2800" b="1" dirty="0">
                <a:solidFill>
                  <a:schemeClr val="bg1">
                    <a:lumMod val="40000"/>
                    <a:lumOff val="6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Резултати</a:t>
            </a:r>
            <a:r>
              <a:rPr lang="en-US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]</a:t>
            </a:r>
            <a:r>
              <a:rPr lang="bg-BG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се показват цитати с намерения текст</a:t>
            </a:r>
            <a:endParaRPr lang="en-US" sz="2800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9" name="Rectangle 8"/>
          <p:cNvSpPr/>
          <p:nvPr/>
        </p:nvSpPr>
        <p:spPr bwMode="auto">
          <a:xfrm>
            <a:off x="1326000" y="3629872"/>
            <a:ext cx="2340000" cy="2184127"/>
          </a:xfrm>
          <a:prstGeom prst="rect">
            <a:avLst/>
          </a:prstGeom>
          <a:noFill/>
          <a:ln w="3810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800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0" name="Rounded Rectangular Callout 9"/>
          <p:cNvSpPr/>
          <p:nvPr/>
        </p:nvSpPr>
        <p:spPr bwMode="auto">
          <a:xfrm>
            <a:off x="8109484" y="3094139"/>
            <a:ext cx="3666000" cy="1170000"/>
          </a:xfrm>
          <a:prstGeom prst="wedgeRoundRectCallout">
            <a:avLst>
              <a:gd name="adj1" fmla="val -58063"/>
              <a:gd name="adj2" fmla="val 54072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bg-BG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Всички съвпадения се оцветяват в </a:t>
            </a:r>
            <a:r>
              <a:rPr lang="bg-BG" sz="2800" b="1" dirty="0">
                <a:solidFill>
                  <a:schemeClr val="tx1"/>
                </a:solidFill>
                <a:highlight>
                  <a:srgbClr val="FFFF00"/>
                </a:highlight>
              </a:rPr>
              <a:t>жълто</a:t>
            </a:r>
            <a:endParaRPr lang="en-US" sz="2800" b="1" dirty="0">
              <a:solidFill>
                <a:schemeClr val="tx1"/>
              </a:solidFill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8233267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7</a:t>
            </a:fld>
            <a:endParaRPr lang="en-US" noProof="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 dirty="0"/>
              <a:t>Друга опция за търсене в </a:t>
            </a:r>
            <a:r>
              <a:rPr lang="ru-RU" b="1" dirty="0"/>
              <a:t>Word</a:t>
            </a:r>
            <a:r>
              <a:rPr lang="ru-RU" dirty="0"/>
              <a:t> файл е </a:t>
            </a:r>
            <a:r>
              <a:rPr lang="ru-RU" b="1" dirty="0">
                <a:solidFill>
                  <a:schemeClr val="bg1"/>
                </a:solidFill>
              </a:rPr>
              <a:t>Advanced </a:t>
            </a:r>
            <a:r>
              <a:rPr lang="en-US" b="1" dirty="0">
                <a:solidFill>
                  <a:schemeClr val="bg1"/>
                </a:solidFill>
              </a:rPr>
              <a:t>Find </a:t>
            </a:r>
            <a:r>
              <a:rPr lang="ru-RU" dirty="0"/>
              <a:t>(</a:t>
            </a:r>
            <a:r>
              <a:rPr lang="bg-BG" b="1" dirty="0"/>
              <a:t>разширено </a:t>
            </a:r>
            <a:r>
              <a:rPr lang="ru-RU" b="1" dirty="0"/>
              <a:t>търсене</a:t>
            </a:r>
            <a:r>
              <a:rPr lang="ru-RU" dirty="0"/>
              <a:t>)</a:t>
            </a:r>
          </a:p>
          <a:p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Advanced Find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865093" y="3143218"/>
            <a:ext cx="1980000" cy="2286429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259955" y="3834295"/>
            <a:ext cx="3190275" cy="1847001"/>
          </a:xfrm>
          <a:prstGeom prst="rect">
            <a:avLst/>
          </a:prstGeom>
        </p:spPr>
      </p:pic>
      <p:sp>
        <p:nvSpPr>
          <p:cNvPr id="7" name="Rounded Rectangular Callout 6"/>
          <p:cNvSpPr/>
          <p:nvPr/>
        </p:nvSpPr>
        <p:spPr bwMode="auto">
          <a:xfrm>
            <a:off x="6911906" y="2709000"/>
            <a:ext cx="4032793" cy="1247354"/>
          </a:xfrm>
          <a:prstGeom prst="wedgeRoundRectCallout">
            <a:avLst>
              <a:gd name="adj1" fmla="val -79661"/>
              <a:gd name="adj2" fmla="val 16948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bg-BG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Намира се в падащото меню на </a:t>
            </a:r>
            <a:r>
              <a:rPr lang="en-US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[</a:t>
            </a:r>
            <a:r>
              <a:rPr lang="en-US" sz="2800" b="1" dirty="0"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Find</a:t>
            </a:r>
            <a:r>
              <a:rPr lang="en-US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] </a:t>
            </a:r>
            <a:r>
              <a:rPr lang="bg-BG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бутона</a:t>
            </a:r>
            <a:endParaRPr lang="en-US" sz="2800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3818063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8</a:t>
            </a:fld>
            <a:endParaRPr lang="en-US" noProof="0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Advanced Find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402" y="1629000"/>
            <a:ext cx="10775197" cy="4425528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  <p:sp>
        <p:nvSpPr>
          <p:cNvPr id="6" name="Rounded Rectangular Callout 5"/>
          <p:cNvSpPr/>
          <p:nvPr/>
        </p:nvSpPr>
        <p:spPr bwMode="auto">
          <a:xfrm>
            <a:off x="7121737" y="1134000"/>
            <a:ext cx="3519263" cy="1665000"/>
          </a:xfrm>
          <a:prstGeom prst="wedgeRoundRectCallout">
            <a:avLst>
              <a:gd name="adj1" fmla="val -18531"/>
              <a:gd name="adj2" fmla="val 44907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bg-BG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Отваря се диалогов прозорец </a:t>
            </a:r>
            <a:r>
              <a:rPr lang="en-US" sz="2800" b="1" dirty="0"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Find and Replace</a:t>
            </a:r>
          </a:p>
        </p:txBody>
      </p:sp>
      <p:sp>
        <p:nvSpPr>
          <p:cNvPr id="7" name="Rounded Rectangular Callout 6"/>
          <p:cNvSpPr/>
          <p:nvPr/>
        </p:nvSpPr>
        <p:spPr bwMode="auto">
          <a:xfrm>
            <a:off x="933402" y="3851146"/>
            <a:ext cx="4352598" cy="1557854"/>
          </a:xfrm>
          <a:prstGeom prst="wedgeRoundRectCallout">
            <a:avLst>
              <a:gd name="adj1" fmla="val -11232"/>
              <a:gd name="adj2" fmla="val -76951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bg-BG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В текстовото поле</a:t>
            </a:r>
            <a:r>
              <a:rPr lang="bg-BG" sz="2800" b="1" dirty="0"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800" b="1" dirty="0"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Find what</a:t>
            </a:r>
            <a:r>
              <a:rPr lang="bg-BG" sz="2800" b="1" dirty="0">
                <a:solidFill>
                  <a:schemeClr val="bg1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bg-BG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на раздела </a:t>
            </a:r>
            <a:r>
              <a:rPr lang="en-US" sz="2800" b="1" dirty="0"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Find</a:t>
            </a:r>
            <a:r>
              <a:rPr lang="en-US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bg-BG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се въвежда </a:t>
            </a:r>
            <a:r>
              <a:rPr lang="bg-BG" sz="2800" b="1" dirty="0"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търсеният текст</a:t>
            </a:r>
            <a:endParaRPr lang="en-US" sz="2800" b="1" dirty="0">
              <a:solidFill>
                <a:schemeClr val="accent1">
                  <a:lumMod val="60000"/>
                  <a:lumOff val="4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5949904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400" y="1628999"/>
            <a:ext cx="10775197" cy="4425528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  <p:sp>
        <p:nvSpPr>
          <p:cNvPr id="10" name="Rounded Rectangular Callout 9"/>
          <p:cNvSpPr/>
          <p:nvPr/>
        </p:nvSpPr>
        <p:spPr bwMode="auto">
          <a:xfrm>
            <a:off x="5323739" y="3128685"/>
            <a:ext cx="5940000" cy="1140562"/>
          </a:xfrm>
          <a:prstGeom prst="wedgeRoundRectCallout">
            <a:avLst>
              <a:gd name="adj1" fmla="val -77744"/>
              <a:gd name="adj2" fmla="val -42199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800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9</a:t>
            </a:fld>
            <a:endParaRPr lang="en-US" noProof="0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Advanced Find</a:t>
            </a:r>
          </a:p>
        </p:txBody>
      </p:sp>
      <p:sp>
        <p:nvSpPr>
          <p:cNvPr id="9" name="Rounded Rectangular Callout 8"/>
          <p:cNvSpPr/>
          <p:nvPr/>
        </p:nvSpPr>
        <p:spPr bwMode="auto">
          <a:xfrm>
            <a:off x="5324830" y="3114000"/>
            <a:ext cx="5940000" cy="1140561"/>
          </a:xfrm>
          <a:prstGeom prst="wedgeRoundRectCallout">
            <a:avLst>
              <a:gd name="adj1" fmla="val -2622"/>
              <a:gd name="adj2" fmla="val 134585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bg-BG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След като сме въвели търсения текст, натискаме </a:t>
            </a:r>
            <a:r>
              <a:rPr lang="en-US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[</a:t>
            </a:r>
            <a:r>
              <a:rPr lang="en-US" sz="2800" b="1" dirty="0"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Find Next</a:t>
            </a:r>
            <a:r>
              <a:rPr lang="en-US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]</a:t>
            </a:r>
            <a:endParaRPr lang="en-US" sz="2800" b="1" dirty="0">
              <a:solidFill>
                <a:schemeClr val="bg1">
                  <a:lumMod val="60000"/>
                  <a:lumOff val="4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5013776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9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10</a:t>
            </a:fld>
            <a:endParaRPr lang="en-US" noProof="0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Advanced Find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8500" y="1362106"/>
            <a:ext cx="9315000" cy="5293394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  <p:sp>
        <p:nvSpPr>
          <p:cNvPr id="6" name="Rounded Rectangular Callout 5"/>
          <p:cNvSpPr/>
          <p:nvPr/>
        </p:nvSpPr>
        <p:spPr bwMode="auto">
          <a:xfrm>
            <a:off x="1371000" y="4008203"/>
            <a:ext cx="4455000" cy="1665000"/>
          </a:xfrm>
          <a:prstGeom prst="wedgeRoundRectCallout">
            <a:avLst>
              <a:gd name="adj1" fmla="val 28320"/>
              <a:gd name="adj2" fmla="val -123891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bg-BG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В документа се маркира </a:t>
            </a:r>
            <a:r>
              <a:rPr lang="bg-BG" sz="2800" b="1" dirty="0"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първото място</a:t>
            </a:r>
            <a:r>
              <a:rPr lang="bg-BG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на което се среща дадената дума</a:t>
            </a:r>
            <a:endParaRPr lang="en-US" sz="2800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" name="Rounded Rectangular Callout 6"/>
          <p:cNvSpPr/>
          <p:nvPr/>
        </p:nvSpPr>
        <p:spPr bwMode="auto">
          <a:xfrm>
            <a:off x="6096000" y="2754000"/>
            <a:ext cx="5750737" cy="1567431"/>
          </a:xfrm>
          <a:prstGeom prst="wedgeRoundRectCallout">
            <a:avLst>
              <a:gd name="adj1" fmla="val -19934"/>
              <a:gd name="adj2" fmla="val 102237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bg-BG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Ако отново натиснем </a:t>
            </a:r>
            <a:r>
              <a:rPr lang="en-US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[</a:t>
            </a:r>
            <a:r>
              <a:rPr lang="en-US" sz="2800" b="1" dirty="0"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Find Next</a:t>
            </a:r>
            <a:r>
              <a:rPr lang="en-US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]</a:t>
            </a:r>
            <a:r>
              <a:rPr lang="bg-BG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ще се маркира следващото съвпадение</a:t>
            </a:r>
            <a:endParaRPr lang="en-US" sz="2800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5855757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11</a:t>
            </a:fld>
            <a:endParaRPr lang="en-US" noProof="0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Advanced Find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8459" y="1629000"/>
            <a:ext cx="10315083" cy="4604266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  <p:sp>
        <p:nvSpPr>
          <p:cNvPr id="6" name="Rounded Rectangular Callout 5"/>
          <p:cNvSpPr/>
          <p:nvPr/>
        </p:nvSpPr>
        <p:spPr bwMode="auto">
          <a:xfrm>
            <a:off x="6411000" y="2124000"/>
            <a:ext cx="4590000" cy="1665000"/>
          </a:xfrm>
          <a:prstGeom prst="wedgeRoundRectCallout">
            <a:avLst>
              <a:gd name="adj1" fmla="val -25964"/>
              <a:gd name="adj2" fmla="val 21727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bg-BG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И така ще продължава да маркира всички следващи съвпадения</a:t>
            </a:r>
            <a:endParaRPr lang="en-US" sz="2800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7751728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1565" y="2560499"/>
            <a:ext cx="9608869" cy="3946501"/>
          </a:xfrm>
          <a:prstGeom prst="rect">
            <a:avLst/>
          </a:prstGeom>
        </p:spPr>
      </p:pic>
      <p:sp>
        <p:nvSpPr>
          <p:cNvPr id="2" name="Slide Number Placeholder 1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12</a:t>
            </a:fld>
            <a:endParaRPr lang="en-US" noProof="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Може да задавате различни </a:t>
            </a:r>
            <a:r>
              <a:rPr lang="bg-BG" b="1" dirty="0"/>
              <a:t>допълнителни условия </a:t>
            </a:r>
            <a:r>
              <a:rPr lang="bg-BG" dirty="0"/>
              <a:t>при търсенето на текст чрез бутона </a:t>
            </a:r>
            <a:r>
              <a:rPr lang="en-US" dirty="0"/>
              <a:t>[</a:t>
            </a:r>
            <a:r>
              <a:rPr lang="en-US" b="1" dirty="0">
                <a:solidFill>
                  <a:schemeClr val="bg1"/>
                </a:solidFill>
              </a:rPr>
              <a:t>More</a:t>
            </a:r>
            <a:r>
              <a:rPr lang="en-US" dirty="0"/>
              <a:t>]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Advanced Find</a:t>
            </a:r>
          </a:p>
        </p:txBody>
      </p:sp>
      <p:sp>
        <p:nvSpPr>
          <p:cNvPr id="6" name="Rectangle 5"/>
          <p:cNvSpPr/>
          <p:nvPr/>
        </p:nvSpPr>
        <p:spPr bwMode="auto">
          <a:xfrm>
            <a:off x="1461000" y="5589000"/>
            <a:ext cx="1485000" cy="765000"/>
          </a:xfrm>
          <a:prstGeom prst="rect">
            <a:avLst/>
          </a:prstGeom>
          <a:noFill/>
          <a:ln w="3810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800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237389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13</a:t>
            </a:fld>
            <a:endParaRPr lang="en-US" noProof="0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Advanced Find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9750" y="1318674"/>
            <a:ext cx="6412500" cy="5317408"/>
          </a:xfrm>
          <a:prstGeom prst="rect">
            <a:avLst/>
          </a:prstGeom>
        </p:spPr>
      </p:pic>
      <p:sp>
        <p:nvSpPr>
          <p:cNvPr id="6" name="Rounded Rectangular Callout 5"/>
          <p:cNvSpPr/>
          <p:nvPr/>
        </p:nvSpPr>
        <p:spPr bwMode="auto">
          <a:xfrm>
            <a:off x="7024726" y="1629000"/>
            <a:ext cx="4352030" cy="1800000"/>
          </a:xfrm>
          <a:prstGeom prst="wedgeRoundRectCallout">
            <a:avLst>
              <a:gd name="adj1" fmla="val -19671"/>
              <a:gd name="adj2" fmla="val 30173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bg-BG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В прозореца </a:t>
            </a:r>
            <a:r>
              <a:rPr lang="en-US" sz="2800" b="1" dirty="0"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Find and Replace</a:t>
            </a:r>
            <a:r>
              <a:rPr lang="bg-BG" sz="2800" b="1" dirty="0">
                <a:solidFill>
                  <a:schemeClr val="bg1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bg-BG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се показва нова секция </a:t>
            </a:r>
            <a:r>
              <a:rPr lang="en-US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– </a:t>
            </a:r>
            <a:r>
              <a:rPr lang="en-US" sz="2800" b="1" dirty="0"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Search Options</a:t>
            </a:r>
          </a:p>
        </p:txBody>
      </p:sp>
      <p:sp>
        <p:nvSpPr>
          <p:cNvPr id="7" name="Rounded Rectangular Callout 6"/>
          <p:cNvSpPr/>
          <p:nvPr/>
        </p:nvSpPr>
        <p:spPr bwMode="auto">
          <a:xfrm>
            <a:off x="966000" y="2034000"/>
            <a:ext cx="4095000" cy="1575000"/>
          </a:xfrm>
          <a:prstGeom prst="wedgeRoundRectCallout">
            <a:avLst>
              <a:gd name="adj1" fmla="val -1548"/>
              <a:gd name="adj2" fmla="val 95047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bg-BG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Оттук може да добавяте </a:t>
            </a:r>
            <a:r>
              <a:rPr lang="bg-BG" sz="2800" b="1" dirty="0"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условия при търсенето</a:t>
            </a:r>
            <a:endParaRPr lang="en-US" sz="2800" b="1" dirty="0">
              <a:solidFill>
                <a:schemeClr val="accent1">
                  <a:lumMod val="60000"/>
                  <a:lumOff val="4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9" name="Rectangle 8"/>
          <p:cNvSpPr/>
          <p:nvPr/>
        </p:nvSpPr>
        <p:spPr bwMode="auto">
          <a:xfrm>
            <a:off x="3103500" y="3935152"/>
            <a:ext cx="1642500" cy="756622"/>
          </a:xfrm>
          <a:prstGeom prst="rect">
            <a:avLst/>
          </a:prstGeom>
          <a:noFill/>
          <a:ln w="3810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800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1086046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9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 bwMode="auto">
          <a:xfrm>
            <a:off x="7941000" y="4448028"/>
            <a:ext cx="450000" cy="405000"/>
          </a:xfrm>
          <a:prstGeom prst="rect">
            <a:avLst/>
          </a:prstGeom>
          <a:solidFill>
            <a:srgbClr val="FFFF00">
              <a:alpha val="50000"/>
            </a:srgb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800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1" name="Rectangle 10"/>
          <p:cNvSpPr/>
          <p:nvPr/>
        </p:nvSpPr>
        <p:spPr bwMode="auto">
          <a:xfrm>
            <a:off x="10746972" y="3170564"/>
            <a:ext cx="450000" cy="405000"/>
          </a:xfrm>
          <a:prstGeom prst="rect">
            <a:avLst/>
          </a:prstGeom>
          <a:solidFill>
            <a:srgbClr val="FFFF00">
              <a:alpha val="50000"/>
            </a:srgb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800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9" name="Rectangle 8"/>
          <p:cNvSpPr/>
          <p:nvPr/>
        </p:nvSpPr>
        <p:spPr bwMode="auto">
          <a:xfrm>
            <a:off x="8827145" y="2289486"/>
            <a:ext cx="450000" cy="405000"/>
          </a:xfrm>
          <a:prstGeom prst="rect">
            <a:avLst/>
          </a:prstGeom>
          <a:solidFill>
            <a:srgbClr val="FFFF00">
              <a:alpha val="50000"/>
            </a:srgb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800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14</a:t>
            </a:fld>
            <a:endParaRPr lang="en-US" noProof="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190402" y="1196125"/>
            <a:ext cx="6631154" cy="5528766"/>
          </a:xfrm>
        </p:spPr>
        <p:txBody>
          <a:bodyPr>
            <a:normAutofit fontScale="92500" lnSpcReduction="20000"/>
          </a:bodyPr>
          <a:lstStyle/>
          <a:p>
            <a:r>
              <a:rPr lang="bg-BG" dirty="0"/>
              <a:t>От падащия списък </a:t>
            </a:r>
            <a:r>
              <a:rPr lang="en-US" b="1" dirty="0">
                <a:solidFill>
                  <a:schemeClr val="bg1"/>
                </a:solidFill>
              </a:rPr>
              <a:t>Search</a:t>
            </a:r>
            <a:r>
              <a:rPr lang="en-US" b="1" dirty="0"/>
              <a:t> </a:t>
            </a:r>
            <a:r>
              <a:rPr lang="bg-BG" dirty="0"/>
              <a:t>се избира </a:t>
            </a:r>
            <a:r>
              <a:rPr lang="bg-BG" b="1" dirty="0"/>
              <a:t>посока на търсенето</a:t>
            </a:r>
            <a:r>
              <a:rPr lang="bg-BG" dirty="0"/>
              <a:t> в документа</a:t>
            </a:r>
            <a:endParaRPr lang="en-US" dirty="0"/>
          </a:p>
          <a:p>
            <a:r>
              <a:rPr lang="en-US" b="1" dirty="0"/>
              <a:t>Down</a:t>
            </a:r>
            <a:r>
              <a:rPr lang="bg-BG" b="1" dirty="0"/>
              <a:t> </a:t>
            </a:r>
            <a:r>
              <a:rPr lang="bg-BG" dirty="0"/>
              <a:t>(Долу)</a:t>
            </a:r>
            <a:endParaRPr lang="en-US" b="1" dirty="0"/>
          </a:p>
          <a:p>
            <a:pPr lvl="1"/>
            <a:r>
              <a:rPr lang="bg-BG" dirty="0"/>
              <a:t>Търси от показалеца на мишката до </a:t>
            </a:r>
            <a:r>
              <a:rPr lang="bg-BG" b="1" dirty="0"/>
              <a:t>края</a:t>
            </a:r>
            <a:r>
              <a:rPr lang="bg-BG" dirty="0"/>
              <a:t> на документа</a:t>
            </a:r>
          </a:p>
          <a:p>
            <a:r>
              <a:rPr lang="en-US" b="1" dirty="0"/>
              <a:t>Up</a:t>
            </a:r>
            <a:r>
              <a:rPr lang="bg-BG" b="1" dirty="0"/>
              <a:t> </a:t>
            </a:r>
            <a:r>
              <a:rPr lang="bg-BG" dirty="0"/>
              <a:t>(Горе)</a:t>
            </a:r>
            <a:endParaRPr lang="en-US" b="1" dirty="0"/>
          </a:p>
          <a:p>
            <a:pPr lvl="1"/>
            <a:r>
              <a:rPr lang="bg-BG" dirty="0"/>
              <a:t>Търси от показалеца на мишката до </a:t>
            </a:r>
            <a:r>
              <a:rPr lang="bg-BG" b="1" dirty="0"/>
              <a:t>началото</a:t>
            </a:r>
            <a:r>
              <a:rPr lang="bg-BG" dirty="0"/>
              <a:t> на документа</a:t>
            </a:r>
          </a:p>
          <a:p>
            <a:r>
              <a:rPr lang="en-US" b="1" dirty="0"/>
              <a:t>All</a:t>
            </a:r>
            <a:r>
              <a:rPr lang="bg-BG" b="1" dirty="0"/>
              <a:t> </a:t>
            </a:r>
            <a:r>
              <a:rPr lang="bg-BG" dirty="0"/>
              <a:t>(Всичко)</a:t>
            </a:r>
            <a:endParaRPr lang="en-US" b="1" dirty="0"/>
          </a:p>
          <a:p>
            <a:pPr lvl="1"/>
            <a:r>
              <a:rPr lang="bg-BG" dirty="0"/>
              <a:t>Търси в </a:t>
            </a:r>
            <a:r>
              <a:rPr lang="bg-BG" b="1" dirty="0"/>
              <a:t>целия документ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Advanced Find</a:t>
            </a:r>
            <a:r>
              <a:rPr lang="bg-BG" dirty="0"/>
              <a:t> – </a:t>
            </a:r>
            <a:r>
              <a:rPr lang="en-US" dirty="0"/>
              <a:t>Search</a:t>
            </a:r>
            <a:r>
              <a:rPr lang="bg-BG" dirty="0"/>
              <a:t> </a:t>
            </a: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7811681" y="1314000"/>
            <a:ext cx="4134319" cy="5388756"/>
          </a:xfrm>
          <a:prstGeom prst="rect">
            <a:avLst/>
          </a:prstGeom>
          <a:solidFill>
            <a:schemeClr val="accent6">
              <a:lumMod val="75000"/>
              <a:alpha val="15000"/>
            </a:schemeClr>
          </a:solidFill>
          <a:ln w="12700">
            <a:solidFill>
              <a:schemeClr val="tx1">
                <a:lumMod val="75000"/>
              </a:schemeClr>
            </a:solidFill>
          </a:ln>
        </p:spPr>
        <p:txBody>
          <a:bodyPr vert="horz" wrap="square" lIns="144000" tIns="108000" rIns="144000" bIns="108000" rtlCol="0">
            <a:spAutoFit/>
          </a:bodyPr>
          <a:lstStyle/>
          <a:p>
            <a:r>
              <a:rPr lang="ru-RU" sz="2800" dirty="0"/>
              <a:t>Когато бях по-млад и впечатлителен, моят баща ми даде един съвет, който оттогава все се върти в главата ми.</a:t>
            </a:r>
          </a:p>
          <a:p>
            <a:r>
              <a:rPr lang="ru-RU" sz="2800" dirty="0"/>
              <a:t>„Почувстваш ли желание да критикуваш някого — ми рече той, — просто си спомни, че не всички хора на този свят са имали преимуществата, които си имал ти.“</a:t>
            </a:r>
          </a:p>
        </p:txBody>
      </p:sp>
      <p:pic>
        <p:nvPicPr>
          <p:cNvPr id="1026" name="Picture 2" descr="Cursor - Free interface icons"/>
          <p:cNvPicPr>
            <a:picLocks noChangeAspect="1" noChangeArrowheads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36466" y="3159000"/>
            <a:ext cx="416564" cy="4165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ounded Rectangular Callout 7"/>
          <p:cNvSpPr/>
          <p:nvPr/>
        </p:nvSpPr>
        <p:spPr bwMode="auto">
          <a:xfrm>
            <a:off x="4836000" y="2079000"/>
            <a:ext cx="2801237" cy="990000"/>
          </a:xfrm>
          <a:prstGeom prst="wedgeRoundRectCallout">
            <a:avLst>
              <a:gd name="adj1" fmla="val 46010"/>
              <a:gd name="adj2" fmla="val 87130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bg-BG" sz="26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Търсим думата "</a:t>
            </a:r>
            <a:r>
              <a:rPr lang="bg-BG" sz="2600" b="1" dirty="0"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ми</a:t>
            </a:r>
            <a:r>
              <a:rPr lang="bg-BG" sz="26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" в текста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BA64AD52-F6E7-D726-D312-78F298E41856}"/>
              </a:ext>
            </a:extLst>
          </p:cNvPr>
          <p:cNvGrpSpPr/>
          <p:nvPr/>
        </p:nvGrpSpPr>
        <p:grpSpPr>
          <a:xfrm>
            <a:off x="5629575" y="3953533"/>
            <a:ext cx="2094884" cy="1082339"/>
            <a:chOff x="5629575" y="3953533"/>
            <a:chExt cx="2094884" cy="1082339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8425E4F0-3227-309E-1A90-914F290F699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17423" r="2587" b="-1"/>
            <a:stretch/>
          </p:blipFill>
          <p:spPr>
            <a:xfrm>
              <a:off x="5629575" y="3953533"/>
              <a:ext cx="2094884" cy="422125"/>
            </a:xfrm>
            <a:prstGeom prst="rect">
              <a:avLst/>
            </a:prstGeom>
            <a:ln>
              <a:solidFill>
                <a:schemeClr val="bg2">
                  <a:lumMod val="75000"/>
                </a:schemeClr>
              </a:solidFill>
            </a:ln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50CD9875-BF2B-F859-67CA-75D60F6B0F7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542652" y="4323311"/>
              <a:ext cx="1181807" cy="71256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9099476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2" grpId="1" animBg="1"/>
      <p:bldP spid="12" grpId="2" animBg="1"/>
      <p:bldP spid="11" grpId="0" animBg="1"/>
      <p:bldP spid="11" grpId="1" animBg="1"/>
      <p:bldP spid="11" grpId="2" animBg="1"/>
      <p:bldP spid="9" grpId="0" animBg="1"/>
      <p:bldP spid="9" grpId="1" animBg="1"/>
      <p:bldP spid="9" grpId="2" animBg="1"/>
      <p:bldP spid="5" grpId="0" animBg="1"/>
      <p:bldP spid="8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 bwMode="auto">
          <a:xfrm>
            <a:off x="6636000" y="5256418"/>
            <a:ext cx="765000" cy="405000"/>
          </a:xfrm>
          <a:prstGeom prst="rect">
            <a:avLst/>
          </a:prstGeom>
          <a:solidFill>
            <a:srgbClr val="FFFF00">
              <a:alpha val="50000"/>
            </a:srgb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800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7" name="Rectangle 16"/>
          <p:cNvSpPr/>
          <p:nvPr/>
        </p:nvSpPr>
        <p:spPr bwMode="auto">
          <a:xfrm>
            <a:off x="3396000" y="4779000"/>
            <a:ext cx="765000" cy="405000"/>
          </a:xfrm>
          <a:prstGeom prst="rect">
            <a:avLst/>
          </a:prstGeom>
          <a:solidFill>
            <a:srgbClr val="FFFF00">
              <a:alpha val="50000"/>
            </a:srgb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800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15</a:t>
            </a:fld>
            <a:endParaRPr lang="en-US" noProof="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По подразбиране </a:t>
            </a:r>
            <a:r>
              <a:rPr lang="bg-BG" b="1" dirty="0"/>
              <a:t>главните </a:t>
            </a:r>
            <a:r>
              <a:rPr lang="bg-BG" dirty="0"/>
              <a:t>букви</a:t>
            </a:r>
            <a:r>
              <a:rPr lang="bg-BG" b="1" dirty="0"/>
              <a:t> не се различават </a:t>
            </a:r>
            <a:r>
              <a:rPr lang="bg-BG" dirty="0"/>
              <a:t>от </a:t>
            </a:r>
            <a:r>
              <a:rPr lang="bg-BG" b="1" dirty="0"/>
              <a:t>малките</a:t>
            </a:r>
            <a:endParaRPr lang="bg-BG" dirty="0"/>
          </a:p>
          <a:p>
            <a:pPr lvl="1"/>
            <a:r>
              <a:rPr lang="bg-BG" dirty="0"/>
              <a:t>Когато искаме </a:t>
            </a:r>
            <a:r>
              <a:rPr lang="bg-BG" b="1" dirty="0"/>
              <a:t>да се отчита разликата</a:t>
            </a:r>
            <a:r>
              <a:rPr lang="bg-BG" dirty="0"/>
              <a:t>, използваме отметката </a:t>
            </a:r>
            <a:r>
              <a:rPr lang="en-US" b="1" dirty="0">
                <a:solidFill>
                  <a:schemeClr val="bg1"/>
                </a:solidFill>
              </a:rPr>
              <a:t>Match case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Advanced Find</a:t>
            </a:r>
            <a:r>
              <a:rPr lang="bg-BG" dirty="0"/>
              <a:t> – </a:t>
            </a:r>
            <a:r>
              <a:rPr lang="en-US" dirty="0"/>
              <a:t>Match case</a:t>
            </a:r>
            <a:r>
              <a:rPr lang="bg-BG" dirty="0"/>
              <a:t> </a:t>
            </a: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941908" y="4599000"/>
            <a:ext cx="10315084" cy="2090289"/>
          </a:xfrm>
          <a:prstGeom prst="rect">
            <a:avLst/>
          </a:prstGeom>
          <a:solidFill>
            <a:schemeClr val="accent6">
              <a:lumMod val="75000"/>
              <a:alpha val="15000"/>
            </a:schemeClr>
          </a:solidFill>
          <a:ln w="12700">
            <a:solidFill>
              <a:schemeClr val="tx1">
                <a:lumMod val="75000"/>
              </a:schemeClr>
            </a:solidFill>
          </a:ln>
        </p:spPr>
        <p:txBody>
          <a:bodyPr vert="horz" wrap="square" lIns="144000" tIns="108000" rIns="144000" bIns="108000" rtlCol="0">
            <a:spAutoFit/>
          </a:bodyPr>
          <a:lstStyle/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ru-RU" sz="2800" dirty="0"/>
              <a:t>В градината на баба, сред високите дървета и пъстрите цветя, имаше едно малко ябълково дърво. Баба винаги казваше, че това ябълково дърво е засадено от дядо, когато те за първи път се нанесли в къщата</a:t>
            </a:r>
            <a:r>
              <a:rPr lang="en-US" sz="2800" dirty="0"/>
              <a:t>.</a:t>
            </a:r>
            <a:endParaRPr lang="en-US" sz="3600" dirty="0"/>
          </a:p>
        </p:txBody>
      </p:sp>
      <p:sp>
        <p:nvSpPr>
          <p:cNvPr id="6" name="Rounded Rectangular Callout 5"/>
          <p:cNvSpPr/>
          <p:nvPr/>
        </p:nvSpPr>
        <p:spPr bwMode="auto">
          <a:xfrm>
            <a:off x="9111000" y="3056130"/>
            <a:ext cx="2700000" cy="1125000"/>
          </a:xfrm>
          <a:prstGeom prst="wedgeRoundRectCallout">
            <a:avLst>
              <a:gd name="adj1" fmla="val -44814"/>
              <a:gd name="adj2" fmla="val 82204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bg-BG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Търсим "</a:t>
            </a:r>
            <a:r>
              <a:rPr lang="bg-BG" sz="2800" b="1" dirty="0"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баба</a:t>
            </a:r>
            <a:r>
              <a:rPr lang="bg-BG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" в текста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41429" y="3546754"/>
            <a:ext cx="2586699" cy="827507"/>
          </a:xfrm>
          <a:prstGeom prst="rect">
            <a:avLst/>
          </a:prstGeom>
          <a:noFill/>
          <a:ln w="12700">
            <a:noFill/>
          </a:ln>
        </p:spPr>
        <p:txBody>
          <a:bodyPr vert="horz" wrap="square" lIns="144000" tIns="108000" rIns="144000" bIns="108000" rtlCol="0">
            <a:spAutoFit/>
          </a:bodyPr>
          <a:lstStyle/>
          <a:p>
            <a:pPr algn="l"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3600" b="1" dirty="0"/>
              <a:t>Match case</a:t>
            </a:r>
          </a:p>
        </p:txBody>
      </p:sp>
      <p:sp>
        <p:nvSpPr>
          <p:cNvPr id="12" name="Rectangle 11"/>
          <p:cNvSpPr/>
          <p:nvPr/>
        </p:nvSpPr>
        <p:spPr bwMode="auto">
          <a:xfrm>
            <a:off x="4370771" y="3618630"/>
            <a:ext cx="730361" cy="683754"/>
          </a:xfrm>
          <a:prstGeom prst="rect">
            <a:avLst/>
          </a:prstGeom>
          <a:noFill/>
          <a:ln w="28575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800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D692CDB3-FE32-5BC8-0703-B074F0B890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8463" y="3631328"/>
            <a:ext cx="672669" cy="658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08674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8" grpId="1" animBg="1"/>
      <p:bldP spid="17" grpId="0" animBg="1"/>
      <p:bldP spid="5" grpId="0" animBg="1"/>
      <p:bldP spid="6" grpId="0" animBg="1"/>
      <p:bldP spid="10" grpId="0"/>
      <p:bldP spid="12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 bwMode="auto">
          <a:xfrm>
            <a:off x="772145" y="4149000"/>
            <a:ext cx="733855" cy="405000"/>
          </a:xfrm>
          <a:prstGeom prst="rect">
            <a:avLst/>
          </a:prstGeom>
          <a:solidFill>
            <a:srgbClr val="FFFF00">
              <a:alpha val="50000"/>
            </a:srgb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800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68458" y="4014000"/>
            <a:ext cx="10855084" cy="2564264"/>
          </a:xfrm>
          <a:prstGeom prst="rect">
            <a:avLst/>
          </a:prstGeom>
          <a:solidFill>
            <a:schemeClr val="accent6">
              <a:lumMod val="75000"/>
              <a:alpha val="15000"/>
            </a:schemeClr>
          </a:solidFill>
          <a:ln w="12700">
            <a:solidFill>
              <a:schemeClr val="tx1">
                <a:lumMod val="75000"/>
              </a:schemeClr>
            </a:solidFill>
          </a:ln>
        </p:spPr>
        <p:txBody>
          <a:bodyPr vert="horz" wrap="square" lIns="144000" tIns="108000" rIns="144000" bIns="108000" rtlCol="0">
            <a:spAutoFit/>
          </a:bodyPr>
          <a:lstStyle/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ru-RU" sz="2800" dirty="0"/>
              <a:t>Лятото беше в разгара си по покривите на крайпътните кръчми и пред гаражите на шосето, където нови червени петролни помпи се издигаха във вирове светлина, и когато стигнах до жилището си в Уест Ег, аз закарах колата под навеса и поседях малко на една изоставена косачка за трева в двора.</a:t>
            </a:r>
            <a:endParaRPr lang="en-US" sz="3600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16</a:t>
            </a:fld>
            <a:endParaRPr lang="en-US" noProof="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Отметката </a:t>
            </a:r>
            <a:r>
              <a:rPr lang="en-US" b="1" dirty="0">
                <a:solidFill>
                  <a:schemeClr val="bg1"/>
                </a:solidFill>
              </a:rPr>
              <a:t>Find whole words only </a:t>
            </a:r>
            <a:r>
              <a:rPr lang="bg-BG" dirty="0"/>
              <a:t>води до търсенето само на </a:t>
            </a:r>
            <a:r>
              <a:rPr lang="bg-BG" b="1" dirty="0"/>
              <a:t>цели думи</a:t>
            </a:r>
            <a:endParaRPr lang="en-US" b="1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Advanced Find</a:t>
            </a:r>
            <a:r>
              <a:rPr lang="bg-BG" dirty="0"/>
              <a:t> – търсене на цяла дума</a:t>
            </a: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4581658" y="2844000"/>
            <a:ext cx="4859571" cy="827507"/>
          </a:xfrm>
          <a:prstGeom prst="rect">
            <a:avLst/>
          </a:prstGeom>
          <a:noFill/>
          <a:ln w="12700">
            <a:noFill/>
          </a:ln>
        </p:spPr>
        <p:txBody>
          <a:bodyPr vert="horz" wrap="square" lIns="144000" tIns="108000" rIns="144000" bIns="108000" rtlCol="0">
            <a:spAutoFit/>
          </a:bodyPr>
          <a:lstStyle/>
          <a:p>
            <a:pPr algn="l"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3600" b="1" dirty="0"/>
              <a:t>Find whole words only</a:t>
            </a:r>
          </a:p>
        </p:txBody>
      </p:sp>
      <p:sp>
        <p:nvSpPr>
          <p:cNvPr id="6" name="Rectangle 5"/>
          <p:cNvSpPr/>
          <p:nvPr/>
        </p:nvSpPr>
        <p:spPr bwMode="auto">
          <a:xfrm>
            <a:off x="3711000" y="2915876"/>
            <a:ext cx="730361" cy="683754"/>
          </a:xfrm>
          <a:prstGeom prst="rect">
            <a:avLst/>
          </a:prstGeom>
          <a:noFill/>
          <a:ln w="28575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800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692CDB3-FE32-5BC8-0703-B074F0B890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8692" y="2928574"/>
            <a:ext cx="672669" cy="658357"/>
          </a:xfrm>
          <a:prstGeom prst="rect">
            <a:avLst/>
          </a:prstGeom>
        </p:spPr>
      </p:pic>
      <p:sp>
        <p:nvSpPr>
          <p:cNvPr id="9" name="Rounded Rectangular Callout 8"/>
          <p:cNvSpPr/>
          <p:nvPr/>
        </p:nvSpPr>
        <p:spPr bwMode="auto">
          <a:xfrm>
            <a:off x="9221028" y="2353376"/>
            <a:ext cx="2700000" cy="1125000"/>
          </a:xfrm>
          <a:prstGeom prst="wedgeRoundRectCallout">
            <a:avLst>
              <a:gd name="adj1" fmla="val -41222"/>
              <a:gd name="adj2" fmla="val 83436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bg-BG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Търсим "</a:t>
            </a:r>
            <a:r>
              <a:rPr lang="bg-BG" sz="2800" b="1" dirty="0"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лято</a:t>
            </a:r>
            <a:r>
              <a:rPr lang="bg-BG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" в текста</a:t>
            </a:r>
          </a:p>
        </p:txBody>
      </p:sp>
    </p:spTree>
    <p:extLst>
      <p:ext uri="{BB962C8B-B14F-4D97-AF65-F5344CB8AC3E}">
        <p14:creationId xmlns:p14="http://schemas.microsoft.com/office/powerpoint/2010/main" val="40284171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1" grpId="1" animBg="1"/>
      <p:bldP spid="8" grpId="0" animBg="1"/>
      <p:bldP spid="5" grpId="0"/>
      <p:bldP spid="6" grpId="0" animBg="1"/>
      <p:bldP spid="9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ubtitle 5"/>
          <p:cNvSpPr>
            <a:spLocks noGrp="1"/>
          </p:cNvSpPr>
          <p:nvPr>
            <p:ph type="subTitle" sz="quarter" idx="11"/>
          </p:nvPr>
        </p:nvSpPr>
        <p:spPr/>
        <p:txBody>
          <a:bodyPr/>
          <a:lstStyle/>
          <a:p>
            <a:r>
              <a:rPr lang="en-US" dirty="0"/>
              <a:t>Find and Replace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 sz="quarter" idx="10"/>
          </p:nvPr>
        </p:nvSpPr>
        <p:spPr/>
        <p:txBody>
          <a:bodyPr/>
          <a:lstStyle/>
          <a:p>
            <a:r>
              <a:rPr lang="bg-BG" dirty="0"/>
              <a:t>͏Замяна на текст</a:t>
            </a:r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777" t="15217" r="16264" b="23917"/>
          <a:stretch/>
        </p:blipFill>
        <p:spPr>
          <a:xfrm>
            <a:off x="4791000" y="1359000"/>
            <a:ext cx="2699999" cy="2571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23500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͏Замяна на текст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27" r="2527"/>
          <a:stretch/>
        </p:blipFill>
        <p:spPr>
          <a:xfrm>
            <a:off x="696000" y="1616471"/>
            <a:ext cx="2166764" cy="2628922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  <p:sp>
        <p:nvSpPr>
          <p:cNvPr id="7" name="Rounded Rectangular Callout 6"/>
          <p:cNvSpPr/>
          <p:nvPr/>
        </p:nvSpPr>
        <p:spPr bwMode="auto">
          <a:xfrm>
            <a:off x="3171000" y="1179000"/>
            <a:ext cx="4140000" cy="1575000"/>
          </a:xfrm>
          <a:prstGeom prst="wedgeRoundRectCallout">
            <a:avLst>
              <a:gd name="adj1" fmla="val -61326"/>
              <a:gd name="adj2" fmla="val 38749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bg-BG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За да заменим текст в </a:t>
            </a:r>
            <a:r>
              <a:rPr lang="en-US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Word,</a:t>
            </a:r>
            <a:r>
              <a:rPr lang="bg-BG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избираме </a:t>
            </a:r>
            <a:r>
              <a:rPr lang="en-US" sz="2800" b="1" dirty="0"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Replace</a:t>
            </a:r>
            <a:r>
              <a:rPr lang="en-US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bg-BG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в </a:t>
            </a:r>
            <a:r>
              <a:rPr lang="en-US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Editing </a:t>
            </a:r>
            <a:r>
              <a:rPr lang="bg-BG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панела</a:t>
            </a:r>
            <a:endParaRPr lang="en-US" sz="2800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11000" y="3303460"/>
            <a:ext cx="8073874" cy="3316056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  <p:sp>
        <p:nvSpPr>
          <p:cNvPr id="9" name="Rounded Rectangular Callout 8"/>
          <p:cNvSpPr/>
          <p:nvPr/>
        </p:nvSpPr>
        <p:spPr bwMode="auto">
          <a:xfrm>
            <a:off x="7509874" y="1459839"/>
            <a:ext cx="4275000" cy="1587529"/>
          </a:xfrm>
          <a:prstGeom prst="wedgeRoundRectCallout">
            <a:avLst>
              <a:gd name="adj1" fmla="val -26018"/>
              <a:gd name="adj2" fmla="val 62500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bg-BG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Така се отваря диалоговият прозорец </a:t>
            </a:r>
            <a:r>
              <a:rPr lang="en-US" sz="2800" b="1" dirty="0"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Find and Replace</a:t>
            </a:r>
          </a:p>
        </p:txBody>
      </p:sp>
      <p:sp>
        <p:nvSpPr>
          <p:cNvPr id="10" name="Rounded Rectangular Callout 9"/>
          <p:cNvSpPr/>
          <p:nvPr/>
        </p:nvSpPr>
        <p:spPr bwMode="auto">
          <a:xfrm>
            <a:off x="6231000" y="3969000"/>
            <a:ext cx="5445000" cy="1260908"/>
          </a:xfrm>
          <a:prstGeom prst="wedgeRoundRectCallout">
            <a:avLst>
              <a:gd name="adj1" fmla="val -64343"/>
              <a:gd name="adj2" fmla="val -42982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bg-BG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За разлика от търсенето на текст</a:t>
            </a:r>
            <a:r>
              <a:rPr lang="en-US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</a:t>
            </a:r>
            <a:r>
              <a:rPr lang="bg-BG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работим в раздела </a:t>
            </a:r>
            <a:r>
              <a:rPr lang="en-US" sz="2800" b="1" dirty="0"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Replace</a:t>
            </a:r>
            <a:r>
              <a:rPr lang="bg-BG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endParaRPr lang="en-US" sz="2800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51EA257-A0A2-A3E7-3159-24B0DC0CC6F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18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790756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9" grpId="0" animBg="1"/>
      <p:bldP spid="10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6228" y="2079164"/>
            <a:ext cx="9679544" cy="3975528"/>
          </a:xfrm>
          <a:prstGeom prst="rect">
            <a:avLst/>
          </a:prstGeom>
        </p:spPr>
      </p:pic>
      <p:sp>
        <p:nvSpPr>
          <p:cNvPr id="2" name="Slide Number Placeholder 1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19</a:t>
            </a:fld>
            <a:endParaRPr lang="en-US" noProof="0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͏Замяна на текст</a:t>
            </a:r>
            <a:endParaRPr lang="en-US" dirty="0"/>
          </a:p>
        </p:txBody>
      </p:sp>
      <p:sp>
        <p:nvSpPr>
          <p:cNvPr id="7" name="Rounded Rectangular Callout 6"/>
          <p:cNvSpPr/>
          <p:nvPr/>
        </p:nvSpPr>
        <p:spPr bwMode="auto">
          <a:xfrm>
            <a:off x="381000" y="1404000"/>
            <a:ext cx="4230000" cy="1620000"/>
          </a:xfrm>
          <a:prstGeom prst="wedgeRoundRectCallout">
            <a:avLst>
              <a:gd name="adj1" fmla="val 14540"/>
              <a:gd name="adj2" fmla="val 63356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bg-BG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В полето </a:t>
            </a:r>
            <a:r>
              <a:rPr lang="en-US" sz="2800" b="1" dirty="0"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Find what </a:t>
            </a:r>
            <a:r>
              <a:rPr lang="bg-BG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изписваме текста, който искаме да заменим</a:t>
            </a:r>
            <a:endParaRPr lang="en-US" sz="2800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" name="Rounded Rectangular Callout 7"/>
          <p:cNvSpPr/>
          <p:nvPr/>
        </p:nvSpPr>
        <p:spPr bwMode="auto">
          <a:xfrm>
            <a:off x="4791000" y="1178999"/>
            <a:ext cx="4230000" cy="1485117"/>
          </a:xfrm>
          <a:prstGeom prst="wedgeRoundRectCallout">
            <a:avLst>
              <a:gd name="adj1" fmla="val -80049"/>
              <a:gd name="adj2" fmla="val 157893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bg-BG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В </a:t>
            </a:r>
            <a:r>
              <a:rPr lang="en-US" sz="2800" b="1" dirty="0"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Replace with </a:t>
            </a:r>
            <a:r>
              <a:rPr lang="bg-BG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слагаме текста, с който искаме да го заменим</a:t>
            </a:r>
            <a:endParaRPr lang="en-US" sz="2800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1" name="Rounded Rectangular Callout 10"/>
          <p:cNvSpPr/>
          <p:nvPr/>
        </p:nvSpPr>
        <p:spPr bwMode="auto">
          <a:xfrm>
            <a:off x="516000" y="4768083"/>
            <a:ext cx="4095000" cy="1876452"/>
          </a:xfrm>
          <a:prstGeom prst="wedgeRoundRectCallout">
            <a:avLst>
              <a:gd name="adj1" fmla="val 57321"/>
              <a:gd name="adj2" fmla="val -9119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bg-BG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Ако изберем </a:t>
            </a:r>
            <a:r>
              <a:rPr lang="en-US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[</a:t>
            </a:r>
            <a:r>
              <a:rPr lang="en-US" sz="2800" b="1" dirty="0"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Replace</a:t>
            </a:r>
            <a:r>
              <a:rPr lang="en-US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]</a:t>
            </a:r>
            <a:r>
              <a:rPr lang="bg-BG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заменяме само </a:t>
            </a:r>
            <a:r>
              <a:rPr lang="bg-BG" sz="2800" b="1" dirty="0"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първото съвпадение </a:t>
            </a:r>
            <a:r>
              <a:rPr lang="bg-BG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на търсения текст</a:t>
            </a:r>
            <a:endParaRPr lang="en-US" sz="2800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2" name="Rounded Rectangular Callout 11"/>
          <p:cNvSpPr/>
          <p:nvPr/>
        </p:nvSpPr>
        <p:spPr bwMode="auto">
          <a:xfrm>
            <a:off x="7761000" y="3749186"/>
            <a:ext cx="3402600" cy="1296646"/>
          </a:xfrm>
          <a:prstGeom prst="wedgeRoundRectCallout">
            <a:avLst>
              <a:gd name="adj1" fmla="val -70564"/>
              <a:gd name="adj2" fmla="val 67901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[</a:t>
            </a:r>
            <a:r>
              <a:rPr lang="en-US" sz="2800" b="1" dirty="0"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Replace All</a:t>
            </a:r>
            <a:r>
              <a:rPr lang="en-US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] </a:t>
            </a:r>
            <a:r>
              <a:rPr lang="bg-BG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заменя всички съвпадения</a:t>
            </a:r>
            <a:endParaRPr lang="en-US" sz="2800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9423185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11" grpId="0" animBg="1"/>
      <p:bldP spid="12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/>
        </p:nvSpPr>
        <p:spPr bwMode="auto">
          <a:xfrm>
            <a:off x="7288500" y="2979000"/>
            <a:ext cx="1102500" cy="405000"/>
          </a:xfrm>
          <a:prstGeom prst="rect">
            <a:avLst/>
          </a:prstGeom>
          <a:solidFill>
            <a:srgbClr val="FFFF00">
              <a:alpha val="50000"/>
            </a:srgb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800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2" name="Rectangle 11"/>
          <p:cNvSpPr/>
          <p:nvPr/>
        </p:nvSpPr>
        <p:spPr bwMode="auto">
          <a:xfrm>
            <a:off x="516000" y="2979000"/>
            <a:ext cx="1035000" cy="405000"/>
          </a:xfrm>
          <a:prstGeom prst="rect">
            <a:avLst/>
          </a:prstGeom>
          <a:solidFill>
            <a:srgbClr val="FFFF00">
              <a:alpha val="50000"/>
            </a:srgb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800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20</a:t>
            </a:fld>
            <a:endParaRPr lang="en-US" noProof="0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͏Замяна на текст</a:t>
            </a: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7176000" y="2863229"/>
            <a:ext cx="4757030" cy="1510771"/>
          </a:xfrm>
          <a:prstGeom prst="rect">
            <a:avLst/>
          </a:prstGeom>
          <a:solidFill>
            <a:schemeClr val="accent6">
              <a:lumMod val="75000"/>
              <a:alpha val="15000"/>
            </a:schemeClr>
          </a:solidFill>
          <a:ln w="12700">
            <a:solidFill>
              <a:schemeClr val="tx1">
                <a:lumMod val="75000"/>
              </a:schemeClr>
            </a:solidFill>
          </a:ln>
        </p:spPr>
        <p:txBody>
          <a:bodyPr vert="horz" wrap="square" lIns="144000" tIns="108000" rIns="144000" bIns="108000" rtlCol="0">
            <a:spAutoFit/>
          </a:bodyPr>
          <a:lstStyle/>
          <a:p>
            <a:r>
              <a:rPr lang="ru-RU" sz="2800" dirty="0"/>
              <a:t>Зимата беше в разгара си по покривите на крайпътните кръчми и ...</a:t>
            </a:r>
            <a:endParaRPr lang="en-US" sz="2800" dirty="0"/>
          </a:p>
        </p:txBody>
      </p:sp>
      <p:sp>
        <p:nvSpPr>
          <p:cNvPr id="7" name="TextBox 6"/>
          <p:cNvSpPr txBox="1"/>
          <p:nvPr/>
        </p:nvSpPr>
        <p:spPr>
          <a:xfrm>
            <a:off x="381000" y="2863229"/>
            <a:ext cx="4590000" cy="1510771"/>
          </a:xfrm>
          <a:prstGeom prst="rect">
            <a:avLst/>
          </a:prstGeom>
          <a:solidFill>
            <a:schemeClr val="accent6">
              <a:lumMod val="75000"/>
              <a:alpha val="15000"/>
            </a:schemeClr>
          </a:solidFill>
          <a:ln w="12700">
            <a:solidFill>
              <a:schemeClr val="tx1">
                <a:lumMod val="75000"/>
              </a:schemeClr>
            </a:solidFill>
          </a:ln>
        </p:spPr>
        <p:txBody>
          <a:bodyPr vert="horz" wrap="square" lIns="144000" tIns="108000" rIns="144000" bIns="108000" rtlCol="0">
            <a:spAutoFit/>
          </a:bodyPr>
          <a:lstStyle/>
          <a:p>
            <a:r>
              <a:rPr lang="ru-RU" sz="2800" dirty="0"/>
              <a:t>Лятото беше в разгара си по покривите на крайпътните кръчми и ...</a:t>
            </a:r>
            <a:endParaRPr lang="en-US" sz="2800" dirty="0"/>
          </a:p>
        </p:txBody>
      </p:sp>
      <p:cxnSp>
        <p:nvCxnSpPr>
          <p:cNvPr id="9" name="Straight Arrow Connector 8"/>
          <p:cNvCxnSpPr>
            <a:cxnSpLocks/>
          </p:cNvCxnSpPr>
          <p:nvPr/>
        </p:nvCxnSpPr>
        <p:spPr>
          <a:xfrm>
            <a:off x="5151000" y="3699000"/>
            <a:ext cx="1845000" cy="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650ABBC3-F938-8C99-DA1D-22DB455CA65E}"/>
              </a:ext>
            </a:extLst>
          </p:cNvPr>
          <p:cNvSpPr txBox="1"/>
          <p:nvPr/>
        </p:nvSpPr>
        <p:spPr>
          <a:xfrm>
            <a:off x="4961425" y="3009053"/>
            <a:ext cx="2179150" cy="571861"/>
          </a:xfrm>
          <a:prstGeom prst="rect">
            <a:avLst/>
          </a:prstGeom>
          <a:noFill/>
          <a:ln w="12700">
            <a:noFill/>
          </a:ln>
        </p:spPr>
        <p:txBody>
          <a:bodyPr vert="horz" wrap="none" lIns="144000" tIns="108000" rIns="144000" bIns="108000" rtlCol="0">
            <a:spAutoFit/>
          </a:bodyPr>
          <a:lstStyle/>
          <a:p>
            <a:pPr algn="l"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200" dirty="0"/>
              <a:t>Find and replace</a:t>
            </a:r>
            <a:endParaRPr lang="bg-BG" sz="2200" dirty="0"/>
          </a:p>
        </p:txBody>
      </p:sp>
    </p:spTree>
    <p:extLst>
      <p:ext uri="{BB962C8B-B14F-4D97-AF65-F5344CB8AC3E}">
        <p14:creationId xmlns:p14="http://schemas.microsoft.com/office/powerpoint/2010/main" val="36418995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2" grpId="0" animBg="1"/>
      <p:bldP spid="6" grpId="0" animBg="1"/>
      <p:bldP spid="5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 sz="quarter" idx="10"/>
          </p:nvPr>
        </p:nvSpPr>
        <p:spPr>
          <a:xfrm>
            <a:off x="615109" y="4704825"/>
            <a:ext cx="10961783" cy="1802338"/>
          </a:xfrm>
        </p:spPr>
        <p:txBody>
          <a:bodyPr/>
          <a:lstStyle/>
          <a:p>
            <a:r>
              <a:rPr lang="bg-BG" dirty="0"/>
              <a:t>Получаване на помощна информация</a:t>
            </a:r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21800" y="1620600"/>
            <a:ext cx="2348400" cy="234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73952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 dirty="0"/>
              <a:t>При работа с програми често се налага да </a:t>
            </a:r>
            <a:r>
              <a:rPr lang="ru-RU" b="1" dirty="0"/>
              <a:t>търсим помощ </a:t>
            </a:r>
            <a:r>
              <a:rPr lang="ru-RU" dirty="0"/>
              <a:t>заради </a:t>
            </a:r>
            <a:r>
              <a:rPr lang="ru-RU" b="1" dirty="0"/>
              <a:t>непознатите</a:t>
            </a:r>
            <a:r>
              <a:rPr lang="ru-RU" dirty="0"/>
              <a:t> ни </a:t>
            </a:r>
            <a:r>
              <a:rPr lang="ru-RU" b="1" dirty="0"/>
              <a:t>функции</a:t>
            </a:r>
            <a:r>
              <a:rPr lang="ru-RU" dirty="0"/>
              <a:t> и </a:t>
            </a:r>
            <a:r>
              <a:rPr lang="ru-RU" b="1" dirty="0"/>
              <a:t>инструменти</a:t>
            </a:r>
            <a:endParaRPr lang="en-US" b="1" dirty="0"/>
          </a:p>
          <a:p>
            <a:r>
              <a:rPr lang="ru-RU" dirty="0"/>
              <a:t>Пакетът </a:t>
            </a:r>
            <a:r>
              <a:rPr lang="ru-RU" b="1" dirty="0"/>
              <a:t>MS Office </a:t>
            </a:r>
            <a:r>
              <a:rPr lang="ru-RU" dirty="0"/>
              <a:t>предлага помощна система, която улеснява работата</a:t>
            </a:r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Получаване на помощ</a:t>
            </a:r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07000" y="3444000"/>
            <a:ext cx="4578000" cy="3360000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4313F19-6062-249C-8B05-040238E4B1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22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723643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23</a:t>
            </a:fld>
            <a:endParaRPr lang="en-US" noProof="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336000" y="1196125"/>
            <a:ext cx="6030000" cy="5528766"/>
          </a:xfrm>
        </p:spPr>
        <p:txBody>
          <a:bodyPr>
            <a:normAutofit/>
          </a:bodyPr>
          <a:lstStyle/>
          <a:p>
            <a:r>
              <a:rPr lang="bg-BG" dirty="0"/>
              <a:t>С помощта на бутона </a:t>
            </a:r>
            <a:r>
              <a:rPr lang="en-GB" dirty="0"/>
              <a:t>[</a:t>
            </a:r>
            <a:r>
              <a:rPr lang="en-US" b="1" dirty="0"/>
              <a:t>F1</a:t>
            </a:r>
            <a:r>
              <a:rPr lang="en-US" dirty="0"/>
              <a:t>] </a:t>
            </a:r>
            <a:r>
              <a:rPr lang="bg-BG" dirty="0"/>
              <a:t>се отваря диалогов прозорец </a:t>
            </a:r>
            <a:r>
              <a:rPr lang="en-US" b="1" dirty="0"/>
              <a:t>Help</a:t>
            </a:r>
            <a:endParaRPr lang="bg-BG" b="1" dirty="0"/>
          </a:p>
          <a:p>
            <a:r>
              <a:rPr lang="bg-BG" dirty="0"/>
              <a:t>Тук всеки потребител може да търси </a:t>
            </a:r>
            <a:r>
              <a:rPr lang="bg-BG" b="1" dirty="0"/>
              <a:t>решение</a:t>
            </a:r>
            <a:r>
              <a:rPr lang="bg-BG" dirty="0"/>
              <a:t> за даден </a:t>
            </a:r>
            <a:r>
              <a:rPr lang="bg-BG" b="1" dirty="0"/>
              <a:t>проблем</a:t>
            </a:r>
            <a:r>
              <a:rPr lang="bg-BG" dirty="0"/>
              <a:t> или </a:t>
            </a:r>
            <a:r>
              <a:rPr lang="bg-BG" b="1" dirty="0"/>
              <a:t>въпрос</a:t>
            </a:r>
            <a:endParaRPr lang="ru-RU" b="1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Получаване на помощ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2181"/>
          <a:stretch/>
        </p:blipFill>
        <p:spPr>
          <a:xfrm>
            <a:off x="7221000" y="1256673"/>
            <a:ext cx="3922296" cy="5460943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40212214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0E49D336-45B6-44D3-97C4-E28F8DEA202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69725" y="1577986"/>
            <a:ext cx="7581212" cy="4772369"/>
          </a:xfrm>
        </p:spPr>
        <p:txBody>
          <a:bodyPr/>
          <a:lstStyle>
            <a:lvl1pPr marL="514350" indent="-514350">
              <a:buFont typeface="Wingdings" panose="05000000000000000000" pitchFamily="2" charset="2"/>
              <a:buChar char="§"/>
              <a:defRPr>
                <a:solidFill>
                  <a:schemeClr val="bg2"/>
                </a:solidFill>
              </a:defRPr>
            </a:lvl1pPr>
            <a:lvl2pPr marL="1123935" indent="-514350"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</a:defRPr>
            </a:lvl2pPr>
            <a:lvl3pPr marL="1733520" indent="-514350"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</a:defRPr>
            </a:lvl3pPr>
            <a:lvl4pPr marL="2343105" indent="-514350"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</a:defRPr>
            </a:lvl4pPr>
            <a:lvl5pPr marL="2952689" indent="-514350"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…</a:t>
            </a:r>
          </a:p>
          <a:p>
            <a:pPr lvl="0"/>
            <a:r>
              <a:rPr lang="en-GB" dirty="0"/>
              <a:t>…</a:t>
            </a:r>
            <a:endParaRPr lang="en-US" dirty="0"/>
          </a:p>
          <a:p>
            <a:pPr lvl="0"/>
            <a:r>
              <a:rPr lang="en-GB" dirty="0"/>
              <a:t>…</a:t>
            </a:r>
            <a:endParaRPr lang="en-US" dirty="0"/>
          </a:p>
          <a:p>
            <a:pPr lvl="0"/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g-BG" dirty="0"/>
              <a:t>Какво научихме днес?</a:t>
            </a:r>
            <a:endParaRPr lang="en-US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EBAFE522-EB7D-4931-A015-9A7E8A98517D}"/>
              </a:ext>
            </a:extLst>
          </p:cNvPr>
          <p:cNvGrpSpPr/>
          <p:nvPr/>
        </p:nvGrpSpPr>
        <p:grpSpPr>
          <a:xfrm>
            <a:off x="196766" y="1314000"/>
            <a:ext cx="11798468" cy="5300339"/>
            <a:chOff x="472011" y="1508786"/>
            <a:chExt cx="3799787" cy="4865561"/>
          </a:xfrm>
        </p:grpSpPr>
        <p:sp>
          <p:nvSpPr>
            <p:cNvPr id="10" name="Rounded Rectangle 10">
              <a:extLst>
                <a:ext uri="{FF2B5EF4-FFF2-40B4-BE49-F238E27FC236}">
                  <a16:creationId xmlns:a16="http://schemas.microsoft.com/office/drawing/2014/main" id="{18F78F23-3D09-4B63-8DF9-D49CFBB145EE}"/>
                </a:ext>
              </a:extLst>
            </p:cNvPr>
            <p:cNvSpPr/>
            <p:nvPr userDrawn="1"/>
          </p:nvSpPr>
          <p:spPr>
            <a:xfrm>
              <a:off x="472011" y="1508786"/>
              <a:ext cx="3799787" cy="4865561"/>
            </a:xfrm>
            <a:prstGeom prst="roundRect">
              <a:avLst>
                <a:gd name="adj" fmla="val 3968"/>
              </a:avLst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399" dirty="0"/>
            </a:p>
          </p:txBody>
        </p:sp>
        <p:sp>
          <p:nvSpPr>
            <p:cNvPr id="11" name="Rounded Rectangle 16">
              <a:extLst>
                <a:ext uri="{FF2B5EF4-FFF2-40B4-BE49-F238E27FC236}">
                  <a16:creationId xmlns:a16="http://schemas.microsoft.com/office/drawing/2014/main" id="{F12C06CE-2BBE-46C2-B718-813794C58DF9}"/>
                </a:ext>
              </a:extLst>
            </p:cNvPr>
            <p:cNvSpPr/>
            <p:nvPr userDrawn="1"/>
          </p:nvSpPr>
          <p:spPr>
            <a:xfrm>
              <a:off x="540767" y="1781251"/>
              <a:ext cx="85794" cy="4320631"/>
            </a:xfrm>
            <a:prstGeom prst="roundRect">
              <a:avLst>
                <a:gd name="adj" fmla="val 50000"/>
              </a:avLst>
            </a:prstGeom>
            <a:solidFill>
              <a:schemeClr val="bg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399">
                <a:solidFill>
                  <a:schemeClr val="bg1"/>
                </a:solidFill>
              </a:endParaRPr>
            </a:p>
          </p:txBody>
        </p:sp>
        <p:sp>
          <p:nvSpPr>
            <p:cNvPr id="12" name="Half Frame 11">
              <a:extLst>
                <a:ext uri="{FF2B5EF4-FFF2-40B4-BE49-F238E27FC236}">
                  <a16:creationId xmlns:a16="http://schemas.microsoft.com/office/drawing/2014/main" id="{66CDBB1E-AF3C-43FC-9F34-2DD691F81726}"/>
                </a:ext>
              </a:extLst>
            </p:cNvPr>
            <p:cNvSpPr/>
            <p:nvPr userDrawn="1"/>
          </p:nvSpPr>
          <p:spPr>
            <a:xfrm rot="5400000">
              <a:off x="3762569" y="1912372"/>
              <a:ext cx="669775" cy="238503"/>
            </a:xfrm>
            <a:prstGeom prst="halfFrame">
              <a:avLst>
                <a:gd name="adj1" fmla="val 23728"/>
                <a:gd name="adj2" fmla="val 24642"/>
              </a:avLst>
            </a:prstGeom>
            <a:solidFill>
              <a:schemeClr val="bg2">
                <a:alpha val="2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399">
                <a:solidFill>
                  <a:schemeClr val="tx1"/>
                </a:solidFill>
              </a:endParaRPr>
            </a:p>
          </p:txBody>
        </p:sp>
      </p:grpSp>
      <p:sp>
        <p:nvSpPr>
          <p:cNvPr id="15" name="Content Placeholder 4">
            <a:extLst>
              <a:ext uri="{FF2B5EF4-FFF2-40B4-BE49-F238E27FC236}">
                <a16:creationId xmlns:a16="http://schemas.microsoft.com/office/drawing/2014/main" id="{B96A0DF8-27E7-4DC8-BBE3-7238AAAEB845}"/>
              </a:ext>
            </a:extLst>
          </p:cNvPr>
          <p:cNvSpPr txBox="1">
            <a:spLocks/>
          </p:cNvSpPr>
          <p:nvPr/>
        </p:nvSpPr>
        <p:spPr>
          <a:xfrm>
            <a:off x="741000" y="1539000"/>
            <a:ext cx="11040744" cy="4894130"/>
          </a:xfrm>
          <a:prstGeom prst="rect">
            <a:avLst/>
          </a:prstGeom>
        </p:spPr>
        <p:txBody>
          <a:bodyPr vert="horz" lIns="108000" tIns="36000" rIns="108000" bIns="36000" rtlCol="0">
            <a:noAutofit/>
          </a:bodyPr>
          <a:lstStyle>
            <a:lvl1pPr marL="456915" indent="-456915" algn="l" defTabSz="1218438" rtl="0" eaLnBrk="1" latinLnBrk="0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33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89981" indent="-380762" algn="l" defTabSz="1218438" rtl="0" eaLnBrk="1" latinLnBrk="0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31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048" indent="-304610" algn="l" defTabSz="1218438" rtl="0" eaLnBrk="1" latinLnBrk="0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29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2267" indent="-304610" algn="l" defTabSz="1218438" rtl="0" eaLnBrk="1" latinLnBrk="0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27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1485" indent="-304610" algn="l" defTabSz="1218438" rtl="0" eaLnBrk="1" latinLnBrk="0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25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0704" indent="-304610" algn="l" defTabSz="121843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59924" indent="-304610" algn="l" defTabSz="121843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69143" indent="-304610" algn="l" defTabSz="121843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78362" indent="-304610" algn="l" defTabSz="121843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5600" indent="-355600">
              <a:lnSpc>
                <a:spcPct val="100000"/>
              </a:lnSpc>
              <a:buClr>
                <a:schemeClr val="bg2"/>
              </a:buClr>
            </a:pPr>
            <a:r>
              <a:rPr lang="bg-BG" sz="28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Търсене</a:t>
            </a:r>
            <a:r>
              <a:rPr lang="bg-BG" sz="2800" b="1" dirty="0">
                <a:solidFill>
                  <a:schemeClr val="bg2"/>
                </a:solidFill>
              </a:rPr>
              <a:t> </a:t>
            </a:r>
            <a:r>
              <a:rPr lang="bg-BG" sz="2800" dirty="0">
                <a:solidFill>
                  <a:schemeClr val="bg2"/>
                </a:solidFill>
              </a:rPr>
              <a:t>на текст</a:t>
            </a:r>
            <a:endParaRPr lang="en-US" sz="2800" dirty="0">
              <a:solidFill>
                <a:schemeClr val="bg2"/>
              </a:solidFill>
            </a:endParaRPr>
          </a:p>
          <a:p>
            <a:pPr marL="888666" lvl="1" indent="-355600">
              <a:lnSpc>
                <a:spcPct val="100000"/>
              </a:lnSpc>
              <a:buClr>
                <a:schemeClr val="bg2"/>
              </a:buClr>
            </a:pPr>
            <a:r>
              <a:rPr lang="en-US" sz="2600" b="1" dirty="0">
                <a:solidFill>
                  <a:schemeClr val="bg2"/>
                </a:solidFill>
              </a:rPr>
              <a:t>Find</a:t>
            </a:r>
          </a:p>
          <a:p>
            <a:pPr marL="888666" lvl="1" indent="-355600">
              <a:lnSpc>
                <a:spcPct val="100000"/>
              </a:lnSpc>
              <a:buClr>
                <a:schemeClr val="bg2"/>
              </a:buClr>
            </a:pPr>
            <a:r>
              <a:rPr lang="en-US" sz="2600" b="1" dirty="0">
                <a:solidFill>
                  <a:schemeClr val="bg2"/>
                </a:solidFill>
              </a:rPr>
              <a:t>Advanced Find</a:t>
            </a:r>
          </a:p>
          <a:p>
            <a:pPr marL="1421733" lvl="2" indent="-355600">
              <a:lnSpc>
                <a:spcPct val="100000"/>
              </a:lnSpc>
              <a:buClr>
                <a:schemeClr val="bg2"/>
              </a:buClr>
            </a:pPr>
            <a:r>
              <a:rPr lang="en-US" sz="2400" dirty="0">
                <a:solidFill>
                  <a:schemeClr val="bg2"/>
                </a:solidFill>
              </a:rPr>
              <a:t>Search</a:t>
            </a:r>
          </a:p>
          <a:p>
            <a:pPr marL="1421733" lvl="2" indent="-355600">
              <a:lnSpc>
                <a:spcPct val="100000"/>
              </a:lnSpc>
              <a:buClr>
                <a:schemeClr val="bg2"/>
              </a:buClr>
            </a:pPr>
            <a:r>
              <a:rPr lang="en-US" sz="2400" dirty="0">
                <a:solidFill>
                  <a:schemeClr val="bg2"/>
                </a:solidFill>
              </a:rPr>
              <a:t>Match case</a:t>
            </a:r>
          </a:p>
          <a:p>
            <a:pPr marL="1421733" lvl="2" indent="-355600">
              <a:lnSpc>
                <a:spcPct val="100000"/>
              </a:lnSpc>
              <a:buClr>
                <a:schemeClr val="bg2"/>
              </a:buClr>
            </a:pPr>
            <a:r>
              <a:rPr lang="en-US" sz="2400" dirty="0">
                <a:solidFill>
                  <a:schemeClr val="bg2"/>
                </a:solidFill>
              </a:rPr>
              <a:t>Find whole words only</a:t>
            </a:r>
            <a:endParaRPr lang="bg-BG" sz="2400" dirty="0">
              <a:solidFill>
                <a:schemeClr val="bg2"/>
              </a:solidFill>
            </a:endParaRPr>
          </a:p>
          <a:p>
            <a:pPr marL="355600" indent="-355600">
              <a:lnSpc>
                <a:spcPct val="100000"/>
              </a:lnSpc>
              <a:buClr>
                <a:schemeClr val="bg2"/>
              </a:buClr>
            </a:pPr>
            <a:r>
              <a:rPr lang="bg-BG" sz="2800" b="1" dirty="0">
                <a:solidFill>
                  <a:schemeClr val="bg2"/>
                </a:solidFill>
              </a:rPr>
              <a:t> </a:t>
            </a:r>
            <a:r>
              <a:rPr lang="bg-BG" sz="28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Замяна</a:t>
            </a:r>
            <a:r>
              <a:rPr lang="bg-BG" sz="2800" b="1" dirty="0">
                <a:solidFill>
                  <a:schemeClr val="bg2"/>
                </a:solidFill>
              </a:rPr>
              <a:t> </a:t>
            </a:r>
            <a:r>
              <a:rPr lang="bg-BG" sz="2800" dirty="0">
                <a:solidFill>
                  <a:schemeClr val="bg2"/>
                </a:solidFill>
              </a:rPr>
              <a:t>на текст</a:t>
            </a:r>
            <a:endParaRPr lang="en-US" sz="2800" dirty="0">
              <a:solidFill>
                <a:schemeClr val="bg2"/>
              </a:solidFill>
            </a:endParaRPr>
          </a:p>
          <a:p>
            <a:pPr marL="355600" indent="-355600">
              <a:lnSpc>
                <a:spcPct val="100000"/>
              </a:lnSpc>
              <a:buClr>
                <a:schemeClr val="bg2"/>
              </a:buClr>
            </a:pPr>
            <a:r>
              <a:rPr lang="bg-BG" sz="2800" dirty="0">
                <a:solidFill>
                  <a:schemeClr val="bg2"/>
                </a:solidFill>
              </a:rPr>
              <a:t>Получаване на </a:t>
            </a:r>
            <a:r>
              <a:rPr lang="bg-BG" sz="28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помощна информация</a:t>
            </a:r>
          </a:p>
          <a:p>
            <a:pPr marL="888666" lvl="1" indent="-355600">
              <a:lnSpc>
                <a:spcPct val="100000"/>
              </a:lnSpc>
              <a:buClr>
                <a:schemeClr val="bg2"/>
              </a:buClr>
            </a:pPr>
            <a:r>
              <a:rPr lang="en-US" sz="2600" b="1" dirty="0">
                <a:solidFill>
                  <a:schemeClr val="bg2"/>
                </a:solidFill>
              </a:rPr>
              <a:t>F1</a:t>
            </a:r>
            <a:r>
              <a:rPr lang="en-US" sz="2600" dirty="0">
                <a:solidFill>
                  <a:schemeClr val="bg2"/>
                </a:solidFill>
              </a:rPr>
              <a:t> – </a:t>
            </a:r>
            <a:r>
              <a:rPr lang="bg-BG" sz="2600" dirty="0">
                <a:solidFill>
                  <a:schemeClr val="bg2"/>
                </a:solidFill>
              </a:rPr>
              <a:t>диалогов прозорец </a:t>
            </a:r>
            <a:r>
              <a:rPr lang="en-US" sz="2600" b="1" dirty="0">
                <a:solidFill>
                  <a:schemeClr val="bg2"/>
                </a:solidFill>
              </a:rPr>
              <a:t>Help</a:t>
            </a:r>
          </a:p>
        </p:txBody>
      </p:sp>
    </p:spTree>
    <p:extLst>
      <p:ext uri="{BB962C8B-B14F-4D97-AF65-F5344CB8AC3E}">
        <p14:creationId xmlns:p14="http://schemas.microsoft.com/office/powerpoint/2010/main" val="35283944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Title">
            <a:extLst>
              <a:ext uri="{FF2B5EF4-FFF2-40B4-BE49-F238E27FC236}">
                <a16:creationId xmlns:a16="http://schemas.microsoft.com/office/drawing/2014/main" id="{FA0703FC-0F8F-4C80-A615-E4B381EC0E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Въпроси</a:t>
            </a:r>
            <a:r>
              <a:rPr lang="en-US" dirty="0"/>
              <a:t>?</a:t>
            </a:r>
          </a:p>
        </p:txBody>
      </p:sp>
      <p:sp>
        <p:nvSpPr>
          <p:cNvPr id="2" name="Rectangle Bottom Copyright">
            <a:extLst>
              <a:ext uri="{FF2B5EF4-FFF2-40B4-BE49-F238E27FC236}">
                <a16:creationId xmlns:a16="http://schemas.microsoft.com/office/drawing/2014/main" id="{664812A4-2991-44D1-BFE9-32E55AADF8A5}"/>
              </a:ext>
            </a:extLst>
          </p:cNvPr>
          <p:cNvSpPr/>
          <p:nvPr/>
        </p:nvSpPr>
        <p:spPr>
          <a:xfrm>
            <a:off x="111000" y="6454758"/>
            <a:ext cx="11970000" cy="3042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bg-BG" sz="1600" dirty="0"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Проект "</a:t>
            </a:r>
            <a:r>
              <a:rPr lang="bg-BG" sz="1600" dirty="0">
                <a:solidFill>
                  <a:schemeClr val="bg1">
                    <a:lumMod val="20000"/>
                    <a:lumOff val="8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Отворено учебно съдържание по програмиране и ИТ</a:t>
            </a:r>
            <a:r>
              <a:rPr lang="bg-BG" sz="1600" dirty="0"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", СофтУни Фондация (лиценз </a:t>
            </a:r>
            <a:r>
              <a:rPr lang="en-US" sz="1600" dirty="0"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CC-BY-NC-SA</a:t>
            </a:r>
            <a:r>
              <a:rPr lang="bg-BG" sz="1600" dirty="0"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)</a:t>
            </a:r>
            <a:endParaRPr lang="bg-BG" sz="2400" dirty="0">
              <a:solidFill>
                <a:schemeClr val="bg2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25349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">
            <a:extLst>
              <a:ext uri="{FF2B5EF4-FFF2-40B4-BE49-F238E27FC236}">
                <a16:creationId xmlns:a16="http://schemas.microsoft.com/office/drawing/2014/main" id="{F48C3C93-90A1-4D31-BEA6-B54D1106CE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smtClean="0"/>
              <a:pPr/>
              <a:t>26</a:t>
            </a:fld>
            <a:endParaRPr lang="en-US" dirty="0"/>
          </a:p>
        </p:txBody>
      </p:sp>
      <p:sp>
        <p:nvSpPr>
          <p:cNvPr id="2" name="Slide Body">
            <a:extLst>
              <a:ext uri="{FF2B5EF4-FFF2-40B4-BE49-F238E27FC236}">
                <a16:creationId xmlns:a16="http://schemas.microsoft.com/office/drawing/2014/main" id="{980F49B1-E4BE-4389-A747-7AB9B71AD92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0402" y="1269001"/>
            <a:ext cx="9865598" cy="2474999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bg-BG" sz="3200" dirty="0"/>
              <a:t>Този курс</a:t>
            </a:r>
            <a:r>
              <a:rPr lang="en-US" sz="3200" dirty="0"/>
              <a:t> (</a:t>
            </a:r>
            <a:r>
              <a:rPr lang="bg-BG" sz="3200" dirty="0"/>
              <a:t>презентации, примери, демонстрационен код, упражнения, домашни, видео и други активи</a:t>
            </a:r>
            <a:r>
              <a:rPr lang="en-US" sz="3200" dirty="0"/>
              <a:t>) </a:t>
            </a:r>
            <a:r>
              <a:rPr lang="bg-BG" sz="3200" dirty="0"/>
              <a:t>представлява</a:t>
            </a:r>
            <a:r>
              <a:rPr lang="en-US" sz="3200" dirty="0"/>
              <a:t> </a:t>
            </a:r>
            <a:r>
              <a:rPr lang="bg-BG" sz="3200" b="1" dirty="0"/>
              <a:t>свободно учебно съдържание </a:t>
            </a:r>
            <a:r>
              <a:rPr lang="bg-BG" sz="3200" dirty="0"/>
              <a:t>и се разпространява под свободен лиценз </a:t>
            </a:r>
            <a:r>
              <a:rPr lang="en-US" sz="3200" b="1" dirty="0"/>
              <a:t>CC-BY-NC-SA</a:t>
            </a:r>
            <a:endParaRPr lang="bg-BG" sz="3200" dirty="0"/>
          </a:p>
        </p:txBody>
      </p:sp>
      <p:pic>
        <p:nvPicPr>
          <p:cNvPr id="6" name="Picture License" descr="License">
            <a:extLst>
              <a:ext uri="{FF2B5EF4-FFF2-40B4-BE49-F238E27FC236}">
                <a16:creationId xmlns:a16="http://schemas.microsoft.com/office/drawing/2014/main" id="{82BA520F-A037-4E01-AA18-27D9F1E930A6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226175" y="1440120"/>
            <a:ext cx="1198986" cy="1268880"/>
          </a:xfrm>
          <a:prstGeom prst="rect">
            <a:avLst/>
          </a:prstGeom>
        </p:spPr>
      </p:pic>
      <p:sp>
        <p:nvSpPr>
          <p:cNvPr id="3" name="Slide Title">
            <a:extLst>
              <a:ext uri="{FF2B5EF4-FFF2-40B4-BE49-F238E27FC236}">
                <a16:creationId xmlns:a16="http://schemas.microsoft.com/office/drawing/2014/main" id="{E5F1FB41-80C3-4816-BC47-CCC50632E6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Лиценз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C18DF19-B750-4C88-975B-661A6BF61F5E}"/>
              </a:ext>
            </a:extLst>
          </p:cNvPr>
          <p:cNvSpPr txBox="1"/>
          <p:nvPr/>
        </p:nvSpPr>
        <p:spPr>
          <a:xfrm>
            <a:off x="190401" y="3927519"/>
            <a:ext cx="11710599" cy="1979644"/>
          </a:xfrm>
          <a:prstGeom prst="rect">
            <a:avLst/>
          </a:prstGeom>
          <a:noFill/>
          <a:ln w="12700">
            <a:noFill/>
          </a:ln>
        </p:spPr>
        <p:txBody>
          <a:bodyPr wrap="square">
            <a:spAutoFit/>
          </a:bodyPr>
          <a:lstStyle/>
          <a:p>
            <a:pPr marL="360363" indent="-360363" defTabSz="1218438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/>
            </a:pPr>
            <a:r>
              <a:rPr lang="bg-BG" sz="3200" dirty="0"/>
              <a:t>Проект "</a:t>
            </a:r>
            <a:r>
              <a:rPr lang="bg-BG" sz="3200" b="1" dirty="0"/>
              <a:t>Отворено учебно съдържание по програмиране и ИТ</a:t>
            </a:r>
            <a:r>
              <a:rPr lang="bg-BG" sz="3200" dirty="0"/>
              <a:t>" към Фондация "Софтуерен университет"</a:t>
            </a:r>
            <a:r>
              <a:rPr lang="en-US" sz="3200" dirty="0"/>
              <a:t>:</a:t>
            </a:r>
            <a:endParaRPr lang="bg-BG" sz="3200" dirty="0"/>
          </a:p>
          <a:p>
            <a:pPr marL="817563" lvl="1" indent="-360363" defTabSz="1218438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234465"/>
                </a:solidFill>
                <a:effectLst/>
                <a:uLnTx/>
                <a:uFillTx/>
                <a:latin typeface="Calibri"/>
                <a:ea typeface="+mn-ea"/>
                <a:cs typeface="+mn-cs"/>
                <a:hlinkClick r:id="rId4"/>
              </a:rPr>
              <a:t>https://github.com/BG-IT-Edu</a:t>
            </a:r>
            <a:endParaRPr kumimoji="0" lang="bg-BG" sz="3200" b="0" i="0" u="none" strike="noStrike" kern="1200" cap="none" spc="0" normalizeH="0" baseline="0" noProof="0" dirty="0">
              <a:ln>
                <a:noFill/>
              </a:ln>
              <a:solidFill>
                <a:srgbClr val="234465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7" name="Picture 6" title="CC-BY-NC-SA License">
            <a:hlinkClick r:id="rId5" tooltip="This work is licensed under the &quot;Creative Commons Attribution-NonCommercial-ShareAlike 4.0 International&quot; license"/>
            <a:extLst>
              <a:ext uri="{FF2B5EF4-FFF2-40B4-BE49-F238E27FC236}">
                <a16:creationId xmlns:a16="http://schemas.microsoft.com/office/drawing/2014/main" id="{F6C77C47-F7D8-A176-5C69-7FDE5C7E80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831000" y="2908593"/>
            <a:ext cx="1989336" cy="696022"/>
          </a:xfrm>
          <a:prstGeom prst="roundRect">
            <a:avLst>
              <a:gd name="adj" fmla="val 3940"/>
            </a:avLst>
          </a:prstGeom>
          <a:solidFill>
            <a:srgbClr val="231F20">
              <a:alpha val="50000"/>
            </a:srgbClr>
          </a:solidFill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792760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theme/theme1.xml><?xml version="1.0" encoding="utf-8"?>
<a:theme xmlns:a="http://schemas.openxmlformats.org/drawingml/2006/main" name="SoftUni">
  <a:themeElements>
    <a:clrScheme name="Custom 2">
      <a:dk1>
        <a:srgbClr val="234465"/>
      </a:dk1>
      <a:lt1>
        <a:srgbClr val="BF7800"/>
      </a:lt1>
      <a:dk2>
        <a:srgbClr val="234465"/>
      </a:dk2>
      <a:lt2>
        <a:srgbClr val="FFFFFF"/>
      </a:lt2>
      <a:accent1>
        <a:srgbClr val="FFA000"/>
      </a:accent1>
      <a:accent2>
        <a:srgbClr val="00B050"/>
      </a:accent2>
      <a:accent3>
        <a:srgbClr val="44A9F8"/>
      </a:accent3>
      <a:accent4>
        <a:srgbClr val="7030A0"/>
      </a:accent4>
      <a:accent5>
        <a:srgbClr val="67748E"/>
      </a:accent5>
      <a:accent6>
        <a:srgbClr val="F4F5F7"/>
      </a:accent6>
      <a:hlink>
        <a:srgbClr val="BF7800"/>
      </a:hlink>
      <a:folHlink>
        <a:srgbClr val="EF9511"/>
      </a:folHlink>
    </a:clrScheme>
    <a:fontScheme name="SoftUni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dk2">
            <a:alpha val="80000"/>
          </a:schemeClr>
        </a:solidFill>
        <a:ln w="19050">
          <a:solidFill>
            <a:schemeClr val="tx1">
              <a:lumMod val="75000"/>
              <a:alpha val="80000"/>
            </a:schemeClr>
          </a:solidFill>
        </a:ln>
        <a:effectLst/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2800" b="1" dirty="0">
            <a:solidFill>
              <a:srgbClr val="FFFFFF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defRPr>
        </a:defPPr>
      </a:lstStyle>
      <a:style>
        <a:lnRef idx="2">
          <a:schemeClr val="accent1">
            <a:shade val="50000"/>
          </a:schemeClr>
        </a:lnRef>
        <a:fillRef idx="1001">
          <a:schemeClr val="dk2"/>
        </a:fillRef>
        <a:effectRef idx="0">
          <a:schemeClr val="accent1"/>
        </a:effectRef>
        <a:fontRef idx="minor">
          <a:schemeClr val="lt1"/>
        </a:fontRef>
      </a:style>
    </a:spDef>
    <a:txDef>
      <a:spPr>
        <a:solidFill>
          <a:schemeClr val="accent6">
            <a:lumMod val="75000"/>
            <a:alpha val="15000"/>
          </a:schemeClr>
        </a:solidFill>
        <a:ln w="12700">
          <a:solidFill>
            <a:schemeClr val="tx1">
              <a:lumMod val="75000"/>
            </a:schemeClr>
          </a:solidFill>
        </a:ln>
      </a:spPr>
      <a:bodyPr vert="horz" wrap="square" lIns="144000" tIns="108000" rIns="144000" bIns="108000" rtlCol="0">
        <a:spAutoFit/>
      </a:bodyPr>
      <a:lstStyle>
        <a:defPPr algn="l" eaLnBrk="0" hangingPunct="0">
          <a:lnSpc>
            <a:spcPct val="110000"/>
          </a:lnSpc>
          <a:buClr>
            <a:schemeClr val="accent5">
              <a:lumMod val="40000"/>
              <a:lumOff val="60000"/>
            </a:schemeClr>
          </a:buClr>
          <a:buSzPct val="70000"/>
          <a:defRPr sz="2400"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SoftUni" id="{D61FAD9B-6E74-4E03-BFE4-B363D484F1DA}" vid="{7089C1A3-635B-4B03-A017-DAF10A3A396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4942</TotalTime>
  <Words>1001</Words>
  <Application>Microsoft Office PowerPoint</Application>
  <PresentationFormat>Widescreen</PresentationFormat>
  <Paragraphs>142</Paragraphs>
  <Slides>26</Slides>
  <Notes>8</Notes>
  <HiddenSlides>1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1" baseType="lpstr">
      <vt:lpstr>Arial</vt:lpstr>
      <vt:lpstr>Calibri</vt:lpstr>
      <vt:lpstr>Consolas</vt:lpstr>
      <vt:lpstr>Wingdings</vt:lpstr>
      <vt:lpstr>SoftUni</vt:lpstr>
      <vt:lpstr>Търсене и замяна на текст</vt:lpstr>
      <vt:lpstr>Съдържание</vt:lpstr>
      <vt:lpstr>Търсене на текст</vt:lpstr>
      <vt:lpstr>Търсене на текст</vt:lpstr>
      <vt:lpstr>Търсене на текст</vt:lpstr>
      <vt:lpstr>Търсене на текст</vt:lpstr>
      <vt:lpstr>Advanced Find</vt:lpstr>
      <vt:lpstr>Advanced Find</vt:lpstr>
      <vt:lpstr>Advanced Find</vt:lpstr>
      <vt:lpstr>Advanced Find</vt:lpstr>
      <vt:lpstr>Advanced Find</vt:lpstr>
      <vt:lpstr>Advanced Find</vt:lpstr>
      <vt:lpstr>Advanced Find</vt:lpstr>
      <vt:lpstr>Advanced Find – Search </vt:lpstr>
      <vt:lpstr>Advanced Find – Match case </vt:lpstr>
      <vt:lpstr>Advanced Find – търсене на цяла дума</vt:lpstr>
      <vt:lpstr>͏Замяна на текст</vt:lpstr>
      <vt:lpstr>͏Замяна на текст</vt:lpstr>
      <vt:lpstr>͏Замяна на текст</vt:lpstr>
      <vt:lpstr>͏Замяна на текст</vt:lpstr>
      <vt:lpstr>Получаване на помощна информация</vt:lpstr>
      <vt:lpstr>Получаване на помощ</vt:lpstr>
      <vt:lpstr>Получаване на помощ</vt:lpstr>
      <vt:lpstr>Какво научихме днес?</vt:lpstr>
      <vt:lpstr>Въпроси?</vt:lpstr>
      <vt:lpstr>Лиценз</vt:lpstr>
    </vt:vector>
  </TitlesOfParts>
  <Company>BG-IT-Edu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Търсене и замяна на текст</dc:title>
  <dc:subject>КМИТ - 6 клас</dc:subject>
  <dc:creator>BG-IT-Edu</dc:creator>
  <cp:keywords>programming; training; course</cp:keywords>
  <dc:description>Open Programming and IT Courseware for IT Teachers (BG-IT-Edu): https://github.com/BG-IT-Edu
With the kind support of SoftUni: https://softuni.bg</dc:description>
  <cp:lastModifiedBy>Zaraliev</cp:lastModifiedBy>
  <cp:revision>674</cp:revision>
  <dcterms:created xsi:type="dcterms:W3CDTF">2018-05-23T13:08:44Z</dcterms:created>
  <dcterms:modified xsi:type="dcterms:W3CDTF">2026-09-25T08:56:09Z</dcterms:modified>
  <cp:category/>
</cp:coreProperties>
</file>