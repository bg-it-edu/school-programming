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5" r:id="rId1"/>
  </p:sldMasterIdLst>
  <p:notesMasterIdLst>
    <p:notesMasterId r:id="rId21"/>
  </p:notesMasterIdLst>
  <p:handoutMasterIdLst>
    <p:handoutMasterId r:id="rId22"/>
  </p:handoutMasterIdLst>
  <p:sldIdLst>
    <p:sldId id="503" r:id="rId2"/>
    <p:sldId id="276" r:id="rId3"/>
    <p:sldId id="587" r:id="rId4"/>
    <p:sldId id="588" r:id="rId5"/>
    <p:sldId id="599" r:id="rId6"/>
    <p:sldId id="590" r:id="rId7"/>
    <p:sldId id="591" r:id="rId8"/>
    <p:sldId id="527" r:id="rId9"/>
    <p:sldId id="589" r:id="rId10"/>
    <p:sldId id="541" r:id="rId11"/>
    <p:sldId id="472" r:id="rId12"/>
    <p:sldId id="596" r:id="rId13"/>
    <p:sldId id="597" r:id="rId14"/>
    <p:sldId id="598" r:id="rId15"/>
    <p:sldId id="594" r:id="rId16"/>
    <p:sldId id="595" r:id="rId17"/>
    <p:sldId id="586" r:id="rId18"/>
    <p:sldId id="504" r:id="rId19"/>
    <p:sldId id="505" r:id="rId2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Въведение" id="{A0C7653D-1924-4F56-9E27-AA2B21F1DA92}">
          <p14:sldIdLst>
            <p14:sldId id="503"/>
            <p14:sldId id="276"/>
          </p14:sldIdLst>
        </p14:section>
        <p14:section name="Функции в Python" id="{350FE691-76BD-4A36-9359-FA0ADCBEBA09}">
          <p14:sldIdLst>
            <p14:sldId id="587"/>
            <p14:sldId id="588"/>
            <p14:sldId id="599"/>
            <p14:sldId id="590"/>
            <p14:sldId id="591"/>
          </p14:sldIdLst>
        </p14:section>
        <p14:section name="Деклариране и извикване на функции" id="{14B39A47-2330-42EA-9892-0482773A2A0B}">
          <p14:sldIdLst>
            <p14:sldId id="527"/>
            <p14:sldId id="589"/>
            <p14:sldId id="541"/>
            <p14:sldId id="472"/>
          </p14:sldIdLst>
        </p14:section>
        <p14:section name="Return Values" id="{EC7886BD-D790-4158-96CF-E7EBFA3DF473}">
          <p14:sldIdLst>
            <p14:sldId id="596"/>
            <p14:sldId id="597"/>
            <p14:sldId id="598"/>
            <p14:sldId id="594"/>
            <p14:sldId id="595"/>
          </p14:sldIdLst>
        </p14:section>
        <p14:section name="Заключение" id="{E19D07F1-86E2-47E9-B2AB-7ADC4F89DC12}">
          <p14:sldIdLst>
            <p14:sldId id="586"/>
            <p14:sldId id="504"/>
            <p14:sldId id="505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84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34465"/>
    <a:srgbClr val="ADB4C3"/>
    <a:srgbClr val="EA91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35758FB7-9AC5-4552-8A53-C91805E547FA}" styleName="Themed Style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8FD4443E-F989-4FC4-A0C8-D5A2AF1F390B}" styleName="Dark Style 1 - Accent 5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wholeTbl>
    <a:band1H>
      <a:tcStyle>
        <a:tcBdr/>
        <a:fill>
          <a:solidFill>
            <a:schemeClr val="accent5">
              <a:shade val="60000"/>
            </a:schemeClr>
          </a:solidFill>
        </a:fill>
      </a:tcStyle>
    </a:band1H>
    <a:band1V>
      <a:tcStyle>
        <a:tcBdr/>
        <a:fill>
          <a:solidFill>
            <a:schemeClr val="accent5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5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5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5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5202B0CA-FC54-4496-8BCA-5EF66A818D29}" styleName="Dark Style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470" autoAdjust="0"/>
    <p:restoredTop sz="95214" autoAdjust="0"/>
  </p:normalViewPr>
  <p:slideViewPr>
    <p:cSldViewPr showGuides="1">
      <p:cViewPr varScale="1">
        <p:scale>
          <a:sx n="111" d="100"/>
          <a:sy n="111" d="100"/>
        </p:scale>
        <p:origin x="510" y="96"/>
      </p:cViewPr>
      <p:guideLst>
        <p:guide orient="horz" pos="2184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>
      <p:cViewPr varScale="1">
        <p:scale>
          <a:sx n="88" d="100"/>
          <a:sy n="88" d="100"/>
        </p:scale>
        <p:origin x="3822" y="66"/>
      </p:cViewPr>
      <p:guideLst/>
    </p:cSldViewPr>
  </p:notesViewPr>
  <p:gridSpacing cx="45000" cy="450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2" Type="http://schemas.openxmlformats.org/officeDocument/2006/relationships/hyperlink" Target="https://softuni.org/" TargetMode="External"/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56F20103-83CC-4A54-8FDE-9D37FC2629C0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bg-BG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7A53962-26EF-44E4-9E69-61B1727AB1C2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E087215-0C8F-4762-A664-737A353EC9A4}" type="datetimeFigureOut">
              <a:rPr lang="bg-BG" smtClean="0"/>
              <a:t>25.9.2026 г.</a:t>
            </a:fld>
            <a:endParaRPr lang="bg-BG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8A6967E-448F-4887-8FCB-34482EFBCC7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-1" y="8892000"/>
            <a:ext cx="6443999" cy="252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bg-BG" sz="1100" dirty="0"/>
              <a:t>Работна група </a:t>
            </a:r>
            <a:r>
              <a:rPr lang="ru-RU" sz="1100" dirty="0"/>
              <a:t>"Образование по програмиране и ИТ</a:t>
            </a:r>
            <a:r>
              <a:rPr lang="bg-BG" sz="1100" dirty="0"/>
              <a:t>", с подкрепата на </a:t>
            </a:r>
            <a:r>
              <a:rPr lang="en-US" sz="1100" dirty="0">
                <a:hlinkClick r:id="rId2"/>
              </a:rPr>
              <a:t>SoftUni</a:t>
            </a:r>
            <a:endParaRPr lang="en-US" sz="110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B6554C2-DDBA-40E2-9536-53A07EC50274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6443999" y="8892000"/>
            <a:ext cx="412413" cy="252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AC318AE-53F9-47EA-B5FE-E9473933AF11}" type="slidenum">
              <a:rPr lang="bg-BG" smtClean="0"/>
              <a:t>‹#›</a:t>
            </a:fld>
            <a:endParaRPr lang="bg-BG" dirty="0"/>
          </a:p>
        </p:txBody>
      </p:sp>
    </p:spTree>
    <p:extLst>
      <p:ext uri="{BB962C8B-B14F-4D97-AF65-F5344CB8AC3E}">
        <p14:creationId xmlns:p14="http://schemas.microsoft.com/office/powerpoint/2010/main" val="4150602968"/>
      </p:ext>
    </p:extLst>
  </p:cSld>
  <p:clrMap bg1="lt1" tx1="dk1" bg2="lt2" tx2="dk2" accent1="accent1" accent2="accent2" accent3="accent3" accent4="accent4" accent5="accent5" accent6="accent6" hlink="hlink" folHlink="folHlink"/>
  <p:hf hdr="0" dt="0"/>
</p:handoutMaster>
</file>

<file path=ppt/notesMasters/_rels/notesMaster1.xml.rels><?xml version="1.0" encoding="UTF-8" standalone="yes"?>
<Relationships xmlns="http://schemas.openxmlformats.org/package/2006/relationships"><Relationship Id="rId2" Type="http://schemas.openxmlformats.org/officeDocument/2006/relationships/hyperlink" Target="https://softuni.org/" TargetMode="External"/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2D84649-876A-46C9-8472-14CB09C070D8}" type="datetimeFigureOut">
              <a:rPr lang="en-US" smtClean="0"/>
              <a:t>9/25/2026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6488999" y="8892000"/>
            <a:ext cx="367414" cy="252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BF067CD-8E6B-4360-9AA8-C5DF2A48A6D1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AC3A49B-3196-44DF-AC28-085C72EFBFF0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-1" y="8892000"/>
            <a:ext cx="6488999" cy="252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/>
            </a:lvl1pPr>
          </a:lstStyle>
          <a:p>
            <a:r>
              <a:rPr lang="bg-BG" sz="1100" dirty="0"/>
              <a:t>Работна група </a:t>
            </a:r>
            <a:r>
              <a:rPr lang="bg-BG" dirty="0"/>
              <a:t>"Образование по програмиране и ИТ"</a:t>
            </a:r>
            <a:r>
              <a:rPr lang="bg-BG" sz="1100" dirty="0"/>
              <a:t>, с подкрепата на </a:t>
            </a:r>
            <a:r>
              <a:rPr lang="en-US" sz="1100" dirty="0">
                <a:hlinkClick r:id="rId2"/>
              </a:rPr>
              <a:t>SoftUni</a:t>
            </a: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1530847692"/>
      </p:ext>
    </p:extLst>
  </p:cSld>
  <p:clrMap bg1="lt1" tx1="dk1" bg2="lt2" tx2="dk2" accent1="accent1" accent2="accent2" accent3="accent3" accent4="accent4" accent5="accent5" accent6="accent6" hlink="hlink" folHlink="folHlink"/>
  <p:hf hd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softuni.org/" TargetMode="External"/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softuni.org/" TargetMode="External"/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softuni.org/" TargetMode="External"/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3" Type="http://schemas.openxmlformats.org/officeDocument/2006/relationships/hyperlink" Target="http://softuni.org/" TargetMode="External"/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Relationship Id="rId4" Type="http://schemas.openxmlformats.org/officeDocument/2006/relationships/hyperlink" Target="http://creativecommons.org/licenses/by-nc-sa/4.0/" TargetMode="External"/></Relationships>
</file>

<file path=ppt/notesSlides/_rels/notes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softuni.org/" TargetMode="External"/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softuni.org/" TargetMode="External"/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EBA5BD7-F043-4D1B-AA17-CD412FC534DE}" type="slidenum">
              <a:rPr lang="en-US" smtClean="0"/>
              <a:pPr/>
              <a:t>1</a:t>
            </a:fld>
            <a:endParaRPr lang="en-US" dirty="0"/>
          </a:p>
        </p:txBody>
      </p:sp>
      <p:sp>
        <p:nvSpPr>
          <p:cNvPr id="8" name="Slide Image Placeholder 7">
            <a:extLst>
              <a:ext uri="{FF2B5EF4-FFF2-40B4-BE49-F238E27FC236}">
                <a16:creationId xmlns:a16="http://schemas.microsoft.com/office/drawing/2014/main" id="{78811095-27E9-49AB-972B-D4E20B3963A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9" name="Notes Placeholder 8">
            <a:extLst>
              <a:ext uri="{FF2B5EF4-FFF2-40B4-BE49-F238E27FC236}">
                <a16:creationId xmlns:a16="http://schemas.microsoft.com/office/drawing/2014/main" id="{E923224B-0CC3-475A-8628-8A90751AE61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3288A3F3-90B1-4930-8D00-5603BDABEF10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 dirty="0"/>
              <a:t>© SoftUni – </a:t>
            </a:r>
            <a:r>
              <a:rPr lang="en-US" u="sng" dirty="0">
                <a:hlinkClick r:id="rId3"/>
              </a:rPr>
              <a:t>https://softuni.org</a:t>
            </a:r>
            <a:r>
              <a:rPr lang="en-US" dirty="0"/>
              <a:t>. Copyrighted document. Unauthorized copy or reproduction is not permitted.</a:t>
            </a:r>
          </a:p>
        </p:txBody>
      </p:sp>
    </p:spTree>
    <p:extLst>
      <p:ext uri="{BB962C8B-B14F-4D97-AF65-F5344CB8AC3E}">
        <p14:creationId xmlns:p14="http://schemas.microsoft.com/office/powerpoint/2010/main" val="259448943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Slide Image Placeholder 13">
            <a:extLst>
              <a:ext uri="{FF2B5EF4-FFF2-40B4-BE49-F238E27FC236}">
                <a16:creationId xmlns:a16="http://schemas.microsoft.com/office/drawing/2014/main" id="{A1F0B3C6-2E53-4CA3-86D1-53D46EC3526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15" name="Notes Placeholder 14">
            <a:extLst>
              <a:ext uri="{FF2B5EF4-FFF2-40B4-BE49-F238E27FC236}">
                <a16:creationId xmlns:a16="http://schemas.microsoft.com/office/drawing/2014/main" id="{149CC699-A079-49A5-A4D6-73B7F849A7D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9" name="Slide Number Placeholder 5">
            <a:extLst>
              <a:ext uri="{FF2B5EF4-FFF2-40B4-BE49-F238E27FC236}">
                <a16:creationId xmlns:a16="http://schemas.microsoft.com/office/drawing/2014/main" id="{121F4233-7E9A-40D2-9066-2DB14E2FA5AD}"/>
              </a:ext>
            </a:extLst>
          </p:cNvPr>
          <p:cNvSpPr txBox="1">
            <a:spLocks/>
          </p:cNvSpPr>
          <p:nvPr/>
        </p:nvSpPr>
        <p:spPr>
          <a:xfrm>
            <a:off x="6488999" y="884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BA5BD7-F043-4D1B-AA17-CD412FC534DE}" type="slidenum">
              <a:rPr lang="en-US" smtClean="0"/>
              <a:pPr/>
              <a:t>2</a:t>
            </a:fld>
            <a:endParaRPr lang="en-US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D18F1DFF-B3E7-4ABF-97EE-0BBF3A961EC5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 dirty="0"/>
              <a:t>© SoftUni – </a:t>
            </a:r>
            <a:r>
              <a:rPr lang="en-US" u="sng" dirty="0">
                <a:hlinkClick r:id="rId3"/>
              </a:rPr>
              <a:t>https://softuni.org</a:t>
            </a:r>
            <a:r>
              <a:rPr lang="en-US" dirty="0"/>
              <a:t>. Copyrighted document. Unauthorized copy or reproduction is not permitted.</a:t>
            </a:r>
          </a:p>
        </p:txBody>
      </p:sp>
    </p:spTree>
    <p:extLst>
      <p:ext uri="{BB962C8B-B14F-4D97-AF65-F5344CB8AC3E}">
        <p14:creationId xmlns:p14="http://schemas.microsoft.com/office/powerpoint/2010/main" val="402853074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Add Image!</a:t>
            </a:r>
            <a:endParaRPr lang="bg-BG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EBA5BD7-F043-4D1B-AA17-CD412FC534DE}" type="slidenum">
              <a:rPr lang="en-US" smtClean="0"/>
              <a:pPr/>
              <a:t>8</a:t>
            </a:fld>
            <a:endParaRPr lang="en-US" dirty="0"/>
          </a:p>
        </p:txBody>
      </p:sp>
      <p:sp>
        <p:nvSpPr>
          <p:cNvPr id="6" name="Footer Placeholder 7">
            <a:extLst>
              <a:ext uri="{FF2B5EF4-FFF2-40B4-BE49-F238E27FC236}">
                <a16:creationId xmlns:a16="http://schemas.microsoft.com/office/drawing/2014/main" id="{24623FCE-E9B7-4B01-BDCF-B99211DEA58F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-1" y="8847000"/>
            <a:ext cx="6488999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/>
            </a:lvl1pPr>
          </a:lstStyle>
          <a:p>
            <a:r>
              <a:rPr lang="en-US" dirty="0"/>
              <a:t>© SoftUni – </a:t>
            </a:r>
            <a:r>
              <a:rPr lang="en-US" u="sng" dirty="0">
                <a:hlinkClick r:id="rId3"/>
              </a:rPr>
              <a:t>https://softuni.org</a:t>
            </a:r>
            <a:r>
              <a:rPr lang="en-US" dirty="0"/>
              <a:t>. Copyrighted document. Unauthorized copy or reproduction is not permitted.</a:t>
            </a:r>
          </a:p>
        </p:txBody>
      </p:sp>
    </p:spTree>
    <p:extLst>
      <p:ext uri="{BB962C8B-B14F-4D97-AF65-F5344CB8AC3E}">
        <p14:creationId xmlns:p14="http://schemas.microsoft.com/office/powerpoint/2010/main" val="68437358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sz="1000" dirty="0"/>
              <a:t>© Software University Foundation – </a:t>
            </a:r>
            <a:r>
              <a:rPr lang="en-US" sz="1000" u="sng" dirty="0">
                <a:hlinkClick r:id="rId3"/>
              </a:rPr>
              <a:t>http://softuni.org</a:t>
            </a:r>
            <a:endParaRPr lang="en-US" sz="1000" dirty="0"/>
          </a:p>
          <a:p>
            <a:r>
              <a:rPr lang="en-US" sz="1000" dirty="0"/>
              <a:t>This work is licensed under the </a:t>
            </a:r>
            <a:r>
              <a:rPr lang="en-US" sz="1000" u="sng" noProof="1">
                <a:hlinkClick r:id="rId4"/>
              </a:rPr>
              <a:t>Creative Commons Attribution-NonCommercial-ShareAlike</a:t>
            </a:r>
            <a:r>
              <a:rPr lang="en-US" sz="1000" noProof="1"/>
              <a:t> </a:t>
            </a:r>
            <a:r>
              <a:rPr lang="en-US" sz="1000" dirty="0"/>
              <a:t>license.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EBA5BD7-F043-4D1B-AA17-CD412FC534DE}" type="slidenum">
              <a:rPr lang="en-US" smtClean="0"/>
              <a:pPr/>
              <a:t>17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0580472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5049B984-F964-47FF-8179-0A3007CE21CD}"/>
              </a:ext>
            </a:extLst>
          </p:cNvPr>
          <p:cNvSpPr txBox="1">
            <a:spLocks/>
          </p:cNvSpPr>
          <p:nvPr/>
        </p:nvSpPr>
        <p:spPr>
          <a:xfrm>
            <a:off x="6488999" y="884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BA5BD7-F043-4D1B-AA17-CD412FC534DE}" type="slidenum">
              <a:rPr lang="en-US" smtClean="0"/>
              <a:pPr/>
              <a:t>18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E059BE0-D868-413B-AAA1-1CC88D1F52C5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 dirty="0"/>
              <a:t>© SoftUni – </a:t>
            </a:r>
            <a:r>
              <a:rPr lang="en-US" u="sng" dirty="0">
                <a:hlinkClick r:id="rId3"/>
              </a:rPr>
              <a:t>https://softuni.org</a:t>
            </a:r>
            <a:r>
              <a:rPr lang="en-US" dirty="0"/>
              <a:t>. Copyrighted document. Unauthorized copy or reproduction is not permitted.</a:t>
            </a:r>
          </a:p>
        </p:txBody>
      </p:sp>
    </p:spTree>
    <p:extLst>
      <p:ext uri="{BB962C8B-B14F-4D97-AF65-F5344CB8AC3E}">
        <p14:creationId xmlns:p14="http://schemas.microsoft.com/office/powerpoint/2010/main" val="346659037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627548A-4D3C-449B-81A5-FA4BE4628490}"/>
              </a:ext>
            </a:extLst>
          </p:cNvPr>
          <p:cNvSpPr txBox="1">
            <a:spLocks/>
          </p:cNvSpPr>
          <p:nvPr/>
        </p:nvSpPr>
        <p:spPr>
          <a:xfrm>
            <a:off x="6488999" y="884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BA5BD7-F043-4D1B-AA17-CD412FC534DE}" type="slidenum">
              <a:rPr lang="en-US" smtClean="0"/>
              <a:pPr/>
              <a:t>19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2472CE7-61C1-4B7B-B0C8-5A45F0178717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 dirty="0"/>
              <a:t>© SoftUni – </a:t>
            </a:r>
            <a:r>
              <a:rPr lang="en-US" u="sng" dirty="0">
                <a:hlinkClick r:id="rId3"/>
              </a:rPr>
              <a:t>https://softuni.org</a:t>
            </a:r>
            <a:r>
              <a:rPr lang="en-US" dirty="0"/>
              <a:t>. Copyrighted document. Unauthorized copy or reproduction is not permitted.</a:t>
            </a:r>
          </a:p>
        </p:txBody>
      </p:sp>
    </p:spTree>
    <p:extLst>
      <p:ext uri="{BB962C8B-B14F-4D97-AF65-F5344CB8AC3E}">
        <p14:creationId xmlns:p14="http://schemas.microsoft.com/office/powerpoint/2010/main" val="364884440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hyperlink" Target="http://creativecommons.org/licenses/by-nc-sa/4.0/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esentation 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Bottom">
            <a:extLst>
              <a:ext uri="{FF2B5EF4-FFF2-40B4-BE49-F238E27FC236}">
                <a16:creationId xmlns:a16="http://schemas.microsoft.com/office/drawing/2014/main" id="{6854D183-0374-4B3E-B2CE-32F308A81591}"/>
              </a:ext>
            </a:extLst>
          </p:cNvPr>
          <p:cNvSpPr/>
          <p:nvPr userDrawn="1"/>
        </p:nvSpPr>
        <p:spPr>
          <a:xfrm>
            <a:off x="0" y="6702676"/>
            <a:ext cx="12195176" cy="155324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 dirty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33" name="Picture Placeholder Title Image">
            <a:extLst>
              <a:ext uri="{FF2B5EF4-FFF2-40B4-BE49-F238E27FC236}">
                <a16:creationId xmlns:a16="http://schemas.microsoft.com/office/drawing/2014/main" id="{A04D819A-89E2-4714-8C56-1838BF467EF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390123" y="3400017"/>
            <a:ext cx="5248260" cy="2188983"/>
          </a:xfrm>
        </p:spPr>
        <p:txBody>
          <a:bodyPr/>
          <a:lstStyle>
            <a:lvl1pPr marL="0" indent="0" algn="ctr" latinLnBrk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 noProof="0" dirty="0"/>
              <a:t>Click icon to add picture</a:t>
            </a:r>
          </a:p>
        </p:txBody>
      </p:sp>
      <p:sp>
        <p:nvSpPr>
          <p:cNvPr id="10" name="Company Web Site">
            <a:extLst>
              <a:ext uri="{FF2B5EF4-FFF2-40B4-BE49-F238E27FC236}">
                <a16:creationId xmlns:a16="http://schemas.microsoft.com/office/drawing/2014/main" id="{0B99B1EE-62FA-4AA4-920C-D444D6C0B778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390120" y="6086106"/>
            <a:ext cx="5248260" cy="341313"/>
          </a:xfrm>
        </p:spPr>
        <p:txBody>
          <a:bodyPr lIns="36000" rIns="36000" anchor="ctr" anchorCtr="0">
            <a:noAutofit/>
          </a:bodyPr>
          <a:lstStyle>
            <a:lvl1pPr marL="0" indent="0" algn="r">
              <a:buNone/>
              <a:defRPr sz="1800"/>
            </a:lvl1pPr>
          </a:lstStyle>
          <a:p>
            <a:pPr lvl="0"/>
            <a:r>
              <a:rPr lang="en-US" dirty="0"/>
              <a:t>https://softuni.foundation  </a:t>
            </a:r>
          </a:p>
        </p:txBody>
      </p:sp>
      <p:sp>
        <p:nvSpPr>
          <p:cNvPr id="6" name="Company Name">
            <a:extLst>
              <a:ext uri="{FF2B5EF4-FFF2-40B4-BE49-F238E27FC236}">
                <a16:creationId xmlns:a16="http://schemas.microsoft.com/office/drawing/2014/main" id="{2A76510A-0BAE-A827-E77C-BE88E38F52AA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390122" y="5698189"/>
            <a:ext cx="5248260" cy="374236"/>
          </a:xfrm>
        </p:spPr>
        <p:txBody>
          <a:bodyPr lIns="36000" rIns="36000" anchor="ctr" anchorCtr="0">
            <a:normAutofit/>
          </a:bodyPr>
          <a:lstStyle>
            <a:lvl1pPr marL="0" indent="0" algn="r">
              <a:buNone/>
              <a:defRPr sz="2000" b="1">
                <a:solidFill>
                  <a:schemeClr val="tx1">
                    <a:lumMod val="75000"/>
                  </a:schemeClr>
                </a:solidFill>
              </a:defRPr>
            </a:lvl1pPr>
          </a:lstStyle>
          <a:p>
            <a:pPr lvl="0"/>
            <a:r>
              <a:rPr lang="en-US" dirty="0"/>
              <a:t>SoftUni Foundation</a:t>
            </a:r>
          </a:p>
        </p:txBody>
      </p:sp>
      <p:sp>
        <p:nvSpPr>
          <p:cNvPr id="31" name="Author Position">
            <a:extLst>
              <a:ext uri="{FF2B5EF4-FFF2-40B4-BE49-F238E27FC236}">
                <a16:creationId xmlns:a16="http://schemas.microsoft.com/office/drawing/2014/main" id="{3E6B87B7-9D33-4EBB-BD4F-C0436BA3FD72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 bwMode="auto">
          <a:xfrm>
            <a:off x="534045" y="6085863"/>
            <a:ext cx="4751953" cy="341556"/>
          </a:xfrm>
          <a:prstGeom prst="rect">
            <a:avLst/>
          </a:prstGeom>
          <a:noFill/>
          <a:effectLst/>
        </p:spPr>
        <p:txBody>
          <a:bodyPr wrap="square" lIns="36000" tIns="36000" rIns="36000" bIns="36000" rtlCol="0" anchor="ctr" anchorCtr="0">
            <a:noAutofit/>
          </a:bodyPr>
          <a:lstStyle>
            <a:lvl1pPr marL="0" indent="0" algn="l" rtl="0" fontAlgn="base" latinLnBrk="0">
              <a:spcBef>
                <a:spcPct val="0"/>
              </a:spcBef>
              <a:spcAft>
                <a:spcPct val="0"/>
              </a:spcAft>
              <a:buNone/>
              <a:defRPr lang="en-US" sz="1800" b="0" kern="1200" dirty="0" smtClean="0">
                <a:solidFill>
                  <a:schemeClr val="tx1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noProof="0" dirty="0"/>
              <a:t>URL</a:t>
            </a:r>
          </a:p>
        </p:txBody>
      </p:sp>
      <p:sp>
        <p:nvSpPr>
          <p:cNvPr id="30" name="Author Name">
            <a:extLst>
              <a:ext uri="{FF2B5EF4-FFF2-40B4-BE49-F238E27FC236}">
                <a16:creationId xmlns:a16="http://schemas.microsoft.com/office/drawing/2014/main" id="{2EA92DCA-4DB5-4D03-ACD3-A6A296592D0C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 bwMode="auto">
          <a:xfrm>
            <a:off x="534046" y="5251106"/>
            <a:ext cx="4751954" cy="724904"/>
          </a:xfrm>
          <a:prstGeom prst="rect">
            <a:avLst/>
          </a:prstGeom>
          <a:noFill/>
          <a:effectLst/>
        </p:spPr>
        <p:txBody>
          <a:bodyPr wrap="square" lIns="36000" tIns="36000" rIns="36000" bIns="36000" rtlCol="0" anchor="ctr" anchorCtr="0">
            <a:noAutofit/>
          </a:bodyPr>
          <a:lstStyle>
            <a:lvl1pPr marL="0" indent="0" algn="l" rtl="0" fontAlgn="base" latinLnBrk="0">
              <a:spcBef>
                <a:spcPct val="0"/>
              </a:spcBef>
              <a:spcAft>
                <a:spcPct val="0"/>
              </a:spcAft>
              <a:buNone/>
              <a:defRPr lang="en-US" sz="2000" b="1" kern="1200" dirty="0" smtClean="0">
                <a:solidFill>
                  <a:schemeClr val="tx1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noProof="0" dirty="0"/>
              <a:t>Authors</a:t>
            </a:r>
          </a:p>
        </p:txBody>
      </p:sp>
      <p:sp>
        <p:nvSpPr>
          <p:cNvPr id="43" name="Presentation Subtitle">
            <a:extLst>
              <a:ext uri="{FF2B5EF4-FFF2-40B4-BE49-F238E27FC236}">
                <a16:creationId xmlns:a16="http://schemas.microsoft.com/office/drawing/2014/main" id="{37BDB812-1395-4B02-ABCF-6A331EEE23E5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554746" y="1402942"/>
            <a:ext cx="11083636" cy="1306057"/>
          </a:xfrm>
        </p:spPr>
        <p:txBody>
          <a:bodyPr anchor="t" anchorCtr="0">
            <a:normAutofit/>
          </a:bodyPr>
          <a:lstStyle>
            <a:lvl1pPr marL="0" indent="0" algn="ctr" latinLnBrk="0">
              <a:buNone/>
              <a:defRPr sz="3600">
                <a:solidFill>
                  <a:schemeClr val="tx1"/>
                </a:solidFill>
              </a:defRPr>
            </a:lvl1pPr>
          </a:lstStyle>
          <a:p>
            <a:r>
              <a:rPr lang="en-US" noProof="0" dirty="0"/>
              <a:t>Presentation Subtitle</a:t>
            </a:r>
          </a:p>
        </p:txBody>
      </p:sp>
      <p:sp>
        <p:nvSpPr>
          <p:cNvPr id="2" name="Presentation Title">
            <a:extLst>
              <a:ext uri="{FF2B5EF4-FFF2-40B4-BE49-F238E27FC236}">
                <a16:creationId xmlns:a16="http://schemas.microsoft.com/office/drawing/2014/main" id="{A4DF3AB8-E6E3-4FCE-8A4A-ECD147720A5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4746" y="321501"/>
            <a:ext cx="11083636" cy="971589"/>
          </a:xfrm>
        </p:spPr>
        <p:txBody>
          <a:bodyPr>
            <a:normAutofit/>
          </a:bodyPr>
          <a:lstStyle>
            <a:lvl1pPr algn="ctr" latinLnBrk="0">
              <a:defRPr sz="5400"/>
            </a:lvl1pPr>
          </a:lstStyle>
          <a:p>
            <a:r>
              <a:rPr lang="en-US" noProof="0" dirty="0"/>
              <a:t>Presentation Title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24D0DB3-F60A-469B-7831-209CB666CCE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6549" y="4325954"/>
            <a:ext cx="2538082" cy="633046"/>
          </a:xfrm>
          <a:prstGeom prst="rect">
            <a:avLst/>
          </a:prstGeom>
        </p:spPr>
      </p:pic>
      <p:pic>
        <p:nvPicPr>
          <p:cNvPr id="5" name="Picture 4" title="CC-BY-NC-SA License">
            <a:hlinkClick r:id="rId3" tooltip="This work is licensed under the &quot;Creative Commons Attribution-NonCommercial-ShareAlike 4.0 International&quot; license"/>
            <a:extLst>
              <a:ext uri="{FF2B5EF4-FFF2-40B4-BE49-F238E27FC236}">
                <a16:creationId xmlns:a16="http://schemas.microsoft.com/office/drawing/2014/main" id="{2D40731C-0303-A69D-63FD-E048A73CA59F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402682" y="4321352"/>
            <a:ext cx="1809336" cy="633045"/>
          </a:xfrm>
          <a:prstGeom prst="roundRect">
            <a:avLst>
              <a:gd name="adj" fmla="val 3940"/>
            </a:avLst>
          </a:prstGeom>
          <a:solidFill>
            <a:srgbClr val="231F20">
              <a:alpha val="50000"/>
            </a:srgbClr>
          </a:solidFill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706541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Center Icon"/>
          <p:cNvSpPr>
            <a:spLocks noChangeAspect="1"/>
          </p:cNvSpPr>
          <p:nvPr/>
        </p:nvSpPr>
        <p:spPr>
          <a:xfrm>
            <a:off x="4319736" y="867751"/>
            <a:ext cx="3552529" cy="3552529"/>
          </a:xfrm>
          <a:prstGeom prst="ellips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 dirty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11" name="Slide Subtitle"/>
          <p:cNvSpPr>
            <a:spLocks noGrp="1"/>
          </p:cNvSpPr>
          <p:nvPr>
            <p:ph type="subTitle" sz="quarter" idx="11" hasCustomPrompt="1"/>
          </p:nvPr>
        </p:nvSpPr>
        <p:spPr>
          <a:xfrm>
            <a:off x="615109" y="5585916"/>
            <a:ext cx="10961783" cy="768084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 latinLnBrk="0">
              <a:buNone/>
              <a:defRPr sz="3998" b="0" baseline="0">
                <a:solidFill>
                  <a:schemeClr val="tx1"/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noProof="0" dirty="0"/>
              <a:t>Click to Edit Section Subtitle</a:t>
            </a:r>
          </a:p>
        </p:txBody>
      </p:sp>
      <p:sp>
        <p:nvSpPr>
          <p:cNvPr id="10" name="Slide Title"/>
          <p:cNvSpPr>
            <a:spLocks noGrp="1"/>
          </p:cNvSpPr>
          <p:nvPr>
            <p:ph type="title" sz="quarter" idx="10" hasCustomPrompt="1"/>
          </p:nvPr>
        </p:nvSpPr>
        <p:spPr>
          <a:xfrm>
            <a:off x="615109" y="4704825"/>
            <a:ext cx="10961783" cy="768084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 latinLnBrk="0">
              <a:buNone/>
              <a:defRPr sz="5396" b="1" baseline="0">
                <a:solidFill>
                  <a:schemeClr val="tx1"/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noProof="0" dirty="0"/>
              <a:t>Click to Edit Section Title</a:t>
            </a:r>
            <a:endParaRPr lang="en-US" altLang="ko-KR" noProof="0" dirty="0"/>
          </a:p>
        </p:txBody>
      </p:sp>
    </p:spTree>
    <p:extLst>
      <p:ext uri="{BB962C8B-B14F-4D97-AF65-F5344CB8AC3E}">
        <p14:creationId xmlns:p14="http://schemas.microsoft.com/office/powerpoint/2010/main" val="35292164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">
            <a:extLst>
              <a:ext uri="{FF2B5EF4-FFF2-40B4-BE49-F238E27FC236}">
                <a16:creationId xmlns:a16="http://schemas.microsoft.com/office/drawing/2014/main" id="{C1780DB1-0AF0-4108-AFE1-9DA99F0DBCB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3" name="Slide Body Text">
            <a:extLst>
              <a:ext uri="{FF2B5EF4-FFF2-40B4-BE49-F238E27FC236}">
                <a16:creationId xmlns:a16="http://schemas.microsoft.com/office/drawing/2014/main" id="{5A9D2960-6D42-439F-82E8-812822013A1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90402" y="1196125"/>
            <a:ext cx="11818096" cy="5528766"/>
          </a:xfrm>
        </p:spPr>
        <p:txBody>
          <a:bodyPr/>
          <a:lstStyle>
            <a:lvl1pPr latinLnBrk="0">
              <a:defRPr/>
            </a:lvl1pPr>
            <a:lvl2pPr latinLnBrk="0">
              <a:defRPr/>
            </a:lvl2pPr>
            <a:lvl3pPr latinLnBrk="0">
              <a:defRPr/>
            </a:lvl3pPr>
            <a:lvl4pPr latinLnBrk="0">
              <a:defRPr/>
            </a:lvl4pPr>
            <a:lvl5pPr latinLnBrk="0">
              <a:defRPr/>
            </a:lvl5pPr>
          </a:lstStyle>
          <a:p>
            <a:pPr lvl="0"/>
            <a:r>
              <a:rPr lang="en-US" noProof="0" dirty="0"/>
              <a:t>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13" name="Rectangle Top">
            <a:extLst>
              <a:ext uri="{FF2B5EF4-FFF2-40B4-BE49-F238E27FC236}">
                <a16:creationId xmlns:a16="http://schemas.microsoft.com/office/drawing/2014/main" id="{391AFA4E-7870-4561-A1B8-AC956B0C8931}"/>
              </a:ext>
            </a:extLst>
          </p:cNvPr>
          <p:cNvSpPr/>
          <p:nvPr userDrawn="1"/>
        </p:nvSpPr>
        <p:spPr>
          <a:xfrm>
            <a:off x="0" y="0"/>
            <a:ext cx="12196800" cy="109537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 dirty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6" name="Slide Title">
            <a:extLst>
              <a:ext uri="{FF2B5EF4-FFF2-40B4-BE49-F238E27FC236}">
                <a16:creationId xmlns:a16="http://schemas.microsoft.com/office/drawing/2014/main" id="{19B5B676-7892-440F-8191-7109B2C5988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90406" y="100750"/>
            <a:ext cx="10270594" cy="882654"/>
          </a:xfrm>
        </p:spPr>
        <p:txBody>
          <a:bodyPr/>
          <a:lstStyle>
            <a:lvl1pPr latinLnBrk="0">
              <a:defRPr>
                <a:solidFill>
                  <a:schemeClr val="bg2"/>
                </a:solidFill>
              </a:defRPr>
            </a:lvl1pPr>
          </a:lstStyle>
          <a:p>
            <a:r>
              <a:rPr lang="en-US" noProof="0" dirty="0"/>
              <a:t>Slide Title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B9A1D0F-F579-6A3C-C698-4E2E7F1AB26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53573" y="368999"/>
            <a:ext cx="1443361" cy="360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29707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portant Concep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">
            <a:extLst>
              <a:ext uri="{FF2B5EF4-FFF2-40B4-BE49-F238E27FC236}">
                <a16:creationId xmlns:a16="http://schemas.microsoft.com/office/drawing/2014/main" id="{0020EB61-2079-41A3-B356-B1D8D48D786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6" name="Rectangle Left"/>
          <p:cNvSpPr/>
          <p:nvPr/>
        </p:nvSpPr>
        <p:spPr>
          <a:xfrm>
            <a:off x="0" y="0"/>
            <a:ext cx="115383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 dirty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pic>
        <p:nvPicPr>
          <p:cNvPr id="3074" name="Picture Bulb" descr="Bulb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235205" y="1792355"/>
            <a:ext cx="1830304" cy="40622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Slide Body Text">
            <a:extLst>
              <a:ext uri="{FF2B5EF4-FFF2-40B4-BE49-F238E27FC236}">
                <a16:creationId xmlns:a16="http://schemas.microsoft.com/office/drawing/2014/main" id="{CB4CB13C-66A1-466B-A6C1-B0BABF5CFEC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866000" y="1121143"/>
            <a:ext cx="10129234" cy="5546589"/>
          </a:xfrm>
        </p:spPr>
        <p:txBody>
          <a:bodyPr/>
          <a:lstStyle>
            <a:lvl1pPr latinLnBrk="0">
              <a:defRPr>
                <a:solidFill>
                  <a:schemeClr val="tx1"/>
                </a:solidFill>
              </a:defRPr>
            </a:lvl1pPr>
            <a:lvl2pPr latinLnBrk="0">
              <a:defRPr>
                <a:solidFill>
                  <a:schemeClr val="tx1"/>
                </a:solidFill>
              </a:defRPr>
            </a:lvl2pPr>
            <a:lvl3pPr latinLnBrk="0">
              <a:defRPr>
                <a:solidFill>
                  <a:schemeClr val="tx1"/>
                </a:solidFill>
              </a:defRPr>
            </a:lvl3pPr>
            <a:lvl4pPr latinLnBrk="0">
              <a:defRPr>
                <a:solidFill>
                  <a:schemeClr val="tx1"/>
                </a:solidFill>
              </a:defRPr>
            </a:lvl4pPr>
            <a:lvl5pPr latinLnBrk="0"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noProof="0" dirty="0"/>
              <a:t>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8" name="Slide Title">
            <a:extLst>
              <a:ext uri="{FF2B5EF4-FFF2-40B4-BE49-F238E27FC236}">
                <a16:creationId xmlns:a16="http://schemas.microsoft.com/office/drawing/2014/main" id="{E2DA9691-CDF5-499C-94BB-AAA61DAC1BF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296956" y="100750"/>
            <a:ext cx="9164044" cy="882654"/>
          </a:xfrm>
        </p:spPr>
        <p:txBody>
          <a:bodyPr/>
          <a:lstStyle>
            <a:lvl1pPr latinLnBrk="0">
              <a:defRPr/>
            </a:lvl1pPr>
          </a:lstStyle>
          <a:p>
            <a:r>
              <a:rPr lang="en-US" noProof="0" dirty="0"/>
              <a:t>Slide Title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78CA5371-2597-CF8F-1859-226395807433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51877" y="362077"/>
            <a:ext cx="1443357" cy="36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25307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portant Examp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">
            <a:extLst>
              <a:ext uri="{FF2B5EF4-FFF2-40B4-BE49-F238E27FC236}">
                <a16:creationId xmlns:a16="http://schemas.microsoft.com/office/drawing/2014/main" id="{1865BF6B-7F07-4E9C-879F-80E36EEB340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12" name="Rectangle Left">
            <a:extLst>
              <a:ext uri="{FF2B5EF4-FFF2-40B4-BE49-F238E27FC236}">
                <a16:creationId xmlns:a16="http://schemas.microsoft.com/office/drawing/2014/main" id="{345FB1C8-7F66-4D5C-ACCE-AE919936BCFD}"/>
              </a:ext>
            </a:extLst>
          </p:cNvPr>
          <p:cNvSpPr/>
          <p:nvPr/>
        </p:nvSpPr>
        <p:spPr>
          <a:xfrm>
            <a:off x="0" y="0"/>
            <a:ext cx="115383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 dirty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pic>
        <p:nvPicPr>
          <p:cNvPr id="3074" name="Picture Bulb" descr="Bulb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520027" y="3314704"/>
            <a:ext cx="1260665" cy="27979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5" name="Slide Body Text">
            <a:extLst>
              <a:ext uri="{FF2B5EF4-FFF2-40B4-BE49-F238E27FC236}">
                <a16:creationId xmlns:a16="http://schemas.microsoft.com/office/drawing/2014/main" id="{6157C8DE-E0AF-422B-BBB1-F0AF1264B5E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673561" y="1121143"/>
            <a:ext cx="10321675" cy="5546589"/>
          </a:xfrm>
        </p:spPr>
        <p:txBody>
          <a:bodyPr/>
          <a:lstStyle>
            <a:lvl1pPr latinLnBrk="0">
              <a:defRPr>
                <a:solidFill>
                  <a:schemeClr val="tx1"/>
                </a:solidFill>
              </a:defRPr>
            </a:lvl1pPr>
            <a:lvl2pPr latinLnBrk="0">
              <a:defRPr>
                <a:solidFill>
                  <a:schemeClr val="tx1"/>
                </a:solidFill>
              </a:defRPr>
            </a:lvl2pPr>
            <a:lvl3pPr latinLnBrk="0">
              <a:defRPr>
                <a:solidFill>
                  <a:schemeClr val="tx1"/>
                </a:solidFill>
              </a:defRPr>
            </a:lvl3pPr>
            <a:lvl4pPr latinLnBrk="0">
              <a:defRPr>
                <a:solidFill>
                  <a:schemeClr val="tx1"/>
                </a:solidFill>
              </a:defRPr>
            </a:lvl4pPr>
            <a:lvl5pPr latinLnBrk="0"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noProof="0" dirty="0"/>
              <a:t>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13" name="Slide Title">
            <a:extLst>
              <a:ext uri="{FF2B5EF4-FFF2-40B4-BE49-F238E27FC236}">
                <a16:creationId xmlns:a16="http://schemas.microsoft.com/office/drawing/2014/main" id="{0D5CC956-5C4A-44BE-8F8B-327FAFA51E9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296956" y="100750"/>
            <a:ext cx="9164044" cy="882654"/>
          </a:xfrm>
        </p:spPr>
        <p:txBody>
          <a:bodyPr/>
          <a:lstStyle>
            <a:lvl1pPr latinLnBrk="0">
              <a:defRPr/>
            </a:lvl1pPr>
          </a:lstStyle>
          <a:p>
            <a:r>
              <a:rPr lang="en-US" noProof="0" dirty="0"/>
              <a:t>Slide Title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A37AF1B9-D67A-246A-86B6-E28F19C52390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51877" y="362077"/>
            <a:ext cx="1443357" cy="36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96517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">
            <a:extLst>
              <a:ext uri="{FF2B5EF4-FFF2-40B4-BE49-F238E27FC236}">
                <a16:creationId xmlns:a16="http://schemas.microsoft.com/office/drawing/2014/main" id="{F0B8C963-1813-4B69-AD27-6D02EBBBB5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3" name="Rectangle Left">
            <a:extLst>
              <a:ext uri="{FF2B5EF4-FFF2-40B4-BE49-F238E27FC236}">
                <a16:creationId xmlns:a16="http://schemas.microsoft.com/office/drawing/2014/main" id="{345FB1C8-7F66-4D5C-ACCE-AE919936BCFD}"/>
              </a:ext>
            </a:extLst>
          </p:cNvPr>
          <p:cNvSpPr/>
          <p:nvPr userDrawn="1"/>
        </p:nvSpPr>
        <p:spPr>
          <a:xfrm>
            <a:off x="0" y="0"/>
            <a:ext cx="429471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 dirty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pic>
        <p:nvPicPr>
          <p:cNvPr id="4" name="Picture Bulb" descr="Bulb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156000" y="5098868"/>
            <a:ext cx="779209" cy="17293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Slide Body Text">
            <a:extLst>
              <a:ext uri="{FF2B5EF4-FFF2-40B4-BE49-F238E27FC236}">
                <a16:creationId xmlns:a16="http://schemas.microsoft.com/office/drawing/2014/main" id="{7296EDA7-D37D-4B31-A888-371F0804124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85176" y="1121143"/>
            <a:ext cx="11410061" cy="5546589"/>
          </a:xfrm>
        </p:spPr>
        <p:txBody>
          <a:bodyPr/>
          <a:lstStyle>
            <a:lvl1pPr latinLnBrk="0">
              <a:defRPr>
                <a:solidFill>
                  <a:schemeClr val="tx1"/>
                </a:solidFill>
              </a:defRPr>
            </a:lvl1pPr>
            <a:lvl2pPr latinLnBrk="0">
              <a:defRPr>
                <a:solidFill>
                  <a:schemeClr val="tx1"/>
                </a:solidFill>
              </a:defRPr>
            </a:lvl2pPr>
            <a:lvl3pPr latinLnBrk="0">
              <a:defRPr>
                <a:solidFill>
                  <a:schemeClr val="tx1"/>
                </a:solidFill>
              </a:defRPr>
            </a:lvl3pPr>
            <a:lvl4pPr latinLnBrk="0">
              <a:defRPr>
                <a:solidFill>
                  <a:schemeClr val="tx1"/>
                </a:solidFill>
              </a:defRPr>
            </a:lvl4pPr>
            <a:lvl5pPr latinLnBrk="0"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noProof="0" dirty="0"/>
              <a:t>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6" name="Slide Title">
            <a:extLst>
              <a:ext uri="{FF2B5EF4-FFF2-40B4-BE49-F238E27FC236}">
                <a16:creationId xmlns:a16="http://schemas.microsoft.com/office/drawing/2014/main" id="{55A88B09-3557-48A3-BF27-42699C26921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5177" y="100750"/>
            <a:ext cx="9875824" cy="882654"/>
          </a:xfrm>
        </p:spPr>
        <p:txBody>
          <a:bodyPr/>
          <a:lstStyle>
            <a:lvl1pPr latinLnBrk="0">
              <a:defRPr/>
            </a:lvl1pPr>
          </a:lstStyle>
          <a:p>
            <a:r>
              <a:rPr lang="en-US" noProof="0" dirty="0"/>
              <a:t>Slide Title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9C2C375B-43BF-D1DD-F160-1500A111885C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51877" y="362077"/>
            <a:ext cx="1443357" cy="36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45625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ource Code Examp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Number">
            <a:extLst>
              <a:ext uri="{FF2B5EF4-FFF2-40B4-BE49-F238E27FC236}">
                <a16:creationId xmlns:a16="http://schemas.microsoft.com/office/drawing/2014/main" id="{509D954E-A844-4072-A556-DE584BEB932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9" name="Rectangle Top">
            <a:extLst>
              <a:ext uri="{FF2B5EF4-FFF2-40B4-BE49-F238E27FC236}">
                <a16:creationId xmlns:a16="http://schemas.microsoft.com/office/drawing/2014/main" id="{A15CE03A-0933-4E5D-9EA1-718D4F802FFC}"/>
              </a:ext>
            </a:extLst>
          </p:cNvPr>
          <p:cNvSpPr/>
          <p:nvPr userDrawn="1"/>
        </p:nvSpPr>
        <p:spPr>
          <a:xfrm>
            <a:off x="0" y="1311"/>
            <a:ext cx="12196800" cy="109537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 dirty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12" name="Slide Body Text">
            <a:extLst>
              <a:ext uri="{FF2B5EF4-FFF2-40B4-BE49-F238E27FC236}">
                <a16:creationId xmlns:a16="http://schemas.microsoft.com/office/drawing/2014/main" id="{B608ED73-CE88-49E4-8BFC-DBD6E9AE6B1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90406" y="1206668"/>
            <a:ext cx="11804831" cy="5550582"/>
          </a:xfrm>
        </p:spPr>
        <p:txBody>
          <a:bodyPr/>
          <a:lstStyle>
            <a:lvl1pPr latinLnBrk="0">
              <a:defRPr>
                <a:solidFill>
                  <a:schemeClr val="tx1"/>
                </a:solidFill>
              </a:defRPr>
            </a:lvl1pPr>
            <a:lvl2pPr latinLnBrk="0">
              <a:defRPr>
                <a:solidFill>
                  <a:schemeClr val="tx1"/>
                </a:solidFill>
              </a:defRPr>
            </a:lvl2pPr>
            <a:lvl3pPr latinLnBrk="0">
              <a:defRPr>
                <a:solidFill>
                  <a:schemeClr val="tx1"/>
                </a:solidFill>
              </a:defRPr>
            </a:lvl3pPr>
            <a:lvl4pPr latinLnBrk="0">
              <a:defRPr>
                <a:solidFill>
                  <a:schemeClr val="tx1"/>
                </a:solidFill>
              </a:defRPr>
            </a:lvl4pPr>
            <a:lvl5pPr latinLnBrk="0"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noProof="0" dirty="0"/>
              <a:t>This is a code example</a:t>
            </a:r>
          </a:p>
        </p:txBody>
      </p:sp>
      <p:sp>
        <p:nvSpPr>
          <p:cNvPr id="4" name="Code Box">
            <a:extLst>
              <a:ext uri="{FF2B5EF4-FFF2-40B4-BE49-F238E27FC236}">
                <a16:creationId xmlns:a16="http://schemas.microsoft.com/office/drawing/2014/main" id="{F4E021E9-D6DB-4272-8C9F-CEF4940FDC1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74683" y="2034000"/>
            <a:ext cx="10836275" cy="2237893"/>
          </a:xfrm>
          <a:solidFill>
            <a:schemeClr val="accent6">
              <a:lumMod val="75000"/>
              <a:alpha val="15000"/>
            </a:schemeClr>
          </a:solidFill>
          <a:ln w="12700">
            <a:solidFill>
              <a:schemeClr val="tx1">
                <a:lumMod val="50000"/>
              </a:schemeClr>
            </a:solidFill>
          </a:ln>
        </p:spPr>
        <p:txBody>
          <a:bodyPr vert="horz" wrap="square" lIns="144000" tIns="108000" rIns="144000" bIns="108000" rtlCol="0">
            <a:spAutoFit/>
          </a:bodyPr>
          <a:lstStyle>
            <a:lvl1pPr>
              <a:buNone/>
              <a:defRPr lang="en-US" sz="2800" b="1" smtClean="0">
                <a:latin typeface="Consolas" pitchFamily="49" charset="0"/>
              </a:defRPr>
            </a:lvl1pPr>
            <a:lvl2pPr>
              <a:defRPr lang="en-US" smtClean="0"/>
            </a:lvl2pPr>
            <a:lvl3pPr>
              <a:defRPr lang="en-US" smtClean="0"/>
            </a:lvl3pPr>
            <a:lvl4pPr>
              <a:defRPr lang="en-US" smtClean="0"/>
            </a:lvl4pPr>
            <a:lvl5pPr>
              <a:defRPr lang="en-US"/>
            </a:lvl5pPr>
          </a:lstStyle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en-US" noProof="1"/>
              <a:t>Source code box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en-US" noProof="1"/>
              <a:t>…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en-US" noProof="1"/>
              <a:t>…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en-US" noProof="1"/>
              <a:t>…</a:t>
            </a:r>
          </a:p>
        </p:txBody>
      </p:sp>
      <p:sp>
        <p:nvSpPr>
          <p:cNvPr id="11" name="Slide Title">
            <a:extLst>
              <a:ext uri="{FF2B5EF4-FFF2-40B4-BE49-F238E27FC236}">
                <a16:creationId xmlns:a16="http://schemas.microsoft.com/office/drawing/2014/main" id="{47D60833-F0A9-4F29-8C06-A963A7C8BE9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90405" y="100750"/>
            <a:ext cx="10239658" cy="882654"/>
          </a:xfrm>
        </p:spPr>
        <p:txBody>
          <a:bodyPr/>
          <a:lstStyle>
            <a:lvl1pPr latinLnBrk="0">
              <a:defRPr>
                <a:solidFill>
                  <a:schemeClr val="bg2"/>
                </a:solidFill>
              </a:defRPr>
            </a:lvl1pPr>
          </a:lstStyle>
          <a:p>
            <a:r>
              <a:rPr lang="en-US" noProof="0" dirty="0"/>
              <a:t>Slide Title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B69A4E8-9221-8F79-65B4-BF9AA7F87DD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53573" y="368999"/>
            <a:ext cx="1443361" cy="360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08298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mo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Center Icon"/>
          <p:cNvSpPr>
            <a:spLocks noChangeAspect="1"/>
          </p:cNvSpPr>
          <p:nvPr/>
        </p:nvSpPr>
        <p:spPr>
          <a:xfrm>
            <a:off x="831000" y="1091471"/>
            <a:ext cx="3552529" cy="3552529"/>
          </a:xfrm>
          <a:prstGeom prst="ellips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 dirty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11" name="Slide Subtitle"/>
          <p:cNvSpPr>
            <a:spLocks noGrp="1"/>
          </p:cNvSpPr>
          <p:nvPr>
            <p:ph type="subTitle" sz="quarter" idx="11" hasCustomPrompt="1"/>
          </p:nvPr>
        </p:nvSpPr>
        <p:spPr>
          <a:xfrm>
            <a:off x="5241000" y="3338387"/>
            <a:ext cx="6065892" cy="768084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 latinLnBrk="0">
              <a:buNone/>
              <a:defRPr sz="3998" b="0" baseline="0">
                <a:solidFill>
                  <a:schemeClr val="tx1"/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noProof="0" dirty="0"/>
              <a:t>Click to Edit Section Subtitle</a:t>
            </a:r>
          </a:p>
        </p:txBody>
      </p:sp>
      <p:sp>
        <p:nvSpPr>
          <p:cNvPr id="10" name="Slide Title"/>
          <p:cNvSpPr>
            <a:spLocks noGrp="1"/>
          </p:cNvSpPr>
          <p:nvPr>
            <p:ph type="title" sz="quarter" idx="10" hasCustomPrompt="1"/>
          </p:nvPr>
        </p:nvSpPr>
        <p:spPr>
          <a:xfrm>
            <a:off x="5241000" y="1471047"/>
            <a:ext cx="6065892" cy="1754333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 latinLnBrk="0">
              <a:buNone/>
              <a:defRPr sz="5396" b="1" baseline="0">
                <a:solidFill>
                  <a:schemeClr val="tx1"/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noProof="0" dirty="0"/>
              <a:t>Click to Edit Section Title</a:t>
            </a:r>
            <a:endParaRPr lang="en-US" altLang="ko-KR" noProof="0" dirty="0"/>
          </a:p>
        </p:txBody>
      </p:sp>
    </p:spTree>
    <p:extLst>
      <p:ext uri="{BB962C8B-B14F-4D97-AF65-F5344CB8AC3E}">
        <p14:creationId xmlns:p14="http://schemas.microsoft.com/office/powerpoint/2010/main" val="24239197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 of 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Number">
            <a:extLst>
              <a:ext uri="{FF2B5EF4-FFF2-40B4-BE49-F238E27FC236}">
                <a16:creationId xmlns:a16="http://schemas.microsoft.com/office/drawing/2014/main" id="{39DDE17E-5472-41F3-AF5F-54DFF10DC63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23" name="Slide Body Text">
            <a:extLst>
              <a:ext uri="{FF2B5EF4-FFF2-40B4-BE49-F238E27FC236}">
                <a16:creationId xmlns:a16="http://schemas.microsoft.com/office/drawing/2014/main" id="{889D93F4-ABFA-46BF-8E5D-FE6562ACB20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96766" y="1371604"/>
            <a:ext cx="11781606" cy="5207396"/>
          </a:xfrm>
        </p:spPr>
        <p:txBody>
          <a:bodyPr>
            <a:normAutofit/>
          </a:bodyPr>
          <a:lstStyle>
            <a:lvl1pPr marL="514042" indent="-514042" latinLnBrk="0">
              <a:buFont typeface="+mj-lt"/>
              <a:buAutoNum type="arabicPeriod"/>
              <a:defRPr sz="3600">
                <a:solidFill>
                  <a:schemeClr val="tx1"/>
                </a:solidFill>
              </a:defRPr>
            </a:lvl1pPr>
            <a:lvl2pPr>
              <a:defRPr sz="3400"/>
            </a:lvl2pPr>
          </a:lstStyle>
          <a:p>
            <a:pPr lvl="0"/>
            <a:r>
              <a:rPr lang="en-US" noProof="0" dirty="0"/>
              <a:t>…</a:t>
            </a:r>
          </a:p>
          <a:p>
            <a:pPr lvl="1"/>
            <a:r>
              <a:rPr lang="en-US" noProof="0" dirty="0"/>
              <a:t>…</a:t>
            </a:r>
          </a:p>
          <a:p>
            <a:pPr lvl="1"/>
            <a:r>
              <a:rPr lang="en-US" noProof="0" dirty="0"/>
              <a:t>…</a:t>
            </a:r>
          </a:p>
          <a:p>
            <a:pPr lvl="0"/>
            <a:r>
              <a:rPr lang="en-US" noProof="0" dirty="0"/>
              <a:t>…</a:t>
            </a:r>
          </a:p>
          <a:p>
            <a:pPr lvl="1"/>
            <a:r>
              <a:rPr lang="en-US" noProof="0" dirty="0"/>
              <a:t>…</a:t>
            </a:r>
          </a:p>
          <a:p>
            <a:pPr lvl="1"/>
            <a:r>
              <a:rPr lang="en-US" noProof="0" dirty="0"/>
              <a:t>…</a:t>
            </a:r>
          </a:p>
          <a:p>
            <a:pPr lvl="0"/>
            <a:r>
              <a:rPr lang="en-US" noProof="0" dirty="0"/>
              <a:t>…</a:t>
            </a:r>
          </a:p>
        </p:txBody>
      </p:sp>
      <p:sp>
        <p:nvSpPr>
          <p:cNvPr id="8" name="Rectangle Top">
            <a:extLst>
              <a:ext uri="{FF2B5EF4-FFF2-40B4-BE49-F238E27FC236}">
                <a16:creationId xmlns:a16="http://schemas.microsoft.com/office/drawing/2014/main" id="{930E0800-9260-4369-8330-8264DD33C5CE}"/>
              </a:ext>
            </a:extLst>
          </p:cNvPr>
          <p:cNvSpPr/>
          <p:nvPr userDrawn="1"/>
        </p:nvSpPr>
        <p:spPr>
          <a:xfrm>
            <a:off x="0" y="0"/>
            <a:ext cx="12196800" cy="109537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 dirty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13" name="Slide Title">
            <a:extLst>
              <a:ext uri="{FF2B5EF4-FFF2-40B4-BE49-F238E27FC236}">
                <a16:creationId xmlns:a16="http://schemas.microsoft.com/office/drawing/2014/main" id="{357D7BE1-6358-42CC-94F3-7BCDD91DCB6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90406" y="100750"/>
            <a:ext cx="10270594" cy="882654"/>
          </a:xfrm>
        </p:spPr>
        <p:txBody>
          <a:bodyPr/>
          <a:lstStyle>
            <a:lvl1pPr latinLnBrk="0">
              <a:defRPr>
                <a:solidFill>
                  <a:schemeClr val="bg2"/>
                </a:solidFill>
              </a:defRPr>
            </a:lvl1pPr>
          </a:lstStyle>
          <a:p>
            <a:r>
              <a:rPr lang="en-US" noProof="0" dirty="0"/>
              <a:t>Table of Contents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FD808AB-EC49-1578-0005-D58D2A365AA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53573" y="368999"/>
            <a:ext cx="1443361" cy="360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87244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Bottom"/>
          <p:cNvSpPr/>
          <p:nvPr/>
        </p:nvSpPr>
        <p:spPr>
          <a:xfrm>
            <a:off x="2" y="6264000"/>
            <a:ext cx="12192000" cy="594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856" tIns="60928" rIns="121856" bIns="60928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 dirty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11" name="Slide Number">
            <a:extLst>
              <a:ext uri="{FF2B5EF4-FFF2-40B4-BE49-F238E27FC236}">
                <a16:creationId xmlns:a16="http://schemas.microsoft.com/office/drawing/2014/main" id="{6750ECE4-94E0-469B-B8E4-562792823B0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53030" y="6462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>
                <a:solidFill>
                  <a:schemeClr val="bg2"/>
                </a:solidFill>
              </a:defRPr>
            </a:lvl1pPr>
          </a:lstStyle>
          <a:p>
            <a:fld id="{2BF067CD-8E6B-4360-9AA8-C5DF2A48A6D1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Oval Logo Holder"/>
          <p:cNvSpPr/>
          <p:nvPr/>
        </p:nvSpPr>
        <p:spPr>
          <a:xfrm>
            <a:off x="5161650" y="4824665"/>
            <a:ext cx="1868701" cy="1868701"/>
          </a:xfrm>
          <a:prstGeom prst="ellipse">
            <a:avLst/>
          </a:prstGeom>
          <a:solidFill>
            <a:schemeClr val="tx2"/>
          </a:solidFill>
          <a:ln w="6350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 dirty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10" name="Text Placeholder Right">
            <a:extLst>
              <a:ext uri="{FF2B5EF4-FFF2-40B4-BE49-F238E27FC236}">
                <a16:creationId xmlns:a16="http://schemas.microsoft.com/office/drawing/2014/main" id="{AF69A59F-C564-4A04-B1CC-31C26149999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456000" y="1195931"/>
            <a:ext cx="5545597" cy="4957073"/>
          </a:xfrm>
        </p:spPr>
        <p:txBody>
          <a:bodyPr/>
          <a:lstStyle>
            <a:lvl1pPr latinLnBrk="0">
              <a:defRPr/>
            </a:lvl1pPr>
            <a:lvl2pPr latinLnBrk="0">
              <a:defRPr/>
            </a:lvl2pPr>
            <a:lvl3pPr latinLnBrk="0">
              <a:defRPr/>
            </a:lvl3pPr>
            <a:lvl4pPr latinLnBrk="0">
              <a:defRPr/>
            </a:lvl4pPr>
            <a:lvl5pPr latinLnBrk="0">
              <a:defRPr/>
            </a:lvl5pPr>
          </a:lstStyle>
          <a:p>
            <a:pPr lvl="0"/>
            <a:r>
              <a:rPr lang="en-US" noProof="0" dirty="0"/>
              <a:t>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9" name="Text Placeholder Left">
            <a:extLst>
              <a:ext uri="{FF2B5EF4-FFF2-40B4-BE49-F238E27FC236}">
                <a16:creationId xmlns:a16="http://schemas.microsoft.com/office/drawing/2014/main" id="{C8A626D2-456B-41EF-9818-EA8DD7E314D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90402" y="1195931"/>
            <a:ext cx="5545598" cy="4957073"/>
          </a:xfrm>
        </p:spPr>
        <p:txBody>
          <a:bodyPr/>
          <a:lstStyle>
            <a:lvl1pPr latinLnBrk="0">
              <a:defRPr/>
            </a:lvl1pPr>
            <a:lvl2pPr latinLnBrk="0">
              <a:defRPr/>
            </a:lvl2pPr>
            <a:lvl3pPr latinLnBrk="0">
              <a:defRPr/>
            </a:lvl3pPr>
            <a:lvl4pPr latinLnBrk="0">
              <a:defRPr/>
            </a:lvl4pPr>
            <a:lvl5pPr latinLnBrk="0">
              <a:defRPr/>
            </a:lvl5pPr>
          </a:lstStyle>
          <a:p>
            <a:pPr lvl="0"/>
            <a:r>
              <a:rPr lang="en-US" noProof="0" dirty="0"/>
              <a:t>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13" name="Rectangle Top">
            <a:extLst>
              <a:ext uri="{FF2B5EF4-FFF2-40B4-BE49-F238E27FC236}">
                <a16:creationId xmlns:a16="http://schemas.microsoft.com/office/drawing/2014/main" id="{E03301DA-D0AF-46FD-8740-2F761250203A}"/>
              </a:ext>
            </a:extLst>
          </p:cNvPr>
          <p:cNvSpPr/>
          <p:nvPr userDrawn="1"/>
        </p:nvSpPr>
        <p:spPr>
          <a:xfrm>
            <a:off x="0" y="0"/>
            <a:ext cx="12196800" cy="109537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 dirty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15" name="Slide Title">
            <a:extLst>
              <a:ext uri="{FF2B5EF4-FFF2-40B4-BE49-F238E27FC236}">
                <a16:creationId xmlns:a16="http://schemas.microsoft.com/office/drawing/2014/main" id="{EA9A94D1-F9F6-4D7B-85E3-896A987B6A4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90405" y="100750"/>
            <a:ext cx="10270595" cy="882654"/>
          </a:xfrm>
        </p:spPr>
        <p:txBody>
          <a:bodyPr/>
          <a:lstStyle>
            <a:lvl1pPr latinLnBrk="0">
              <a:defRPr>
                <a:solidFill>
                  <a:schemeClr val="bg2"/>
                </a:solidFill>
              </a:defRPr>
            </a:lvl1pPr>
          </a:lstStyle>
          <a:p>
            <a:r>
              <a:rPr lang="en-US" noProof="0" dirty="0"/>
              <a:t>Slide Title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C9792D8-D354-4699-B7D6-B8CB7F77594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398753" y="5340443"/>
            <a:ext cx="1334859" cy="982867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B6351E19-25DA-EAD2-9FBE-358B6135D728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53573" y="368999"/>
            <a:ext cx="1443361" cy="360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40334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Slide Number">
            <a:extLst>
              <a:ext uri="{FF2B5EF4-FFF2-40B4-BE49-F238E27FC236}">
                <a16:creationId xmlns:a16="http://schemas.microsoft.com/office/drawing/2014/main" id="{F888EE71-82B3-40F1-A63F-7417422FB4A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53030" y="6444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14" name="Text Placeholder Body">
            <a:extLst>
              <a:ext uri="{FF2B5EF4-FFF2-40B4-BE49-F238E27FC236}">
                <a16:creationId xmlns:a16="http://schemas.microsoft.com/office/drawing/2014/main" id="{A2ABE920-240F-4CF6-AD45-23ED489FAD6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69002" y="1353866"/>
            <a:ext cx="7426234" cy="5219931"/>
          </a:xfrm>
        </p:spPr>
        <p:txBody>
          <a:bodyPr/>
          <a:lstStyle>
            <a:lvl1pPr latinLnBrk="0">
              <a:defRPr/>
            </a:lvl1pPr>
            <a:lvl2pPr latinLnBrk="0">
              <a:defRPr/>
            </a:lvl2pPr>
            <a:lvl3pPr latinLnBrk="0">
              <a:defRPr/>
            </a:lvl3pPr>
            <a:lvl4pPr latinLnBrk="0">
              <a:defRPr/>
            </a:lvl4pPr>
            <a:lvl5pPr latinLnBrk="0">
              <a:defRPr/>
            </a:lvl5pPr>
          </a:lstStyle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5" name="Picture Placeholder Left"/>
          <p:cNvSpPr>
            <a:spLocks noGrp="1"/>
          </p:cNvSpPr>
          <p:nvPr>
            <p:ph type="pic" idx="1" hasCustomPrompt="1"/>
          </p:nvPr>
        </p:nvSpPr>
        <p:spPr>
          <a:xfrm>
            <a:off x="190405" y="1355077"/>
            <a:ext cx="3889373" cy="5366405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txBody>
          <a:bodyPr anchor="ctr"/>
          <a:lstStyle>
            <a:lvl1pPr marL="0" indent="0" algn="ctr" latinLnBrk="0">
              <a:buNone/>
              <a:defRPr sz="2131" baseline="0">
                <a:solidFill>
                  <a:schemeClr val="tx1"/>
                </a:solidFill>
                <a:latin typeface="+mn-lt"/>
                <a:cs typeface="Arial" pitchFamily="34" charset="0"/>
              </a:defRPr>
            </a:lvl1pPr>
            <a:lvl2pPr marL="609219" indent="0">
              <a:buNone/>
              <a:defRPr sz="3731"/>
            </a:lvl2pPr>
            <a:lvl3pPr marL="1218438" indent="0">
              <a:buNone/>
              <a:defRPr sz="3198"/>
            </a:lvl3pPr>
            <a:lvl4pPr marL="1827657" indent="0">
              <a:buNone/>
              <a:defRPr sz="2665"/>
            </a:lvl4pPr>
            <a:lvl5pPr marL="2436876" indent="0">
              <a:buNone/>
              <a:defRPr sz="2665"/>
            </a:lvl5pPr>
            <a:lvl6pPr marL="3046096" indent="0">
              <a:buNone/>
              <a:defRPr sz="2665"/>
            </a:lvl6pPr>
            <a:lvl7pPr marL="3655315" indent="0">
              <a:buNone/>
              <a:defRPr sz="2665"/>
            </a:lvl7pPr>
            <a:lvl8pPr marL="4264533" indent="0">
              <a:buNone/>
              <a:defRPr sz="2665"/>
            </a:lvl8pPr>
            <a:lvl9pPr marL="4873752" indent="0">
              <a:buNone/>
              <a:defRPr sz="2665"/>
            </a:lvl9pPr>
          </a:lstStyle>
          <a:p>
            <a:r>
              <a:rPr lang="en-US" altLang="ko-KR" noProof="0" dirty="0"/>
              <a:t>Your Picture Here</a:t>
            </a:r>
          </a:p>
        </p:txBody>
      </p:sp>
      <p:sp>
        <p:nvSpPr>
          <p:cNvPr id="3" name="Rectangle Left Second"/>
          <p:cNvSpPr/>
          <p:nvPr/>
        </p:nvSpPr>
        <p:spPr>
          <a:xfrm>
            <a:off x="4127777" y="1748999"/>
            <a:ext cx="240001" cy="3360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 dirty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2" name="Rectangle Left First"/>
          <p:cNvSpPr/>
          <p:nvPr/>
        </p:nvSpPr>
        <p:spPr>
          <a:xfrm>
            <a:off x="4079775" y="1355073"/>
            <a:ext cx="48001" cy="550292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 dirty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10" name="Rectangle Down">
            <a:extLst>
              <a:ext uri="{FF2B5EF4-FFF2-40B4-BE49-F238E27FC236}">
                <a16:creationId xmlns:a16="http://schemas.microsoft.com/office/drawing/2014/main" id="{E9B994EC-35A8-4A11-98CB-25DC28852F94}"/>
              </a:ext>
            </a:extLst>
          </p:cNvPr>
          <p:cNvSpPr/>
          <p:nvPr/>
        </p:nvSpPr>
        <p:spPr>
          <a:xfrm>
            <a:off x="2" y="6721482"/>
            <a:ext cx="12192000" cy="13651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 dirty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11" name="Rectangle Top">
            <a:extLst>
              <a:ext uri="{FF2B5EF4-FFF2-40B4-BE49-F238E27FC236}">
                <a16:creationId xmlns:a16="http://schemas.microsoft.com/office/drawing/2014/main" id="{274B8F05-DFCE-47BD-BAFD-DF93E1A63BDD}"/>
              </a:ext>
            </a:extLst>
          </p:cNvPr>
          <p:cNvSpPr/>
          <p:nvPr userDrawn="1"/>
        </p:nvSpPr>
        <p:spPr>
          <a:xfrm>
            <a:off x="0" y="0"/>
            <a:ext cx="12196800" cy="109537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 dirty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13" name="Slide Title">
            <a:extLst>
              <a:ext uri="{FF2B5EF4-FFF2-40B4-BE49-F238E27FC236}">
                <a16:creationId xmlns:a16="http://schemas.microsoft.com/office/drawing/2014/main" id="{3F218E34-55D7-4290-BFE4-80F31F94155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90406" y="100750"/>
            <a:ext cx="10270594" cy="882654"/>
          </a:xfrm>
        </p:spPr>
        <p:txBody>
          <a:bodyPr/>
          <a:lstStyle>
            <a:lvl1pPr latinLnBrk="0">
              <a:defRPr>
                <a:solidFill>
                  <a:schemeClr val="bg2"/>
                </a:solidFill>
              </a:defRPr>
            </a:lvl1pPr>
          </a:lstStyle>
          <a:p>
            <a:r>
              <a:rPr lang="en-US" noProof="0" dirty="0"/>
              <a:t>Slide Title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2F3DB3E-BDAA-8201-9A01-2F52640A84C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53573" y="368999"/>
            <a:ext cx="1443361" cy="360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40194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estions Slid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Rectangle Bottom">
            <a:extLst>
              <a:ext uri="{FF2B5EF4-FFF2-40B4-BE49-F238E27FC236}">
                <a16:creationId xmlns:a16="http://schemas.microsoft.com/office/drawing/2014/main" id="{550A59F9-9A9D-4956-95B4-F78CC0DB1D59}"/>
              </a:ext>
            </a:extLst>
          </p:cNvPr>
          <p:cNvSpPr/>
          <p:nvPr userDrawn="1"/>
        </p:nvSpPr>
        <p:spPr>
          <a:xfrm>
            <a:off x="0" y="6371332"/>
            <a:ext cx="12195176" cy="48723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 dirty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3107753B-8639-4399-B782-EE5377184D2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26988" y="1461842"/>
            <a:ext cx="10731663" cy="3047158"/>
          </a:xfrm>
        </p:spPr>
        <p:txBody>
          <a:bodyPr>
            <a:normAutofit/>
          </a:bodyPr>
          <a:lstStyle>
            <a:lvl1pPr algn="ctr">
              <a:defRPr sz="13800"/>
            </a:lvl1pPr>
          </a:lstStyle>
          <a:p>
            <a:r>
              <a:rPr lang="bg-BG" dirty="0"/>
              <a:t>Въпроси?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920612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gray"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lide Body Text">
            <a:extLst>
              <a:ext uri="{FF2B5EF4-FFF2-40B4-BE49-F238E27FC236}">
                <a16:creationId xmlns:a16="http://schemas.microsoft.com/office/drawing/2014/main" id="{90CBFB32-9F46-4F2F-8A54-9EE8BED2785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90404" y="1138844"/>
            <a:ext cx="11804830" cy="5530156"/>
          </a:xfrm>
          <a:prstGeom prst="rect">
            <a:avLst/>
          </a:prstGeom>
        </p:spPr>
        <p:txBody>
          <a:bodyPr vert="horz" lIns="108000" tIns="36000" rIns="108000" bIns="36000" rtlCol="0">
            <a:normAutofit/>
          </a:bodyPr>
          <a:lstStyle/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dirty="0"/>
          </a:p>
        </p:txBody>
      </p:sp>
      <p:sp>
        <p:nvSpPr>
          <p:cNvPr id="10" name="Slide Title">
            <a:extLst>
              <a:ext uri="{FF2B5EF4-FFF2-40B4-BE49-F238E27FC236}">
                <a16:creationId xmlns:a16="http://schemas.microsoft.com/office/drawing/2014/main" id="{B770C392-3003-4C35-9625-BB041F8257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0405" y="100750"/>
            <a:ext cx="11804829" cy="882654"/>
          </a:xfrm>
          <a:prstGeom prst="rect">
            <a:avLst/>
          </a:prstGeom>
        </p:spPr>
        <p:txBody>
          <a:bodyPr vert="horz" lIns="108000" tIns="36000" rIns="108000" bIns="36000" rtlCol="0" anchor="ctr" anchorCtr="0">
            <a:normAutofit/>
          </a:bodyPr>
          <a:lstStyle/>
          <a:p>
            <a:r>
              <a:rPr lang="en-US" dirty="0"/>
              <a:t>Click to Edit Master Title Style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567891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1" r:id="rId1"/>
    <p:sldLayoutId id="2147483689" r:id="rId2"/>
    <p:sldLayoutId id="2147483681" r:id="rId3"/>
    <p:sldLayoutId id="2147483679" r:id="rId4"/>
    <p:sldLayoutId id="2147483680" r:id="rId5"/>
    <p:sldLayoutId id="2147483688" r:id="rId6"/>
    <p:sldLayoutId id="2147483684" r:id="rId7"/>
    <p:sldLayoutId id="2147483690" r:id="rId8"/>
    <p:sldLayoutId id="2147483677" r:id="rId9"/>
    <p:sldLayoutId id="2147483683" r:id="rId10"/>
    <p:sldLayoutId id="2147483685" r:id="rId11"/>
    <p:sldLayoutId id="2147483686" r:id="rId12"/>
  </p:sldLayoutIdLst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hf hdr="0" ftr="0" dt="0"/>
  <p:txStyles>
    <p:titleStyle>
      <a:lvl1pPr algn="l" defTabSz="1218438" rtl="0" eaLnBrk="1" latinLnBrk="0" hangingPunct="1">
        <a:spcBef>
          <a:spcPct val="0"/>
        </a:spcBef>
        <a:buNone/>
        <a:defRPr sz="3998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60363" indent="-360363" algn="l" defTabSz="1218438" rtl="0" eaLnBrk="1" latinLnBrk="0" hangingPunct="1">
        <a:lnSpc>
          <a:spcPct val="105000"/>
        </a:lnSpc>
        <a:spcBef>
          <a:spcPts val="600"/>
        </a:spcBef>
        <a:spcAft>
          <a:spcPts val="600"/>
        </a:spcAft>
        <a:buFont typeface="Wingdings" panose="05000000000000000000" pitchFamily="2" charset="2"/>
        <a:buChar char="§"/>
        <a:defRPr sz="3398" kern="1200">
          <a:solidFill>
            <a:schemeClr val="tx1"/>
          </a:solidFill>
          <a:latin typeface="+mn-lt"/>
          <a:ea typeface="+mn-ea"/>
          <a:cs typeface="+mn-cs"/>
        </a:defRPr>
      </a:lvl1pPr>
      <a:lvl2pPr marL="803275" indent="-360363" algn="l" defTabSz="1218438" rtl="0" eaLnBrk="1" latinLnBrk="0" hangingPunct="1">
        <a:lnSpc>
          <a:spcPct val="105000"/>
        </a:lnSpc>
        <a:spcBef>
          <a:spcPts val="600"/>
        </a:spcBef>
        <a:spcAft>
          <a:spcPts val="600"/>
        </a:spcAft>
        <a:buFont typeface="Wingdings" panose="05000000000000000000" pitchFamily="2" charset="2"/>
        <a:buChar char="§"/>
        <a:defRPr sz="3198" kern="1200">
          <a:solidFill>
            <a:schemeClr val="tx1"/>
          </a:solidFill>
          <a:latin typeface="+mn-lt"/>
          <a:ea typeface="+mn-ea"/>
          <a:cs typeface="+mn-cs"/>
        </a:defRPr>
      </a:lvl2pPr>
      <a:lvl3pPr marL="1255713" indent="-360363" algn="l" defTabSz="1218438" rtl="0" eaLnBrk="1" latinLnBrk="0" hangingPunct="1">
        <a:lnSpc>
          <a:spcPct val="105000"/>
        </a:lnSpc>
        <a:spcBef>
          <a:spcPts val="600"/>
        </a:spcBef>
        <a:spcAft>
          <a:spcPts val="600"/>
        </a:spcAft>
        <a:buFont typeface="Wingdings" panose="05000000000000000000" pitchFamily="2" charset="2"/>
        <a:buChar char="§"/>
        <a:defRPr sz="2998" kern="1200">
          <a:solidFill>
            <a:schemeClr val="tx1"/>
          </a:solidFill>
          <a:latin typeface="+mn-lt"/>
          <a:ea typeface="+mn-ea"/>
          <a:cs typeface="+mn-cs"/>
        </a:defRPr>
      </a:lvl3pPr>
      <a:lvl4pPr marL="1700213" indent="-352425" algn="l" defTabSz="1218438" rtl="0" eaLnBrk="1" latinLnBrk="0" hangingPunct="1">
        <a:lnSpc>
          <a:spcPct val="105000"/>
        </a:lnSpc>
        <a:spcBef>
          <a:spcPts val="600"/>
        </a:spcBef>
        <a:spcAft>
          <a:spcPts val="600"/>
        </a:spcAft>
        <a:buFont typeface="Wingdings" panose="05000000000000000000" pitchFamily="2" charset="2"/>
        <a:buChar char="§"/>
        <a:defRPr sz="2798" kern="1200">
          <a:solidFill>
            <a:schemeClr val="tx1"/>
          </a:solidFill>
          <a:latin typeface="+mn-lt"/>
          <a:ea typeface="+mn-ea"/>
          <a:cs typeface="+mn-cs"/>
        </a:defRPr>
      </a:lvl4pPr>
      <a:lvl5pPr marL="2058988" indent="-266700" algn="l" defTabSz="1218438" rtl="0" eaLnBrk="1" latinLnBrk="0" hangingPunct="1">
        <a:lnSpc>
          <a:spcPct val="105000"/>
        </a:lnSpc>
        <a:spcBef>
          <a:spcPts val="600"/>
        </a:spcBef>
        <a:spcAft>
          <a:spcPts val="600"/>
        </a:spcAft>
        <a:buFont typeface="Wingdings" panose="05000000000000000000" pitchFamily="2" charset="2"/>
        <a:buChar char="§"/>
        <a:defRPr sz="2598" kern="1200">
          <a:solidFill>
            <a:schemeClr val="tx1"/>
          </a:solidFill>
          <a:latin typeface="+mn-lt"/>
          <a:ea typeface="+mn-ea"/>
          <a:cs typeface="+mn-cs"/>
        </a:defRPr>
      </a:lvl5pPr>
      <a:lvl6pPr marL="3350704" indent="-304610" algn="l" defTabSz="1218438" rtl="0" eaLnBrk="1" latinLnBrk="1" hangingPunct="1">
        <a:spcBef>
          <a:spcPct val="20000"/>
        </a:spcBef>
        <a:buFont typeface="Arial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59924" indent="-304610" algn="l" defTabSz="1218438" rtl="0" eaLnBrk="1" latinLnBrk="1" hangingPunct="1">
        <a:spcBef>
          <a:spcPct val="20000"/>
        </a:spcBef>
        <a:buFont typeface="Arial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69143" indent="-304610" algn="l" defTabSz="1218438" rtl="0" eaLnBrk="1" latinLnBrk="1" hangingPunct="1">
        <a:spcBef>
          <a:spcPct val="20000"/>
        </a:spcBef>
        <a:buFont typeface="Arial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78362" indent="-304610" algn="l" defTabSz="1218438" rtl="0" eaLnBrk="1" latinLnBrk="1" hangingPunct="1">
        <a:spcBef>
          <a:spcPct val="20000"/>
        </a:spcBef>
        <a:buFont typeface="Arial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1218438" rtl="0" eaLnBrk="1" latinLnBrk="1" hangingPunct="1">
        <a:defRPr sz="2398" kern="1200">
          <a:solidFill>
            <a:schemeClr val="tx1"/>
          </a:solidFill>
          <a:latin typeface="+mn-lt"/>
          <a:ea typeface="+mn-ea"/>
          <a:cs typeface="+mn-cs"/>
        </a:defRPr>
      </a:lvl1pPr>
      <a:lvl2pPr marL="609219" algn="l" defTabSz="1218438" rtl="0" eaLnBrk="1" latinLnBrk="1" hangingPunct="1">
        <a:defRPr sz="2398" kern="1200">
          <a:solidFill>
            <a:schemeClr val="tx1"/>
          </a:solidFill>
          <a:latin typeface="+mn-lt"/>
          <a:ea typeface="+mn-ea"/>
          <a:cs typeface="+mn-cs"/>
        </a:defRPr>
      </a:lvl2pPr>
      <a:lvl3pPr marL="1218438" algn="l" defTabSz="1218438" rtl="0" eaLnBrk="1" latinLnBrk="1" hangingPunct="1">
        <a:defRPr sz="2398" kern="1200">
          <a:solidFill>
            <a:schemeClr val="tx1"/>
          </a:solidFill>
          <a:latin typeface="+mn-lt"/>
          <a:ea typeface="+mn-ea"/>
          <a:cs typeface="+mn-cs"/>
        </a:defRPr>
      </a:lvl3pPr>
      <a:lvl4pPr marL="1827657" algn="l" defTabSz="1218438" rtl="0" eaLnBrk="1" latinLnBrk="1" hangingPunct="1">
        <a:defRPr sz="2398" kern="1200">
          <a:solidFill>
            <a:schemeClr val="tx1"/>
          </a:solidFill>
          <a:latin typeface="+mn-lt"/>
          <a:ea typeface="+mn-ea"/>
          <a:cs typeface="+mn-cs"/>
        </a:defRPr>
      </a:lvl4pPr>
      <a:lvl5pPr marL="2436876" algn="l" defTabSz="1218438" rtl="0" eaLnBrk="1" latinLnBrk="1" hangingPunct="1">
        <a:defRPr sz="2398" kern="1200">
          <a:solidFill>
            <a:schemeClr val="tx1"/>
          </a:solidFill>
          <a:latin typeface="+mn-lt"/>
          <a:ea typeface="+mn-ea"/>
          <a:cs typeface="+mn-cs"/>
        </a:defRPr>
      </a:lvl5pPr>
      <a:lvl6pPr marL="3046096" algn="l" defTabSz="1218438" rtl="0" eaLnBrk="1" latinLnBrk="1" hangingPunct="1">
        <a:defRPr sz="2398" kern="1200">
          <a:solidFill>
            <a:schemeClr val="tx1"/>
          </a:solidFill>
          <a:latin typeface="+mn-lt"/>
          <a:ea typeface="+mn-ea"/>
          <a:cs typeface="+mn-cs"/>
        </a:defRPr>
      </a:lvl6pPr>
      <a:lvl7pPr marL="3655315" algn="l" defTabSz="1218438" rtl="0" eaLnBrk="1" latinLnBrk="1" hangingPunct="1">
        <a:defRPr sz="2398" kern="1200">
          <a:solidFill>
            <a:schemeClr val="tx1"/>
          </a:solidFill>
          <a:latin typeface="+mn-lt"/>
          <a:ea typeface="+mn-ea"/>
          <a:cs typeface="+mn-cs"/>
        </a:defRPr>
      </a:lvl7pPr>
      <a:lvl8pPr marL="4264533" algn="l" defTabSz="1218438" rtl="0" eaLnBrk="1" latinLnBrk="1" hangingPunct="1">
        <a:defRPr sz="2398" kern="1200">
          <a:solidFill>
            <a:schemeClr val="tx1"/>
          </a:solidFill>
          <a:latin typeface="+mn-lt"/>
          <a:ea typeface="+mn-ea"/>
          <a:cs typeface="+mn-cs"/>
        </a:defRPr>
      </a:lvl8pPr>
      <a:lvl9pPr marL="4873752" algn="l" defTabSz="1218438" rtl="0" eaLnBrk="1" latinLnBrk="1" hangingPunct="1">
        <a:defRPr sz="2398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1843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BG-IT-Edu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9.xml"/><Relationship Id="rId4" Type="http://schemas.microsoft.com/office/2007/relationships/hdphoto" Target="../media/hdphoto1.wdp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BG-IT-Edu" TargetMode="Externa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.png"/><Relationship Id="rId5" Type="http://schemas.openxmlformats.org/officeDocument/2006/relationships/hyperlink" Target="http://creativecommons.org/licenses/by-nc-sa/4.0/" TargetMode="External"/><Relationship Id="rId4" Type="http://schemas.openxmlformats.org/officeDocument/2006/relationships/hyperlink" Target="https://github.com/BG-IT-Edu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Author Name">
            <a:extLst>
              <a:ext uri="{FF2B5EF4-FFF2-40B4-BE49-F238E27FC236}">
                <a16:creationId xmlns:a16="http://schemas.microsoft.com/office/drawing/2014/main" id="{FA396BB6-2053-4690-9672-BC528007D370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6</a:t>
            </a:r>
            <a:r>
              <a:rPr lang="bg-BG" dirty="0"/>
              <a:t> клас</a:t>
            </a:r>
          </a:p>
        </p:txBody>
      </p:sp>
      <p:sp>
        <p:nvSpPr>
          <p:cNvPr id="52" name="Text Placeholder 51">
            <a:extLst>
              <a:ext uri="{FF2B5EF4-FFF2-40B4-BE49-F238E27FC236}">
                <a16:creationId xmlns:a16="http://schemas.microsoft.com/office/drawing/2014/main" id="{8DE66249-1FBD-414B-AF0D-550F7312AF7D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>
            <a:normAutofit lnSpcReduction="10000"/>
          </a:bodyPr>
          <a:lstStyle/>
          <a:p>
            <a:r>
              <a:rPr lang="bg-BG" dirty="0"/>
              <a:t>Компютърно моделиране и ИТ</a:t>
            </a:r>
            <a:endParaRPr lang="en-US" dirty="0"/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520F80DC-BAF0-05EE-2BC1-37C2321904F8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>
            <a:normAutofit lnSpcReduction="10000"/>
          </a:bodyPr>
          <a:lstStyle/>
          <a:p>
            <a:r>
              <a:rPr lang="en-US" dirty="0">
                <a:hlinkClick r:id="rId3"/>
              </a:rPr>
              <a:t>https://github.com/BG-IT-Edu</a:t>
            </a:r>
            <a:endParaRPr lang="en-US" dirty="0"/>
          </a:p>
        </p:txBody>
      </p:sp>
      <p:sp>
        <p:nvSpPr>
          <p:cNvPr id="40" name="Text Placeholder 39">
            <a:extLst>
              <a:ext uri="{FF2B5EF4-FFF2-40B4-BE49-F238E27FC236}">
                <a16:creationId xmlns:a16="http://schemas.microsoft.com/office/drawing/2014/main" id="{E4D839B2-02D1-883A-3CE0-7CF25557FBA4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>
            <a:normAutofit/>
          </a:bodyPr>
          <a:lstStyle/>
          <a:p>
            <a:r>
              <a:rPr lang="bg-BG" dirty="0"/>
              <a:t>Проект "Отворено учебно съдържание по програмиране и ИТ", СофтУни Фондация </a:t>
            </a:r>
          </a:p>
        </p:txBody>
      </p:sp>
      <p:sp>
        <p:nvSpPr>
          <p:cNvPr id="12" name="Subtitle 11"/>
          <p:cNvSpPr>
            <a:spLocks noGrp="1"/>
          </p:cNvSpPr>
          <p:nvPr>
            <p:ph type="subTitle" idx="1"/>
          </p:nvPr>
        </p:nvSpPr>
        <p:spPr>
          <a:xfrm>
            <a:off x="554744" y="1547337"/>
            <a:ext cx="11083636" cy="1043738"/>
          </a:xfrm>
        </p:spPr>
        <p:txBody>
          <a:bodyPr>
            <a:normAutofit/>
          </a:bodyPr>
          <a:lstStyle/>
          <a:p>
            <a:r>
              <a:rPr lang="bg-BG" dirty="0"/>
              <a:t>Преизползване на код в </a:t>
            </a:r>
            <a:r>
              <a:rPr lang="en-GB" dirty="0"/>
              <a:t>Python</a:t>
            </a:r>
            <a:endParaRPr lang="en-US" dirty="0"/>
          </a:p>
        </p:txBody>
      </p:sp>
      <p:sp>
        <p:nvSpPr>
          <p:cNvPr id="2" name="Presentation Title">
            <a:extLst>
              <a:ext uri="{FF2B5EF4-FFF2-40B4-BE49-F238E27FC236}">
                <a16:creationId xmlns:a16="http://schemas.microsoft.com/office/drawing/2014/main" id="{37F91798-9AD5-4209-8887-9580295484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0405" y="321501"/>
            <a:ext cx="10691191" cy="1116648"/>
          </a:xfrm>
        </p:spPr>
        <p:txBody>
          <a:bodyPr>
            <a:normAutofit/>
          </a:bodyPr>
          <a:lstStyle/>
          <a:p>
            <a:r>
              <a:rPr lang="bg-BG" dirty="0"/>
              <a:t>Функции в </a:t>
            </a:r>
            <a:r>
              <a:rPr lang="en-GB" dirty="0"/>
              <a:t>Python</a:t>
            </a:r>
            <a:endParaRPr lang="en-US" dirty="0"/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25302" y="3204321"/>
            <a:ext cx="1902125" cy="852457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56D64437-7795-B805-9C6B-8BFC18F6AFE4}"/>
              </a:ext>
            </a:extLst>
          </p:cNvPr>
          <p:cNvSpPr/>
          <p:nvPr/>
        </p:nvSpPr>
        <p:spPr>
          <a:xfrm>
            <a:off x="8340342" y="3716285"/>
            <a:ext cx="3101254" cy="156966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9600" b="1" dirty="0">
                <a:ln w="0"/>
                <a:latin typeface="Comic Sans MS" panose="030F0702030302020204" pitchFamily="66" charset="0"/>
              </a:rPr>
              <a:t>f(x)</a:t>
            </a:r>
          </a:p>
        </p:txBody>
      </p:sp>
    </p:spTree>
    <p:extLst>
      <p:ext uri="{BB962C8B-B14F-4D97-AF65-F5344CB8AC3E}">
        <p14:creationId xmlns:p14="http://schemas.microsoft.com/office/powerpoint/2010/main" val="36664053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890"/>
    </mc:Choice>
    <mc:Fallback xmlns="">
      <p:transition spd="slow" advClick="0" advTm="890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">
            <a:extLst>
              <a:ext uri="{FF2B5EF4-FFF2-40B4-BE49-F238E27FC236}">
                <a16:creationId xmlns:a16="http://schemas.microsoft.com/office/drawing/2014/main" id="{6A760D59-0056-4F39-B077-DBDBE3D2927E}"/>
              </a:ext>
            </a:extLst>
          </p:cNvPr>
          <p:cNvSpPr txBox="1">
            <a:spLocks/>
          </p:cNvSpPr>
          <p:nvPr/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defPPr>
              <a:defRPr lang="en-US"/>
            </a:defPPr>
            <a:lvl1pPr marL="0" algn="r" defTabSz="914400" rtl="0" eaLnBrk="1" latinLnBrk="0" hangingPunct="1"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2BF067CD-8E6B-4360-9AA8-C5DF2A48A6D1}" type="slidenum">
              <a:rPr lang="en-US" smtClean="0"/>
              <a:pPr/>
              <a:t>2</a:t>
            </a:fld>
            <a:endParaRPr lang="en-US" dirty="0"/>
          </a:p>
        </p:txBody>
      </p:sp>
      <p:sp>
        <p:nvSpPr>
          <p:cNvPr id="444419" name="Slide Body"/>
          <p:cNvSpPr>
            <a:spLocks noGrp="1" noChangeArrowheads="1"/>
          </p:cNvSpPr>
          <p:nvPr>
            <p:ph type="body" sz="quarter" idx="13"/>
          </p:nvPr>
        </p:nvSpPr>
        <p:spPr>
          <a:xfrm>
            <a:off x="196766" y="1371604"/>
            <a:ext cx="8959234" cy="5207396"/>
          </a:xfrm>
        </p:spPr>
        <p:txBody>
          <a:bodyPr>
            <a:normAutofit/>
          </a:bodyPr>
          <a:lstStyle/>
          <a:p>
            <a:pPr>
              <a:buClr>
                <a:schemeClr val="tx1"/>
              </a:buClr>
            </a:pPr>
            <a:r>
              <a:rPr lang="bg-BG" dirty="0"/>
              <a:t>͏</a:t>
            </a:r>
            <a:r>
              <a:rPr lang="bg-BG" b="1" dirty="0">
                <a:solidFill>
                  <a:schemeClr val="bg1"/>
                </a:solidFill>
              </a:rPr>
              <a:t>Функции </a:t>
            </a:r>
            <a:r>
              <a:rPr lang="bg-BG" dirty="0"/>
              <a:t>в </a:t>
            </a:r>
            <a:r>
              <a:rPr lang="en-GB" b="1" dirty="0"/>
              <a:t>Python</a:t>
            </a:r>
            <a:endParaRPr lang="bg-BG" b="1" dirty="0"/>
          </a:p>
          <a:p>
            <a:pPr>
              <a:buClr>
                <a:schemeClr val="tx1"/>
              </a:buClr>
            </a:pPr>
            <a:r>
              <a:rPr lang="bg-BG" dirty="0"/>
              <a:t>͏</a:t>
            </a:r>
            <a:r>
              <a:rPr lang="ru-RU" b="1" dirty="0"/>
              <a:t>Деклариране</a:t>
            </a:r>
            <a:r>
              <a:rPr lang="ru-RU" dirty="0"/>
              <a:t> и </a:t>
            </a:r>
            <a:r>
              <a:rPr lang="ru-RU" b="1" dirty="0"/>
              <a:t>извикване</a:t>
            </a:r>
            <a:r>
              <a:rPr lang="ru-RU" dirty="0"/>
              <a:t> на функции</a:t>
            </a:r>
            <a:endParaRPr lang="en-GB" dirty="0"/>
          </a:p>
          <a:p>
            <a:pPr>
              <a:buClr>
                <a:schemeClr val="tx1"/>
              </a:buClr>
            </a:pPr>
            <a:r>
              <a:rPr lang="bg-BG" dirty="0"/>
              <a:t>͏</a:t>
            </a:r>
            <a:r>
              <a:rPr lang="en-GB" b="1" dirty="0">
                <a:solidFill>
                  <a:schemeClr val="bg1"/>
                </a:solidFill>
              </a:rPr>
              <a:t>Return</a:t>
            </a:r>
            <a:endParaRPr lang="bg-BG" b="1" dirty="0"/>
          </a:p>
          <a:p>
            <a:pPr>
              <a:buClr>
                <a:schemeClr val="tx1"/>
              </a:buClr>
            </a:pPr>
            <a:endParaRPr lang="bg-BG" dirty="0"/>
          </a:p>
        </p:txBody>
      </p:sp>
      <p:sp>
        <p:nvSpPr>
          <p:cNvPr id="444418" name="Slide Title"/>
          <p:cNvSpPr>
            <a:spLocks noGrp="1" noChangeArrowheads="1"/>
          </p:cNvSpPr>
          <p:nvPr>
            <p:ph type="title"/>
          </p:nvPr>
        </p:nvSpPr>
        <p:spPr>
          <a:xfrm>
            <a:off x="190406" y="100750"/>
            <a:ext cx="10270594" cy="882654"/>
          </a:xfrm>
        </p:spPr>
        <p:txBody>
          <a:bodyPr/>
          <a:lstStyle/>
          <a:p>
            <a:r>
              <a:rPr lang="bg-BG" dirty="0"/>
              <a:t>Съдържание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835CDFB-0E94-0132-177D-CD4B4F85BF89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prstClr val="black"/>
              <a:schemeClr val="accent1"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3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0011000" y="1584000"/>
            <a:ext cx="1581246" cy="2115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69869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44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44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AF6D54DF-BE63-59E9-3212-7F35143BCDBC}"/>
              </a:ext>
            </a:extLst>
          </p:cNvPr>
          <p:cNvSpPr>
            <a:spLocks noGrp="1"/>
          </p:cNvSpPr>
          <p:nvPr>
            <p:ph type="title" sz="quarter" idx="10"/>
          </p:nvPr>
        </p:nvSpPr>
        <p:spPr>
          <a:xfrm>
            <a:off x="615108" y="4959000"/>
            <a:ext cx="10961783" cy="1019175"/>
          </a:xfrm>
        </p:spPr>
        <p:txBody>
          <a:bodyPr/>
          <a:lstStyle/>
          <a:p>
            <a:r>
              <a:rPr lang="bg-BG" dirty="0"/>
              <a:t>Функции в </a:t>
            </a:r>
            <a:r>
              <a:rPr lang="en-GB" dirty="0"/>
              <a:t>Python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8B45D309-F206-3F1B-A670-5F21C0FF24D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67501" y="1629000"/>
            <a:ext cx="2256998" cy="2068312"/>
          </a:xfrm>
          <a:prstGeom prst="rect">
            <a:avLst/>
          </a:prstGeom>
          <a:effectLst>
            <a:innerShdw blurRad="63500" dist="50800" dir="2700000">
              <a:prstClr val="black">
                <a:alpha val="50000"/>
              </a:prstClr>
            </a:innerShdw>
          </a:effectLst>
        </p:spPr>
      </p:pic>
    </p:spTree>
    <p:extLst>
      <p:ext uri="{BB962C8B-B14F-4D97-AF65-F5344CB8AC3E}">
        <p14:creationId xmlns:p14="http://schemas.microsoft.com/office/powerpoint/2010/main" val="11586620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36D09762-4EB5-DC53-DE83-691B33ABFAF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>
              <a:buClr>
                <a:schemeClr val="tx1"/>
              </a:buClr>
            </a:pPr>
            <a:r>
              <a:rPr lang="ru-RU" b="1" dirty="0">
                <a:solidFill>
                  <a:schemeClr val="bg1"/>
                </a:solidFill>
              </a:rPr>
              <a:t>Функция</a:t>
            </a:r>
            <a:r>
              <a:rPr lang="ru-RU" dirty="0"/>
              <a:t> – </a:t>
            </a:r>
            <a:r>
              <a:rPr lang="ru-RU" b="1" dirty="0"/>
              <a:t>блок от код</a:t>
            </a:r>
            <a:r>
              <a:rPr lang="ru-RU" dirty="0"/>
              <a:t>, който се изпълнява само когато бъде</a:t>
            </a:r>
            <a:r>
              <a:rPr lang="ru-RU" b="1" dirty="0"/>
              <a:t> извикан</a:t>
            </a:r>
          </a:p>
          <a:p>
            <a:pPr lvl="1"/>
            <a:r>
              <a:rPr lang="ru-RU" dirty="0"/>
              <a:t>Във функцията можете да подавате данни, известни като </a:t>
            </a:r>
            <a:r>
              <a:rPr lang="ru-RU" b="1" dirty="0">
                <a:solidFill>
                  <a:schemeClr val="bg1"/>
                </a:solidFill>
              </a:rPr>
              <a:t>аргументи</a:t>
            </a:r>
            <a:endParaRPr lang="bg-BG" dirty="0"/>
          </a:p>
          <a:p>
            <a:pPr lvl="2"/>
            <a:r>
              <a:rPr lang="ru-RU" dirty="0"/>
              <a:t>Те </a:t>
            </a:r>
            <a:r>
              <a:rPr lang="ru-RU" b="1" dirty="0"/>
              <a:t>не са задължителни </a:t>
            </a:r>
            <a:r>
              <a:rPr lang="ru-RU" dirty="0"/>
              <a:t>за една фунцкия</a:t>
            </a:r>
          </a:p>
          <a:p>
            <a:pPr lvl="1"/>
            <a:r>
              <a:rPr lang="ru-RU" dirty="0"/>
              <a:t>Функцията може да </a:t>
            </a:r>
            <a:r>
              <a:rPr lang="ru-RU" b="1" dirty="0"/>
              <a:t>връща данни </a:t>
            </a:r>
            <a:r>
              <a:rPr lang="ru-RU" dirty="0"/>
              <a:t>като </a:t>
            </a:r>
            <a:r>
              <a:rPr lang="ru-RU" b="1" dirty="0">
                <a:solidFill>
                  <a:schemeClr val="bg1"/>
                </a:solidFill>
              </a:rPr>
              <a:t>резултат</a:t>
            </a:r>
            <a:endParaRPr lang="en-GB" b="1" dirty="0">
              <a:solidFill>
                <a:schemeClr val="bg1"/>
              </a:solidFill>
            </a:endParaRPr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C73A83D0-3FC3-8FFC-1290-16DFCB97E2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Функция</a:t>
            </a:r>
            <a:endParaRPr lang="en-GB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226E50D-3129-94D2-91C9-DB52D12F6281}"/>
              </a:ext>
            </a:extLst>
          </p:cNvPr>
          <p:cNvSpPr txBox="1"/>
          <p:nvPr/>
        </p:nvSpPr>
        <p:spPr>
          <a:xfrm>
            <a:off x="1551000" y="5137548"/>
            <a:ext cx="4762020" cy="1414527"/>
          </a:xfrm>
          <a:prstGeom prst="rect">
            <a:avLst/>
          </a:prstGeom>
          <a:solidFill>
            <a:schemeClr val="accent6">
              <a:lumMod val="75000"/>
              <a:alpha val="15000"/>
            </a:schemeClr>
          </a:solidFill>
          <a:ln w="12700">
            <a:solidFill>
              <a:schemeClr val="tx1">
                <a:lumMod val="75000"/>
              </a:schemeClr>
            </a:solidFill>
          </a:ln>
        </p:spPr>
        <p:txBody>
          <a:bodyPr vert="horz" wrap="square" lIns="144000" tIns="108000" rIns="144000" bIns="108000" rtlCol="0">
            <a:spAutoFit/>
          </a:bodyPr>
          <a:lstStyle/>
          <a:p>
            <a:pPr eaLnBrk="0" hangingPunct="0">
              <a:lnSpc>
                <a:spcPct val="110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GB" sz="2400" b="1" dirty="0">
                <a:latin typeface="Consolas" panose="020B0609020204030204" pitchFamily="49" charset="0"/>
              </a:rPr>
              <a:t>def sum_two_numbers(a, b):</a:t>
            </a:r>
          </a:p>
          <a:p>
            <a:pPr eaLnBrk="0" hangingPunct="0">
              <a:lnSpc>
                <a:spcPct val="110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GB" sz="2400" b="1" dirty="0">
                <a:latin typeface="Consolas" panose="020B0609020204030204" pitchFamily="49" charset="0"/>
              </a:rPr>
              <a:t>	sum = a + b</a:t>
            </a:r>
          </a:p>
          <a:p>
            <a:pPr eaLnBrk="0" hangingPunct="0">
              <a:lnSpc>
                <a:spcPct val="110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GB" sz="2400" b="1" dirty="0">
                <a:latin typeface="Consolas" panose="020B0609020204030204" pitchFamily="49" charset="0"/>
              </a:rPr>
              <a:t>	return sum;</a:t>
            </a:r>
          </a:p>
        </p:txBody>
      </p:sp>
      <p:pic>
        <p:nvPicPr>
          <p:cNvPr id="10" name="Picture 9" descr="A screenshot of a computer&#10;&#10;Description automatically generated">
            <a:extLst>
              <a:ext uri="{FF2B5EF4-FFF2-40B4-BE49-F238E27FC236}">
                <a16:creationId xmlns:a16="http://schemas.microsoft.com/office/drawing/2014/main" id="{7BDF7B12-106E-420F-B07F-4E0BA122CD7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01000" y="4914000"/>
            <a:ext cx="4410000" cy="1832283"/>
          </a:xfrm>
          <a:prstGeom prst="rect">
            <a:avLst/>
          </a:prstGeom>
        </p:spPr>
      </p:pic>
      <p:sp>
        <p:nvSpPr>
          <p:cNvPr id="11" name="Equals 10">
            <a:extLst>
              <a:ext uri="{FF2B5EF4-FFF2-40B4-BE49-F238E27FC236}">
                <a16:creationId xmlns:a16="http://schemas.microsoft.com/office/drawing/2014/main" id="{74D92EA9-A222-5441-7865-58FE625FC3F7}"/>
              </a:ext>
            </a:extLst>
          </p:cNvPr>
          <p:cNvSpPr/>
          <p:nvPr/>
        </p:nvSpPr>
        <p:spPr bwMode="auto">
          <a:xfrm>
            <a:off x="6544511" y="5529812"/>
            <a:ext cx="729019" cy="630000"/>
          </a:xfrm>
          <a:prstGeom prst="mathEqual">
            <a:avLst/>
          </a:prstGeom>
          <a:solidFill>
            <a:schemeClr val="dk2">
              <a:alpha val="80000"/>
            </a:schemeClr>
          </a:solidFill>
          <a:ln w="19050">
            <a:solidFill>
              <a:schemeClr val="tx1">
                <a:lumMod val="75000"/>
                <a:alpha val="8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001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2800" b="1" dirty="0"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7951218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11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Number">
            <a:extLst>
              <a:ext uri="{FF2B5EF4-FFF2-40B4-BE49-F238E27FC236}">
                <a16:creationId xmlns:a16="http://schemas.microsoft.com/office/drawing/2014/main" id="{1FEF7DA6-F63B-4376-93F2-6D3B8AAE647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noProof="0" smtClean="0"/>
              <a:pPr/>
              <a:t>5</a:t>
            </a:fld>
            <a:endParaRPr lang="en-US" noProof="0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0"/>
          </p:nvPr>
        </p:nvSpPr>
        <p:spPr>
          <a:xfrm>
            <a:off x="2091000" y="1121143"/>
            <a:ext cx="9904234" cy="5546589"/>
          </a:xfrm>
        </p:spPr>
        <p:txBody>
          <a:bodyPr>
            <a:normAutofit/>
          </a:bodyPr>
          <a:lstStyle/>
          <a:p>
            <a:pPr>
              <a:buClr>
                <a:schemeClr val="tx1"/>
              </a:buClr>
            </a:pPr>
            <a:r>
              <a:rPr lang="ru-RU" sz="3600" b="1" dirty="0">
                <a:solidFill>
                  <a:schemeClr val="bg1"/>
                </a:solidFill>
              </a:rPr>
              <a:t>Параметърът</a:t>
            </a:r>
            <a:r>
              <a:rPr lang="ru-RU" sz="3600" dirty="0"/>
              <a:t> е променлива, определена в </a:t>
            </a:r>
            <a:r>
              <a:rPr lang="ru-RU" sz="3600" b="1" dirty="0"/>
              <a:t>дефиницията</a:t>
            </a:r>
            <a:r>
              <a:rPr lang="ru-RU" sz="3600" dirty="0"/>
              <a:t> на функцията</a:t>
            </a:r>
          </a:p>
          <a:p>
            <a:pPr>
              <a:buClr>
                <a:schemeClr val="tx1"/>
              </a:buClr>
            </a:pPr>
            <a:r>
              <a:rPr lang="ru-RU" sz="3600" b="1" dirty="0">
                <a:solidFill>
                  <a:schemeClr val="bg1"/>
                </a:solidFill>
              </a:rPr>
              <a:t>Аргументът</a:t>
            </a:r>
            <a:r>
              <a:rPr lang="ru-RU" sz="3600" dirty="0"/>
              <a:t> е </a:t>
            </a:r>
            <a:r>
              <a:rPr lang="ru-RU" sz="3600" b="1" dirty="0"/>
              <a:t>действителна стойност</a:t>
            </a:r>
            <a:r>
              <a:rPr lang="ru-RU" sz="3600" dirty="0"/>
              <a:t>, подадена на функцията</a:t>
            </a:r>
            <a:endParaRPr lang="en-US" sz="3600" dirty="0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Параметър </a:t>
            </a:r>
            <a:r>
              <a:rPr lang="en-GB" dirty="0"/>
              <a:t>vs.</a:t>
            </a:r>
            <a:r>
              <a:rPr lang="bg-BG" dirty="0"/>
              <a:t> аргумент</a:t>
            </a:r>
            <a:endParaRPr lang="en-US" dirty="0"/>
          </a:p>
        </p:txBody>
      </p:sp>
      <p:sp>
        <p:nvSpPr>
          <p:cNvPr id="7" name="Text Placeholder 6"/>
          <p:cNvSpPr txBox="1">
            <a:spLocks/>
          </p:cNvSpPr>
          <p:nvPr/>
        </p:nvSpPr>
        <p:spPr>
          <a:xfrm>
            <a:off x="4926000" y="4194000"/>
            <a:ext cx="4905600" cy="1818548"/>
          </a:xfrm>
          <a:prstGeom prst="rect">
            <a:avLst/>
          </a:prstGeom>
          <a:solidFill>
            <a:schemeClr val="accent6">
              <a:lumMod val="75000"/>
              <a:alpha val="15000"/>
            </a:schemeClr>
          </a:solidFill>
          <a:ln w="12700">
            <a:solidFill>
              <a:schemeClr val="tx1">
                <a:lumMod val="50000"/>
              </a:schemeClr>
            </a:solidFill>
          </a:ln>
        </p:spPr>
        <p:txBody>
          <a:bodyPr vert="horz" wrap="square" lIns="144000" tIns="108000" rIns="144000" bIns="108000" rtlCol="0">
            <a:spAutoFit/>
          </a:bodyPr>
          <a:lstStyle>
            <a:lvl1pPr indent="0" defTabSz="1218072" latinLnBrk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None/>
              <a:defRPr lang="en-US" sz="2800" b="1" noProof="1" smtClean="0">
                <a:solidFill>
                  <a:schemeClr val="tx1">
                    <a:lumMod val="75000"/>
                  </a:schemeClr>
                </a:solidFill>
                <a:effectLst/>
                <a:latin typeface="Consolas" pitchFamily="49" charset="0"/>
                <a:cs typeface="Consolas" pitchFamily="49" charset="0"/>
              </a:defRPr>
            </a:lvl1pPr>
            <a:lvl2pPr marL="989684" indent="-380648" defTabSz="1218072" latinLnBrk="1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 sz="3197"/>
            </a:lvl2pPr>
            <a:lvl3pPr marL="1522591" indent="-304519" defTabSz="1218072" latinLnBrk="1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 sz="2997"/>
            </a:lvl3pPr>
            <a:lvl4pPr marL="2131627" indent="-304519" defTabSz="1218072" latinLnBrk="1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 sz="2797"/>
            </a:lvl4pPr>
            <a:lvl5pPr marL="2740663" indent="-304519" defTabSz="1218072" latinLnBrk="1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 sz="2597"/>
            </a:lvl5pPr>
            <a:lvl6pPr marL="3349699" indent="-304519" defTabSz="1218072" latinLnBrk="1">
              <a:spcBef>
                <a:spcPct val="20000"/>
              </a:spcBef>
              <a:buFont typeface="Arial" pitchFamily="34" charset="0"/>
              <a:buChar char="•"/>
              <a:defRPr sz="2664"/>
            </a:lvl6pPr>
            <a:lvl7pPr marL="3958736" indent="-304519" defTabSz="1218072" latinLnBrk="1">
              <a:spcBef>
                <a:spcPct val="20000"/>
              </a:spcBef>
              <a:buFont typeface="Arial" pitchFamily="34" charset="0"/>
              <a:buChar char="•"/>
              <a:defRPr sz="2664"/>
            </a:lvl7pPr>
            <a:lvl8pPr marL="4567772" indent="-304519" defTabSz="1218072" latinLnBrk="1">
              <a:spcBef>
                <a:spcPct val="20000"/>
              </a:spcBef>
              <a:buFont typeface="Arial" pitchFamily="34" charset="0"/>
              <a:buChar char="•"/>
              <a:defRPr sz="2664"/>
            </a:lvl8pPr>
            <a:lvl9pPr marL="5176808" indent="-304519" defTabSz="1218072" latinLnBrk="1">
              <a:spcBef>
                <a:spcPct val="20000"/>
              </a:spcBef>
              <a:buFont typeface="Arial" pitchFamily="34" charset="0"/>
              <a:buChar char="•"/>
              <a:defRPr sz="2664"/>
            </a:lvl9pPr>
          </a:lstStyle>
          <a:p>
            <a:r>
              <a:rPr lang="en-GB" dirty="0">
                <a:solidFill>
                  <a:schemeClr val="tx1"/>
                </a:solidFill>
              </a:rPr>
              <a:t>def solve(</a:t>
            </a:r>
            <a:r>
              <a:rPr lang="en-GB" dirty="0">
                <a:solidFill>
                  <a:schemeClr val="bg1"/>
                </a:solidFill>
              </a:rPr>
              <a:t>grade</a:t>
            </a:r>
            <a:r>
              <a:rPr lang="en-GB" dirty="0">
                <a:solidFill>
                  <a:schemeClr val="tx1"/>
                </a:solidFill>
              </a:rPr>
              <a:t>):</a:t>
            </a:r>
          </a:p>
          <a:p>
            <a:r>
              <a:rPr lang="en-GB" dirty="0"/>
              <a:t>    </a:t>
            </a:r>
            <a:r>
              <a:rPr lang="en-US" dirty="0"/>
              <a:t>...</a:t>
            </a:r>
            <a:endParaRPr lang="en-GB" dirty="0"/>
          </a:p>
          <a:p>
            <a:r>
              <a:rPr lang="en-GB" dirty="0">
                <a:solidFill>
                  <a:schemeClr val="tx1"/>
                </a:solidFill>
              </a:rPr>
              <a:t>solve(</a:t>
            </a:r>
            <a:r>
              <a:rPr lang="en-GB" dirty="0">
                <a:solidFill>
                  <a:schemeClr val="bg1"/>
                </a:solidFill>
              </a:rPr>
              <a:t>6</a:t>
            </a:r>
            <a:r>
              <a:rPr lang="en-GB" dirty="0">
                <a:solidFill>
                  <a:schemeClr val="tx1"/>
                </a:solidFill>
              </a:rPr>
              <a:t>)</a:t>
            </a:r>
          </a:p>
        </p:txBody>
      </p:sp>
      <p:sp>
        <p:nvSpPr>
          <p:cNvPr id="8" name="Speech Bubble: Rectangle with Corners Rounded 1">
            <a:extLst>
              <a:ext uri="{FF2B5EF4-FFF2-40B4-BE49-F238E27FC236}">
                <a16:creationId xmlns:a16="http://schemas.microsoft.com/office/drawing/2014/main" id="{7B5C6859-29B2-42EE-BC1B-7D55FBC0FFEF}"/>
              </a:ext>
            </a:extLst>
          </p:cNvPr>
          <p:cNvSpPr/>
          <p:nvPr/>
        </p:nvSpPr>
        <p:spPr bwMode="auto">
          <a:xfrm>
            <a:off x="7522529" y="3564408"/>
            <a:ext cx="2219071" cy="578882"/>
          </a:xfrm>
          <a:prstGeom prst="wedgeRoundRectCallout">
            <a:avLst>
              <a:gd name="adj1" fmla="val -56473"/>
              <a:gd name="adj2" fmla="val 40609"/>
              <a:gd name="adj3" fmla="val 16667"/>
            </a:avLst>
          </a:prstGeom>
          <a:solidFill>
            <a:schemeClr val="dk2">
              <a:alpha val="80000"/>
            </a:schemeClr>
          </a:solidFill>
          <a:ln w="19050">
            <a:solidFill>
              <a:schemeClr val="tx1">
                <a:lumMod val="75000"/>
                <a:alpha val="8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001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ctr" eaLnBrk="0" hangingPunct="0"/>
            <a:r>
              <a:rPr lang="bg-BG" sz="28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Параметър</a:t>
            </a:r>
          </a:p>
        </p:txBody>
      </p:sp>
      <p:sp>
        <p:nvSpPr>
          <p:cNvPr id="9" name="AutoShape 23"/>
          <p:cNvSpPr>
            <a:spLocks noChangeArrowheads="1"/>
          </p:cNvSpPr>
          <p:nvPr/>
        </p:nvSpPr>
        <p:spPr bwMode="auto">
          <a:xfrm>
            <a:off x="6939001" y="5409367"/>
            <a:ext cx="1811999" cy="653892"/>
          </a:xfrm>
          <a:prstGeom prst="wedgeRoundRectCallout">
            <a:avLst>
              <a:gd name="adj1" fmla="val -61520"/>
              <a:gd name="adj2" fmla="val -21739"/>
              <a:gd name="adj3" fmla="val 16667"/>
            </a:avLst>
          </a:prstGeom>
          <a:solidFill>
            <a:srgbClr val="234465">
              <a:alpha val="80000"/>
            </a:srgbClr>
          </a:solidFill>
          <a:ln w="19050">
            <a:solidFill>
              <a:srgbClr val="234465">
                <a:alpha val="80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bg-BG" sz="2800" b="1" dirty="0">
                <a:solidFill>
                  <a:schemeClr val="bg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Аргумент</a:t>
            </a:r>
          </a:p>
        </p:txBody>
      </p:sp>
    </p:spTree>
    <p:extLst>
      <p:ext uri="{BB962C8B-B14F-4D97-AF65-F5344CB8AC3E}">
        <p14:creationId xmlns:p14="http://schemas.microsoft.com/office/powerpoint/2010/main" val="11590897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9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E3FD580-6420-48D9-03F4-9D321027528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F067CD-8E6B-4360-9AA8-C5DF2A48A6D1}" type="slidenum">
              <a:rPr lang="en-US" noProof="0" smtClean="0"/>
              <a:pPr/>
              <a:t>6</a:t>
            </a:fld>
            <a:endParaRPr lang="en-US" noProof="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B7FAD82-14AD-D77B-D582-9B0522CC3CF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pPr>
              <a:buClr>
                <a:schemeClr val="tx1"/>
              </a:buClr>
            </a:pPr>
            <a:r>
              <a:rPr lang="ru-RU" b="1" dirty="0">
                <a:solidFill>
                  <a:schemeClr val="bg1"/>
                </a:solidFill>
              </a:rPr>
              <a:t>По-ефективно</a:t>
            </a:r>
            <a:r>
              <a:rPr lang="ru-RU" dirty="0"/>
              <a:t> програмиране</a:t>
            </a:r>
            <a:endParaRPr lang="en-GB" dirty="0"/>
          </a:p>
          <a:p>
            <a:pPr lvl="1"/>
            <a:r>
              <a:rPr lang="ru-RU" dirty="0"/>
              <a:t>Разделя големи проблеми на малки части</a:t>
            </a:r>
            <a:endParaRPr lang="en-GB" dirty="0"/>
          </a:p>
          <a:p>
            <a:pPr lvl="1"/>
            <a:r>
              <a:rPr lang="ru-RU" dirty="0"/>
              <a:t>По-добра организация на програмата</a:t>
            </a:r>
            <a:endParaRPr lang="en-GB" dirty="0"/>
          </a:p>
          <a:p>
            <a:pPr lvl="1"/>
            <a:r>
              <a:rPr lang="ru-RU" dirty="0"/>
              <a:t>Подобрява четимостта на кода</a:t>
            </a:r>
            <a:endParaRPr lang="en-GB" dirty="0"/>
          </a:p>
          <a:p>
            <a:pPr>
              <a:buClr>
                <a:schemeClr val="tx1"/>
              </a:buClr>
            </a:pPr>
            <a:r>
              <a:rPr lang="ru-RU" b="1" dirty="0">
                <a:solidFill>
                  <a:schemeClr val="bg1"/>
                </a:solidFill>
              </a:rPr>
              <a:t>Избягване</a:t>
            </a:r>
            <a:r>
              <a:rPr lang="ru-RU" dirty="0"/>
              <a:t> на </a:t>
            </a:r>
            <a:r>
              <a:rPr lang="ru-RU" b="1" dirty="0">
                <a:solidFill>
                  <a:schemeClr val="bg1"/>
                </a:solidFill>
              </a:rPr>
              <a:t>повтарящ</a:t>
            </a:r>
            <a:r>
              <a:rPr lang="ru-RU" dirty="0">
                <a:solidFill>
                  <a:schemeClr val="bg1"/>
                </a:solidFill>
              </a:rPr>
              <a:t> </a:t>
            </a:r>
            <a:r>
              <a:rPr lang="ru-RU" b="1" dirty="0">
                <a:solidFill>
                  <a:schemeClr val="bg1"/>
                </a:solidFill>
              </a:rPr>
              <a:t>се</a:t>
            </a:r>
            <a:r>
              <a:rPr lang="ru-RU" dirty="0">
                <a:solidFill>
                  <a:schemeClr val="bg1"/>
                </a:solidFill>
              </a:rPr>
              <a:t> </a:t>
            </a:r>
            <a:r>
              <a:rPr lang="ru-RU" b="1" dirty="0">
                <a:solidFill>
                  <a:schemeClr val="bg1"/>
                </a:solidFill>
              </a:rPr>
              <a:t>код</a:t>
            </a:r>
            <a:endParaRPr lang="en-GB" b="1" dirty="0">
              <a:solidFill>
                <a:schemeClr val="bg1"/>
              </a:solidFill>
            </a:endParaRPr>
          </a:p>
          <a:p>
            <a:pPr lvl="1"/>
            <a:r>
              <a:rPr lang="ru-RU" dirty="0"/>
              <a:t>Улеснява поддържането на кода</a:t>
            </a:r>
            <a:endParaRPr lang="en-GB" dirty="0"/>
          </a:p>
          <a:p>
            <a:r>
              <a:rPr lang="ru-RU" dirty="0"/>
              <a:t>Възможност за </a:t>
            </a:r>
            <a:r>
              <a:rPr lang="ru-RU" b="1" dirty="0">
                <a:solidFill>
                  <a:schemeClr val="bg1"/>
                </a:solidFill>
              </a:rPr>
              <a:t>преизползване на кода</a:t>
            </a:r>
            <a:endParaRPr lang="en-GB" b="1" dirty="0">
              <a:solidFill>
                <a:schemeClr val="bg1"/>
              </a:solidFill>
            </a:endParaRPr>
          </a:p>
          <a:p>
            <a:pPr lvl="1"/>
            <a:r>
              <a:rPr lang="ru-RU" dirty="0"/>
              <a:t>Използване на съществуващи функции няколко пъти</a:t>
            </a:r>
            <a:endParaRPr lang="en-GB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424CF119-E06B-BAC0-F665-C6E2AABE9D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Предимства на функциите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7641290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33C9A10A-9EF1-40EC-A2D4-413405356AD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571500" indent="-571500">
              <a:lnSpc>
                <a:spcPct val="100000"/>
              </a:lnSpc>
            </a:pPr>
            <a:r>
              <a:rPr lang="en-US" sz="3600" b="1" dirty="0">
                <a:ea typeface="+mn-lt"/>
                <a:cs typeface="+mn-lt"/>
              </a:rPr>
              <a:t>Python</a:t>
            </a:r>
            <a:r>
              <a:rPr lang="en-US" sz="3600" dirty="0">
                <a:ea typeface="+mn-lt"/>
                <a:cs typeface="+mn-lt"/>
              </a:rPr>
              <a:t> </a:t>
            </a:r>
            <a:r>
              <a:rPr lang="ru-RU" sz="3600" dirty="0">
                <a:ea typeface="+mn-lt"/>
                <a:cs typeface="+mn-lt"/>
              </a:rPr>
              <a:t>разполага с набор от </a:t>
            </a:r>
            <a:r>
              <a:rPr lang="ru-RU" sz="3600" b="1" dirty="0">
                <a:solidFill>
                  <a:schemeClr val="bg1"/>
                </a:solidFill>
                <a:ea typeface="+mn-lt"/>
                <a:cs typeface="+mn-lt"/>
              </a:rPr>
              <a:t>вградени функции</a:t>
            </a:r>
            <a:r>
              <a:rPr lang="ru-RU" sz="3600" dirty="0">
                <a:ea typeface="+mn-lt"/>
                <a:cs typeface="+mn-lt"/>
              </a:rPr>
              <a:t>, които можем да </a:t>
            </a:r>
            <a:r>
              <a:rPr lang="ru-RU" sz="3600" b="1" dirty="0">
                <a:ea typeface="+mn-lt"/>
                <a:cs typeface="+mn-lt"/>
              </a:rPr>
              <a:t>извикаме</a:t>
            </a:r>
            <a:r>
              <a:rPr lang="ru-RU" sz="3600" dirty="0">
                <a:ea typeface="+mn-lt"/>
                <a:cs typeface="+mn-lt"/>
              </a:rPr>
              <a:t> по </a:t>
            </a:r>
            <a:r>
              <a:rPr lang="ru-RU" sz="3600" b="1" dirty="0">
                <a:ea typeface="+mn-lt"/>
                <a:cs typeface="+mn-lt"/>
              </a:rPr>
              <a:t>всяко време</a:t>
            </a:r>
          </a:p>
          <a:p>
            <a:pPr marL="571500" indent="-571500">
              <a:lnSpc>
                <a:spcPct val="100000"/>
              </a:lnSpc>
            </a:pPr>
            <a:r>
              <a:rPr lang="bg-BG" sz="3600" dirty="0">
                <a:solidFill>
                  <a:srgbClr val="234465"/>
                </a:solidFill>
                <a:ea typeface="+mn-lt"/>
                <a:cs typeface="+mn-lt"/>
              </a:rPr>
              <a:t>Примери за вградени функции:</a:t>
            </a:r>
            <a:endParaRPr lang="en-US" sz="3600" dirty="0">
              <a:solidFill>
                <a:srgbClr val="234465"/>
              </a:solidFill>
              <a:cs typeface="Calibri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C86154A-28A2-4EE3-9705-C6D257D6625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2BF067CD-8E6B-4360-9AA8-C5DF2A48A6D1}" type="slidenum">
              <a:rPr lang="en-US" noProof="0" smtClean="0"/>
              <a:pPr/>
              <a:t>7</a:t>
            </a:fld>
            <a:endParaRPr lang="en-US" noProof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60AF8BAF-DDE3-4C7E-8EBC-F6861228C4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sz="4000" dirty="0">
                <a:cs typeface="Calibri"/>
              </a:rPr>
              <a:t>Вградени функции</a:t>
            </a:r>
            <a:endParaRPr lang="bg-BG" dirty="0"/>
          </a:p>
        </p:txBody>
      </p:sp>
      <p:sp>
        <p:nvSpPr>
          <p:cNvPr id="3" name="Text Placeholder 6">
            <a:extLst>
              <a:ext uri="{FF2B5EF4-FFF2-40B4-BE49-F238E27FC236}">
                <a16:creationId xmlns:a16="http://schemas.microsoft.com/office/drawing/2014/main" id="{00B33BB6-95A0-F49B-1920-59216F0D1D19}"/>
              </a:ext>
            </a:extLst>
          </p:cNvPr>
          <p:cNvSpPr txBox="1">
            <a:spLocks/>
          </p:cNvSpPr>
          <p:nvPr/>
        </p:nvSpPr>
        <p:spPr>
          <a:xfrm>
            <a:off x="921000" y="3294000"/>
            <a:ext cx="2340000" cy="2619601"/>
          </a:xfrm>
          <a:prstGeom prst="rect">
            <a:avLst/>
          </a:prstGeom>
          <a:solidFill>
            <a:schemeClr val="accent6">
              <a:lumMod val="75000"/>
              <a:alpha val="15000"/>
            </a:schemeClr>
          </a:solidFill>
          <a:ln w="12700">
            <a:solidFill>
              <a:schemeClr val="tx1">
                <a:lumMod val="50000"/>
              </a:schemeClr>
            </a:solidFill>
          </a:ln>
        </p:spPr>
        <p:txBody>
          <a:bodyPr vert="horz" wrap="square" lIns="144000" tIns="108000" rIns="144000" bIns="108000" rtlCol="0">
            <a:spAutoFit/>
          </a:bodyPr>
          <a:lstStyle>
            <a:lvl1pPr marL="0" indent="0" algn="l" defTabSz="1218438" rtl="0" eaLnBrk="1" latinLnBrk="0" hangingPunct="1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None/>
              <a:defRPr lang="en-US" sz="2398" b="1" kern="1200" noProof="1" smtClean="0">
                <a:solidFill>
                  <a:schemeClr val="tx1"/>
                </a:solidFill>
                <a:effectLst/>
                <a:latin typeface="Consolas" pitchFamily="49" charset="0"/>
                <a:ea typeface="+mn-ea"/>
                <a:cs typeface="Consolas" pitchFamily="49" charset="0"/>
              </a:defRPr>
            </a:lvl1pPr>
            <a:lvl2pPr marL="803275" indent="-360363" algn="l" defTabSz="1218438" rtl="0" eaLnBrk="1" latinLnBrk="0" hangingPunct="1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 sz="31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55713" indent="-360363" algn="l" defTabSz="1218438" rtl="0" eaLnBrk="1" latinLnBrk="0" hangingPunct="1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 sz="29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00213" indent="-352425" algn="l" defTabSz="1218438" rtl="0" eaLnBrk="1" latinLnBrk="0" hangingPunct="1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 sz="27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8988" indent="-266700" algn="l" defTabSz="1218438" rtl="0" eaLnBrk="1" latinLnBrk="0" hangingPunct="1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 sz="25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0704" indent="-304610" algn="l" defTabSz="1218438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59924" indent="-304610" algn="l" defTabSz="1218438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69143" indent="-304610" algn="l" defTabSz="1218438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78362" indent="-304610" algn="l" defTabSz="1218438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sz="3000" dirty="0">
                <a:latin typeface="Consolas"/>
              </a:rPr>
              <a:t>print()</a:t>
            </a:r>
          </a:p>
          <a:p>
            <a:r>
              <a:rPr lang="en-GB" sz="3000" dirty="0">
                <a:latin typeface="Consolas"/>
              </a:rPr>
              <a:t>input()</a:t>
            </a:r>
          </a:p>
          <a:p>
            <a:r>
              <a:rPr lang="en-GB" sz="3000" dirty="0" err="1">
                <a:latin typeface="Consolas"/>
              </a:rPr>
              <a:t>len</a:t>
            </a:r>
            <a:r>
              <a:rPr lang="en-GB" sz="3000" dirty="0">
                <a:latin typeface="Consolas"/>
              </a:rPr>
              <a:t>()</a:t>
            </a:r>
            <a:endParaRPr lang="bg-BG" sz="3000" dirty="0">
              <a:latin typeface="Consolas"/>
            </a:endParaRPr>
          </a:p>
          <a:p>
            <a:r>
              <a:rPr lang="en-GB" sz="3000" dirty="0">
                <a:latin typeface="Consolas"/>
              </a:rPr>
              <a:t>random()</a:t>
            </a:r>
          </a:p>
          <a:p>
            <a:r>
              <a:rPr lang="en-GB" sz="3000" dirty="0">
                <a:latin typeface="Consolas"/>
              </a:rPr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27782874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48FD556A-3DD1-4FE8-BDE5-FA57DB82E341}"/>
              </a:ext>
            </a:extLst>
          </p:cNvPr>
          <p:cNvSpPr>
            <a:spLocks noGrp="1"/>
          </p:cNvSpPr>
          <p:nvPr>
            <p:ph type="title" sz="quarter" idx="10"/>
          </p:nvPr>
        </p:nvSpPr>
        <p:spPr>
          <a:xfrm>
            <a:off x="615109" y="4704824"/>
            <a:ext cx="10961783" cy="1604175"/>
          </a:xfrm>
        </p:spPr>
        <p:txBody>
          <a:bodyPr/>
          <a:lstStyle/>
          <a:p>
            <a:r>
              <a:rPr lang="ru-RU" dirty="0"/>
              <a:t>Деклариране и извикване на функции</a:t>
            </a:r>
            <a:endParaRPr lang="en-US" dirty="0"/>
          </a:p>
        </p:txBody>
      </p:sp>
      <p:sp>
        <p:nvSpPr>
          <p:cNvPr id="4" name="Text Placeholder 4">
            <a:extLst>
              <a:ext uri="{FF2B5EF4-FFF2-40B4-BE49-F238E27FC236}">
                <a16:creationId xmlns:a16="http://schemas.microsoft.com/office/drawing/2014/main" id="{0DD89D94-F0F2-4B5D-A2DF-8484AF9982CC}"/>
              </a:ext>
            </a:extLst>
          </p:cNvPr>
          <p:cNvSpPr txBox="1">
            <a:spLocks/>
          </p:cNvSpPr>
          <p:nvPr/>
        </p:nvSpPr>
        <p:spPr>
          <a:xfrm>
            <a:off x="4556413" y="1558504"/>
            <a:ext cx="3044670" cy="1981200"/>
          </a:xfrm>
          <a:prstGeom prst="rect">
            <a:avLst/>
          </a:prstGeom>
        </p:spPr>
        <p:txBody>
          <a:bodyPr vert="horz" lIns="108000" tIns="36000" rIns="108000" bIns="36000" rtlCol="0" anchor="ctr">
            <a:noAutofit/>
          </a:bodyPr>
          <a:lstStyle>
            <a:lvl1pPr marL="0" indent="0" algn="ctr" defTabSz="1218438" rtl="0" eaLnBrk="1" latinLnBrk="1" hangingPunct="1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None/>
              <a:defRPr sz="3998" b="1" kern="1200" baseline="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1pPr>
            <a:lvl2pPr marL="989981" indent="-380762" algn="l" defTabSz="1218438" rtl="0" eaLnBrk="1" latinLnBrk="1" hangingPunct="1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 sz="31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048" indent="-304610" algn="l" defTabSz="1218438" rtl="0" eaLnBrk="1" latinLnBrk="1" hangingPunct="1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 sz="29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2267" indent="-304610" algn="l" defTabSz="1218438" rtl="0" eaLnBrk="1" latinLnBrk="1" hangingPunct="1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 sz="27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1485" indent="-304610" algn="l" defTabSz="1218438" rtl="0" eaLnBrk="1" latinLnBrk="1" hangingPunct="1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 sz="25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0704" indent="-304610" algn="l" defTabSz="1218438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59924" indent="-304610" algn="l" defTabSz="1218438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69143" indent="-304610" algn="l" defTabSz="1218438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78362" indent="-304610" algn="l" defTabSz="1218438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3300" spc="50" dirty="0">
                <a:ln w="13500">
                  <a:solidFill>
                    <a:schemeClr val="accent1">
                      <a:shade val="2500"/>
                      <a:alpha val="6500"/>
                    </a:schemeClr>
                  </a:solidFill>
                  <a:prstDash val="solid"/>
                </a:ln>
                <a:solidFill>
                  <a:schemeClr val="accent1">
                    <a:tint val="3000"/>
                    <a:alpha val="95000"/>
                  </a:schemeClr>
                </a:solidFill>
                <a:effectLst>
                  <a:innerShdw blurRad="50900" dist="38500" dir="13500000">
                    <a:srgbClr val="000000">
                      <a:alpha val="60000"/>
                    </a:srgbClr>
                  </a:innerShdw>
                </a:effectLst>
              </a:rPr>
              <a:t>{…}</a:t>
            </a:r>
          </a:p>
        </p:txBody>
      </p:sp>
    </p:spTree>
    <p:extLst>
      <p:ext uri="{BB962C8B-B14F-4D97-AF65-F5344CB8AC3E}">
        <p14:creationId xmlns:p14="http://schemas.microsoft.com/office/powerpoint/2010/main" val="35900764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1FC51D5-DA93-6769-DE1E-29000675D6B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F067CD-8E6B-4360-9AA8-C5DF2A48A6D1}" type="slidenum">
              <a:rPr lang="en-US" noProof="0" smtClean="0"/>
              <a:pPr/>
              <a:t>9</a:t>
            </a:fld>
            <a:endParaRPr lang="en-US" noProof="0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7298688C-EFA9-7CBB-F655-45B9454693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Деклариране на функция</a:t>
            </a:r>
            <a:endParaRPr lang="en-GB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818297B-DA5F-EE6A-152A-29E1A3CCF768}"/>
              </a:ext>
            </a:extLst>
          </p:cNvPr>
          <p:cNvSpPr txBox="1"/>
          <p:nvPr/>
        </p:nvSpPr>
        <p:spPr>
          <a:xfrm>
            <a:off x="1371000" y="3249000"/>
            <a:ext cx="9450000" cy="1271603"/>
          </a:xfrm>
          <a:prstGeom prst="rect">
            <a:avLst/>
          </a:prstGeom>
          <a:solidFill>
            <a:schemeClr val="accent6">
              <a:lumMod val="75000"/>
              <a:alpha val="15000"/>
            </a:schemeClr>
          </a:solidFill>
          <a:ln w="12700">
            <a:solidFill>
              <a:schemeClr val="tx1">
                <a:lumMod val="75000"/>
              </a:schemeClr>
            </a:solidFill>
          </a:ln>
        </p:spPr>
        <p:txBody>
          <a:bodyPr vert="horz" wrap="square" lIns="144000" tIns="108000" rIns="144000" bIns="108000" rtlCol="0">
            <a:spAutoFit/>
          </a:bodyPr>
          <a:lstStyle/>
          <a:p>
            <a:pPr eaLnBrk="0" hangingPunct="0">
              <a:lnSpc>
                <a:spcPct val="110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GB" sz="3200" b="1" dirty="0">
                <a:solidFill>
                  <a:schemeClr val="bg1"/>
                </a:solidFill>
                <a:latin typeface="Consolas" panose="020B0609020204030204" pitchFamily="49" charset="0"/>
              </a:rPr>
              <a:t>def</a:t>
            </a:r>
            <a:r>
              <a:rPr lang="en-GB" sz="3200" b="1" dirty="0">
                <a:latin typeface="Consolas" panose="020B0609020204030204" pitchFamily="49" charset="0"/>
              </a:rPr>
              <a:t> </a:t>
            </a:r>
            <a:r>
              <a:rPr lang="en-GB" sz="3200" b="1" dirty="0">
                <a:solidFill>
                  <a:srgbClr val="FF0000"/>
                </a:solidFill>
                <a:latin typeface="Consolas" panose="020B0609020204030204" pitchFamily="49" charset="0"/>
              </a:rPr>
              <a:t>greet</a:t>
            </a:r>
            <a:r>
              <a:rPr lang="en-GB" sz="3200" b="1" dirty="0">
                <a:latin typeface="Consolas" panose="020B0609020204030204" pitchFamily="49" charset="0"/>
              </a:rPr>
              <a:t>(</a:t>
            </a:r>
            <a:r>
              <a:rPr lang="en-GB" sz="3200" b="1" dirty="0">
                <a:solidFill>
                  <a:schemeClr val="accent2"/>
                </a:solidFill>
                <a:latin typeface="Consolas" panose="020B0609020204030204" pitchFamily="49" charset="0"/>
              </a:rPr>
              <a:t>name</a:t>
            </a:r>
            <a:r>
              <a:rPr lang="en-GB" sz="3200" b="1" dirty="0">
                <a:latin typeface="Consolas" panose="020B0609020204030204" pitchFamily="49" charset="0"/>
              </a:rPr>
              <a:t>,</a:t>
            </a:r>
            <a:r>
              <a:rPr lang="en-GB" sz="3200" b="1" dirty="0">
                <a:solidFill>
                  <a:srgbClr val="00B050"/>
                </a:solidFill>
                <a:latin typeface="Consolas" panose="020B0609020204030204" pitchFamily="49" charset="0"/>
              </a:rPr>
              <a:t> age</a:t>
            </a:r>
            <a:r>
              <a:rPr lang="en-GB" sz="3200" b="1" dirty="0">
                <a:latin typeface="Consolas" panose="020B0609020204030204" pitchFamily="49" charset="0"/>
              </a:rPr>
              <a:t>):</a:t>
            </a:r>
          </a:p>
          <a:p>
            <a:pPr eaLnBrk="0" hangingPunct="0">
              <a:lnSpc>
                <a:spcPct val="110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bg-BG" sz="3200" b="1" dirty="0">
                <a:latin typeface="Consolas" panose="020B0609020204030204" pitchFamily="49" charset="0"/>
              </a:rPr>
              <a:t>	</a:t>
            </a:r>
            <a:r>
              <a:rPr lang="en-GB" sz="3200" b="1" dirty="0">
                <a:latin typeface="Consolas" panose="020B0609020204030204" pitchFamily="49" charset="0"/>
              </a:rPr>
              <a:t>print(f"</a:t>
            </a:r>
            <a:r>
              <a:rPr lang="bg-BG" sz="3200" b="1" dirty="0">
                <a:latin typeface="Consolas" panose="020B0609020204030204" pitchFamily="49" charset="0"/>
              </a:rPr>
              <a:t>Здравей, </a:t>
            </a:r>
            <a:r>
              <a:rPr lang="en-GB" sz="3200" b="1" dirty="0">
                <a:latin typeface="Consolas" panose="020B0609020204030204" pitchFamily="49" charset="0"/>
              </a:rPr>
              <a:t>{</a:t>
            </a:r>
            <a:r>
              <a:rPr lang="en-GB" sz="3200" b="1" dirty="0">
                <a:solidFill>
                  <a:schemeClr val="accent2"/>
                </a:solidFill>
                <a:latin typeface="Consolas" panose="020B0609020204030204" pitchFamily="49" charset="0"/>
              </a:rPr>
              <a:t>name</a:t>
            </a:r>
            <a:r>
              <a:rPr lang="en-GB" sz="3200" b="1" dirty="0">
                <a:latin typeface="Consolas" panose="020B0609020204030204" pitchFamily="49" charset="0"/>
              </a:rPr>
              <a:t>}</a:t>
            </a:r>
            <a:r>
              <a:rPr lang="bg-BG" sz="3200" b="1" dirty="0">
                <a:latin typeface="Consolas" panose="020B0609020204030204" pitchFamily="49" charset="0"/>
              </a:rPr>
              <a:t> – </a:t>
            </a:r>
            <a:r>
              <a:rPr lang="en-GB" sz="3200" b="1" dirty="0">
                <a:latin typeface="Consolas" panose="020B0609020204030204" pitchFamily="49" charset="0"/>
              </a:rPr>
              <a:t>{</a:t>
            </a:r>
            <a:r>
              <a:rPr lang="en-GB" sz="3200" b="1" dirty="0">
                <a:solidFill>
                  <a:schemeClr val="accent2"/>
                </a:solidFill>
                <a:latin typeface="Consolas" panose="020B0609020204030204" pitchFamily="49" charset="0"/>
              </a:rPr>
              <a:t>age</a:t>
            </a:r>
            <a:r>
              <a:rPr lang="en-GB" sz="3200" b="1" dirty="0">
                <a:latin typeface="Consolas" panose="020B0609020204030204" pitchFamily="49" charset="0"/>
              </a:rPr>
              <a:t>} </a:t>
            </a:r>
            <a:r>
              <a:rPr lang="bg-BG" sz="3200" b="1" dirty="0">
                <a:latin typeface="Consolas" panose="020B0609020204030204" pitchFamily="49" charset="0"/>
              </a:rPr>
              <a:t>г.</a:t>
            </a:r>
            <a:r>
              <a:rPr lang="en-GB" sz="3200" b="1" dirty="0">
                <a:latin typeface="Consolas" panose="020B0609020204030204" pitchFamily="49" charset="0"/>
              </a:rPr>
              <a:t>")</a:t>
            </a:r>
          </a:p>
        </p:txBody>
      </p:sp>
      <p:sp>
        <p:nvSpPr>
          <p:cNvPr id="8" name="Speech Bubble: Rectangle with Corners Rounded 7">
            <a:extLst>
              <a:ext uri="{FF2B5EF4-FFF2-40B4-BE49-F238E27FC236}">
                <a16:creationId xmlns:a16="http://schemas.microsoft.com/office/drawing/2014/main" id="{CE584FCB-E26D-F6E9-E316-809D995A0FA8}"/>
              </a:ext>
            </a:extLst>
          </p:cNvPr>
          <p:cNvSpPr/>
          <p:nvPr/>
        </p:nvSpPr>
        <p:spPr bwMode="auto">
          <a:xfrm>
            <a:off x="291000" y="4676187"/>
            <a:ext cx="4095000" cy="1620000"/>
          </a:xfrm>
          <a:prstGeom prst="wedgeRoundRectCallout">
            <a:avLst>
              <a:gd name="adj1" fmla="val -14513"/>
              <a:gd name="adj2" fmla="val -97248"/>
              <a:gd name="adj3" fmla="val 16667"/>
            </a:avLst>
          </a:prstGeom>
          <a:solidFill>
            <a:schemeClr val="dk2">
              <a:alpha val="80000"/>
            </a:schemeClr>
          </a:solidFill>
          <a:ln w="19050">
            <a:solidFill>
              <a:schemeClr val="tx1">
                <a:lumMod val="75000"/>
                <a:alpha val="8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001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ru-RU" sz="28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В Python функция се дефинира с ключовата дума </a:t>
            </a:r>
            <a:r>
              <a:rPr lang="ru-RU" sz="2800" b="1" dirty="0">
                <a:solidFill>
                  <a:schemeClr val="accent1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def</a:t>
            </a:r>
            <a:endParaRPr lang="en-GB" sz="2800" b="1" dirty="0">
              <a:solidFill>
                <a:schemeClr val="accent1">
                  <a:lumMod val="60000"/>
                  <a:lumOff val="4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9" name="Speech Bubble: Rectangle with Corners Rounded 8">
            <a:extLst>
              <a:ext uri="{FF2B5EF4-FFF2-40B4-BE49-F238E27FC236}">
                <a16:creationId xmlns:a16="http://schemas.microsoft.com/office/drawing/2014/main" id="{0C0D027B-EDB8-8FF4-485D-19B67192EAF3}"/>
              </a:ext>
            </a:extLst>
          </p:cNvPr>
          <p:cNvSpPr/>
          <p:nvPr/>
        </p:nvSpPr>
        <p:spPr bwMode="auto">
          <a:xfrm>
            <a:off x="1101000" y="1736780"/>
            <a:ext cx="2610000" cy="1139899"/>
          </a:xfrm>
          <a:prstGeom prst="wedgeRoundRectCallout">
            <a:avLst>
              <a:gd name="adj1" fmla="val 18183"/>
              <a:gd name="adj2" fmla="val 99635"/>
              <a:gd name="adj3" fmla="val 16667"/>
            </a:avLst>
          </a:prstGeom>
          <a:solidFill>
            <a:schemeClr val="dk2">
              <a:alpha val="80000"/>
            </a:schemeClr>
          </a:solidFill>
          <a:ln w="19050">
            <a:solidFill>
              <a:schemeClr val="tx1">
                <a:lumMod val="75000"/>
                <a:alpha val="8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001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ru-RU" sz="28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Следва името на функцията</a:t>
            </a:r>
            <a:endParaRPr lang="en-GB" sz="2800" b="1" dirty="0">
              <a:solidFill>
                <a:schemeClr val="accent1">
                  <a:lumMod val="60000"/>
                  <a:lumOff val="4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0" name="Speech Bubble: Rectangle with Corners Rounded 9">
            <a:extLst>
              <a:ext uri="{FF2B5EF4-FFF2-40B4-BE49-F238E27FC236}">
                <a16:creationId xmlns:a16="http://schemas.microsoft.com/office/drawing/2014/main" id="{B9A7B5C8-C3D8-C595-EE73-26CD41CC881B}"/>
              </a:ext>
            </a:extLst>
          </p:cNvPr>
          <p:cNvSpPr/>
          <p:nvPr/>
        </p:nvSpPr>
        <p:spPr bwMode="auto">
          <a:xfrm>
            <a:off x="4881000" y="1355725"/>
            <a:ext cx="4140000" cy="1520954"/>
          </a:xfrm>
          <a:prstGeom prst="wedgeRoundRectCallout">
            <a:avLst>
              <a:gd name="adj1" fmla="val -63002"/>
              <a:gd name="adj2" fmla="val 86978"/>
              <a:gd name="adj3" fmla="val 16667"/>
            </a:avLst>
          </a:prstGeom>
          <a:solidFill>
            <a:schemeClr val="dk2">
              <a:alpha val="80000"/>
            </a:schemeClr>
          </a:solidFill>
          <a:ln w="19050">
            <a:solidFill>
              <a:schemeClr val="tx1">
                <a:lumMod val="75000"/>
                <a:alpha val="8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001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2800" b="1" dirty="0">
              <a:solidFill>
                <a:schemeClr val="accent1">
                  <a:lumMod val="60000"/>
                  <a:lumOff val="4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1" name="Speech Bubble: Rectangle with Corners Rounded 10">
            <a:extLst>
              <a:ext uri="{FF2B5EF4-FFF2-40B4-BE49-F238E27FC236}">
                <a16:creationId xmlns:a16="http://schemas.microsoft.com/office/drawing/2014/main" id="{2E70EBC9-C183-3548-270A-E8472F1CBAB8}"/>
              </a:ext>
            </a:extLst>
          </p:cNvPr>
          <p:cNvSpPr/>
          <p:nvPr/>
        </p:nvSpPr>
        <p:spPr bwMode="auto">
          <a:xfrm>
            <a:off x="4881000" y="1355725"/>
            <a:ext cx="4140000" cy="1520954"/>
          </a:xfrm>
          <a:prstGeom prst="wedgeRoundRectCallout">
            <a:avLst>
              <a:gd name="adj1" fmla="val -34873"/>
              <a:gd name="adj2" fmla="val 87545"/>
              <a:gd name="adj3" fmla="val 16667"/>
            </a:avLst>
          </a:prstGeom>
          <a:solidFill>
            <a:schemeClr val="dk2">
              <a:alpha val="80000"/>
            </a:schemeClr>
          </a:solidFill>
          <a:ln w="19050">
            <a:solidFill>
              <a:schemeClr val="tx1">
                <a:lumMod val="75000"/>
                <a:alpha val="8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001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bg-BG" sz="28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В скобите могат да се поставят различни параметри</a:t>
            </a:r>
            <a:endParaRPr lang="en-GB" sz="2800" b="1" dirty="0">
              <a:solidFill>
                <a:schemeClr val="accent1">
                  <a:lumMod val="60000"/>
                  <a:lumOff val="4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6BBFDAF-F6B9-DC90-543C-35195C425431}"/>
              </a:ext>
            </a:extLst>
          </p:cNvPr>
          <p:cNvSpPr/>
          <p:nvPr/>
        </p:nvSpPr>
        <p:spPr bwMode="auto">
          <a:xfrm>
            <a:off x="2338500" y="3884801"/>
            <a:ext cx="8482500" cy="635802"/>
          </a:xfrm>
          <a:prstGeom prst="rect">
            <a:avLst/>
          </a:prstGeom>
          <a:noFill/>
          <a:ln w="38100">
            <a:solidFill>
              <a:schemeClr val="tx1">
                <a:lumMod val="75000"/>
                <a:alpha val="80000"/>
              </a:schemeClr>
            </a:solidFill>
            <a:prstDash val="sysDash"/>
          </a:ln>
          <a:effectLst/>
        </p:spPr>
        <p:style>
          <a:lnRef idx="2">
            <a:schemeClr val="accent1">
              <a:shade val="50000"/>
            </a:schemeClr>
          </a:lnRef>
          <a:fillRef idx="1001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2800" b="1" dirty="0"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3" name="Speech Bubble: Rectangle with Corners Rounded 12">
            <a:extLst>
              <a:ext uri="{FF2B5EF4-FFF2-40B4-BE49-F238E27FC236}">
                <a16:creationId xmlns:a16="http://schemas.microsoft.com/office/drawing/2014/main" id="{B97918BB-325B-A84E-AB67-A7A41084B046}"/>
              </a:ext>
            </a:extLst>
          </p:cNvPr>
          <p:cNvSpPr/>
          <p:nvPr/>
        </p:nvSpPr>
        <p:spPr bwMode="auto">
          <a:xfrm>
            <a:off x="6006000" y="4882498"/>
            <a:ext cx="4545000" cy="1614076"/>
          </a:xfrm>
          <a:prstGeom prst="wedgeRoundRectCallout">
            <a:avLst>
              <a:gd name="adj1" fmla="val -27277"/>
              <a:gd name="adj2" fmla="val -67961"/>
              <a:gd name="adj3" fmla="val 16667"/>
            </a:avLst>
          </a:prstGeom>
          <a:solidFill>
            <a:schemeClr val="dk2">
              <a:alpha val="80000"/>
            </a:schemeClr>
          </a:solidFill>
          <a:ln w="19050">
            <a:solidFill>
              <a:schemeClr val="tx1">
                <a:lumMod val="75000"/>
                <a:alpha val="8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001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bg-BG" sz="2800" b="1" dirty="0">
                <a:solidFill>
                  <a:schemeClr val="accent1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Тяло на функцията </a:t>
            </a:r>
            <a:r>
              <a:rPr lang="bg-BG" sz="28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– кодът, който искаме функцията да изпълнява</a:t>
            </a:r>
            <a:endParaRPr lang="en-GB" sz="2800" b="1" dirty="0"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4108964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lide Number">
            <a:extLst>
              <a:ext uri="{FF2B5EF4-FFF2-40B4-BE49-F238E27FC236}">
                <a16:creationId xmlns:a16="http://schemas.microsoft.com/office/drawing/2014/main" id="{6AC50AC8-FCC0-4810-9DEB-427577B52B3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noProof="0" smtClean="0"/>
              <a:pPr/>
              <a:t>10</a:t>
            </a:fld>
            <a:endParaRPr lang="en-US" noProof="0" dirty="0"/>
          </a:p>
        </p:txBody>
      </p:sp>
      <p:sp>
        <p:nvSpPr>
          <p:cNvPr id="3" name="Content Placeholder 2"/>
          <p:cNvSpPr>
            <a:spLocks noGrp="1"/>
          </p:cNvSpPr>
          <p:nvPr>
            <p:ph type="body" sz="quarter" idx="10"/>
          </p:nvPr>
        </p:nvSpPr>
        <p:spPr>
          <a:xfrm>
            <a:off x="190402" y="1196125"/>
            <a:ext cx="11818096" cy="4347876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ru-RU" sz="3600" dirty="0">
                <a:latin typeface="+mj-lt"/>
              </a:rPr>
              <a:t>Функциите </a:t>
            </a:r>
            <a:r>
              <a:rPr lang="ru-RU" sz="3600" b="1" dirty="0">
                <a:latin typeface="+mj-lt"/>
              </a:rPr>
              <a:t>първо</a:t>
            </a:r>
            <a:r>
              <a:rPr lang="ru-RU" sz="3600" dirty="0">
                <a:latin typeface="+mj-lt"/>
              </a:rPr>
              <a:t> се </a:t>
            </a:r>
            <a:r>
              <a:rPr lang="ru-RU" sz="3600" b="1" dirty="0">
                <a:latin typeface="+mj-lt"/>
              </a:rPr>
              <a:t>декларират</a:t>
            </a:r>
            <a:r>
              <a:rPr lang="ru-RU" sz="3600" dirty="0">
                <a:latin typeface="+mj-lt"/>
              </a:rPr>
              <a:t>, след това се </a:t>
            </a:r>
            <a:r>
              <a:rPr lang="ru-RU" sz="3600" b="1" dirty="0">
                <a:latin typeface="+mj-lt"/>
              </a:rPr>
              <a:t>извикват</a:t>
            </a:r>
            <a:endParaRPr lang="en-US" sz="3600" b="1" dirty="0">
              <a:latin typeface="+mj-lt"/>
            </a:endParaRP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Извикване на функция (1)</a:t>
            </a:r>
            <a:endParaRPr lang="en-US" dirty="0"/>
          </a:p>
        </p:txBody>
      </p:sp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696001" y="1944000"/>
            <a:ext cx="5579999" cy="1030845"/>
          </a:xfrm>
          <a:prstGeom prst="rect">
            <a:avLst/>
          </a:prstGeom>
          <a:solidFill>
            <a:srgbClr val="A3ABBC">
              <a:alpha val="15000"/>
            </a:srgb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 lIns="180000" tIns="36000" rIns="180000" bIns="72000">
            <a:spAutoFit/>
          </a:bodyPr>
          <a:lstStyle/>
          <a:p>
            <a:pPr eaLnBrk="0" hangingPunct="0">
              <a:lnSpc>
                <a:spcPct val="110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800" b="1" noProof="1">
                <a:latin typeface="Consolas" pitchFamily="49" charset="0"/>
              </a:rPr>
              <a:t>def</a:t>
            </a:r>
            <a:r>
              <a:rPr lang="en-US" sz="2800" b="1" noProof="1">
                <a:solidFill>
                  <a:schemeClr val="bg1"/>
                </a:solidFill>
                <a:latin typeface="Consolas" pitchFamily="49" charset="0"/>
              </a:rPr>
              <a:t> print_header()</a:t>
            </a:r>
            <a:r>
              <a:rPr lang="en-US" sz="2800" b="1" noProof="1">
                <a:latin typeface="Consolas" pitchFamily="49" charset="0"/>
              </a:rPr>
              <a:t>:</a:t>
            </a:r>
          </a:p>
          <a:p>
            <a:pPr eaLnBrk="0" hangingPunct="0">
              <a:lnSpc>
                <a:spcPct val="110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800" b="1" noProof="1">
                <a:latin typeface="Consolas" pitchFamily="49" charset="0"/>
              </a:rPr>
              <a:t>  print("This is header")</a:t>
            </a:r>
          </a:p>
        </p:txBody>
      </p:sp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696001" y="4566196"/>
            <a:ext cx="5579999" cy="630000"/>
          </a:xfrm>
          <a:prstGeom prst="rect">
            <a:avLst/>
          </a:prstGeom>
          <a:solidFill>
            <a:srgbClr val="A3ABBC">
              <a:alpha val="15000"/>
            </a:srgb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 lIns="144000" tIns="36000" rIns="144000" bIns="36000">
            <a:noAutofit/>
          </a:bodyPr>
          <a:lstStyle/>
          <a:p>
            <a:pPr eaLnBrk="0" hangingPunct="0">
              <a:lnSpc>
                <a:spcPct val="110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800" b="1" noProof="1">
                <a:solidFill>
                  <a:schemeClr val="bg1"/>
                </a:solidFill>
                <a:latin typeface="Consolas" pitchFamily="49" charset="0"/>
              </a:rPr>
              <a:t>print_header()</a:t>
            </a:r>
            <a:endParaRPr lang="en-US" sz="2800" b="1" noProof="1">
              <a:latin typeface="Consolas" pitchFamily="49" charset="0"/>
            </a:endParaRPr>
          </a:p>
          <a:p>
            <a:pPr eaLnBrk="0" hangingPunct="0">
              <a:lnSpc>
                <a:spcPct val="110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endParaRPr lang="en-US" sz="2800" b="1" noProof="1">
              <a:latin typeface="Consolas" pitchFamily="49" charset="0"/>
            </a:endParaRPr>
          </a:p>
        </p:txBody>
      </p:sp>
      <p:sp>
        <p:nvSpPr>
          <p:cNvPr id="10" name="AutoShape 23"/>
          <p:cNvSpPr>
            <a:spLocks noChangeArrowheads="1"/>
          </p:cNvSpPr>
          <p:nvPr/>
        </p:nvSpPr>
        <p:spPr bwMode="auto">
          <a:xfrm>
            <a:off x="6456000" y="1973074"/>
            <a:ext cx="3015000" cy="1055608"/>
          </a:xfrm>
          <a:prstGeom prst="wedgeRoundRectCallout">
            <a:avLst>
              <a:gd name="adj1" fmla="val -61083"/>
              <a:gd name="adj2" fmla="val -24018"/>
              <a:gd name="adj3" fmla="val 16667"/>
            </a:avLst>
          </a:prstGeom>
          <a:solidFill>
            <a:schemeClr val="dk2">
              <a:alpha val="80000"/>
            </a:schemeClr>
          </a:solidFill>
          <a:ln w="19050">
            <a:solidFill>
              <a:schemeClr val="tx1">
                <a:lumMod val="75000"/>
                <a:alpha val="8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001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ctr" eaLnBrk="0" hangingPunct="0"/>
            <a:r>
              <a:rPr lang="bg-BG" sz="28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Деклариране на функции</a:t>
            </a:r>
          </a:p>
        </p:txBody>
      </p:sp>
      <p:sp>
        <p:nvSpPr>
          <p:cNvPr id="11" name="AutoShape 23"/>
          <p:cNvSpPr>
            <a:spLocks noChangeArrowheads="1"/>
          </p:cNvSpPr>
          <p:nvPr/>
        </p:nvSpPr>
        <p:spPr bwMode="auto">
          <a:xfrm>
            <a:off x="6456000" y="4668392"/>
            <a:ext cx="2700000" cy="1055608"/>
          </a:xfrm>
          <a:prstGeom prst="wedgeRoundRectCallout">
            <a:avLst>
              <a:gd name="adj1" fmla="val -64267"/>
              <a:gd name="adj2" fmla="val -20500"/>
              <a:gd name="adj3" fmla="val 16667"/>
            </a:avLst>
          </a:prstGeom>
          <a:solidFill>
            <a:schemeClr val="dk2">
              <a:alpha val="80000"/>
            </a:schemeClr>
          </a:solidFill>
          <a:ln w="19050">
            <a:solidFill>
              <a:schemeClr val="tx1">
                <a:lumMod val="75000"/>
                <a:alpha val="8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001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ctr" eaLnBrk="0" hangingPunct="0"/>
            <a:r>
              <a:rPr lang="bg-BG" sz="28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Извикване на функция</a:t>
            </a:r>
            <a:endParaRPr lang="en-US" sz="2800" b="1" dirty="0"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4E6DD39E-A750-CBC5-CA16-B1638AA479FD}"/>
              </a:ext>
            </a:extLst>
          </p:cNvPr>
          <p:cNvSpPr txBox="1">
            <a:spLocks/>
          </p:cNvSpPr>
          <p:nvPr/>
        </p:nvSpPr>
        <p:spPr>
          <a:xfrm>
            <a:off x="190402" y="3225787"/>
            <a:ext cx="11755598" cy="1538422"/>
          </a:xfrm>
          <a:prstGeom prst="rect">
            <a:avLst/>
          </a:prstGeom>
        </p:spPr>
        <p:txBody>
          <a:bodyPr vert="horz" lIns="108000" tIns="36000" rIns="108000" bIns="36000" rtlCol="0">
            <a:normAutofit/>
          </a:bodyPr>
          <a:lstStyle>
            <a:lvl1pPr marL="360363" indent="-360363" algn="l" defTabSz="1218438" rtl="0" eaLnBrk="1" latinLnBrk="0" hangingPunct="1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 sz="33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3275" indent="-360363" algn="l" defTabSz="1218438" rtl="0" eaLnBrk="1" latinLnBrk="0" hangingPunct="1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 sz="31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55713" indent="-360363" algn="l" defTabSz="1218438" rtl="0" eaLnBrk="1" latinLnBrk="0" hangingPunct="1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 sz="29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00213" indent="-352425" algn="l" defTabSz="1218438" rtl="0" eaLnBrk="1" latinLnBrk="0" hangingPunct="1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 sz="27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8988" indent="-266700" algn="l" defTabSz="1218438" rtl="0" eaLnBrk="1" latinLnBrk="0" hangingPunct="1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 sz="25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0704" indent="-304610" algn="l" defTabSz="1218438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59924" indent="-304610" algn="l" defTabSz="1218438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69143" indent="-304610" algn="l" defTabSz="1218438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78362" indent="-304610" algn="l" defTabSz="1218438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spcBef>
                <a:spcPts val="1800"/>
              </a:spcBef>
              <a:buClr>
                <a:schemeClr val="tx1"/>
              </a:buClr>
            </a:pPr>
            <a:r>
              <a:rPr lang="ru-RU" sz="3600" dirty="0">
                <a:latin typeface="+mj-lt"/>
              </a:rPr>
              <a:t>Функциите могат да бъдат използвани (</a:t>
            </a:r>
            <a:r>
              <a:rPr lang="ru-RU" sz="3600" b="1" dirty="0">
                <a:latin typeface="+mj-lt"/>
              </a:rPr>
              <a:t>извиквани</a:t>
            </a:r>
            <a:r>
              <a:rPr lang="ru-RU" sz="3600" dirty="0">
                <a:latin typeface="+mj-lt"/>
              </a:rPr>
              <a:t>) чрез тяхното име</a:t>
            </a:r>
            <a:endParaRPr lang="en-US" sz="3600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42534700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9" grpId="0" animBg="1"/>
      <p:bldP spid="10" grpId="0" animBg="1"/>
      <p:bldP spid="11" grpId="0" animBg="1"/>
      <p:bldP spid="2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">
            <a:extLst>
              <a:ext uri="{FF2B5EF4-FFF2-40B4-BE49-F238E27FC236}">
                <a16:creationId xmlns:a16="http://schemas.microsoft.com/office/drawing/2014/main" id="{4D0943DD-63E8-49BF-9CDF-77F72753C8F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noProof="0" smtClean="0"/>
              <a:pPr/>
              <a:t>11</a:t>
            </a:fld>
            <a:endParaRPr lang="en-US" noProof="0" dirty="0"/>
          </a:p>
        </p:txBody>
      </p:sp>
      <p:sp>
        <p:nvSpPr>
          <p:cNvPr id="7" name="Content Placeholder 6"/>
          <p:cNvSpPr>
            <a:spLocks noGrp="1"/>
          </p:cNvSpPr>
          <p:nvPr>
            <p:ph type="body" sz="quarter" idx="10"/>
          </p:nvPr>
        </p:nvSpPr>
        <p:spPr>
          <a:xfrm>
            <a:off x="190402" y="1196125"/>
            <a:ext cx="11818096" cy="1332875"/>
          </a:xfrm>
        </p:spPr>
        <p:txBody>
          <a:bodyPr>
            <a:normAutofit/>
          </a:bodyPr>
          <a:lstStyle/>
          <a:p>
            <a:r>
              <a:rPr lang="ru-RU" sz="3600" dirty="0"/>
              <a:t>Функция може да бъде извикана от:</a:t>
            </a:r>
          </a:p>
          <a:p>
            <a:pPr lvl="1"/>
            <a:r>
              <a:rPr lang="bg-BG" sz="3200" dirty="0"/>
              <a:t>Други функции</a:t>
            </a:r>
            <a:endParaRPr lang="en-US" sz="3200" dirty="0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Извикване на функция (2)</a:t>
            </a:r>
            <a:endParaRPr lang="en-US" dirty="0"/>
          </a:p>
        </p:txBody>
      </p:sp>
      <p:sp>
        <p:nvSpPr>
          <p:cNvPr id="22" name="Rectangle 21"/>
          <p:cNvSpPr>
            <a:spLocks noChangeArrowheads="1"/>
          </p:cNvSpPr>
          <p:nvPr/>
        </p:nvSpPr>
        <p:spPr bwMode="auto">
          <a:xfrm>
            <a:off x="1146000" y="2614401"/>
            <a:ext cx="4868124" cy="1532675"/>
          </a:xfrm>
          <a:prstGeom prst="rect">
            <a:avLst/>
          </a:prstGeom>
          <a:solidFill>
            <a:srgbClr val="A3ABBC">
              <a:alpha val="15000"/>
            </a:srgb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 lIns="144000" tIns="36000" rIns="144000" bIns="36000">
            <a:noAutofit/>
          </a:bodyPr>
          <a:lstStyle/>
          <a:p>
            <a:pPr eaLnBrk="0" hangingPunct="0">
              <a:lnSpc>
                <a:spcPct val="110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600" b="1" noProof="1">
                <a:latin typeface="Consolas" pitchFamily="49" charset="0"/>
              </a:rPr>
              <a:t>def print_header():</a:t>
            </a:r>
          </a:p>
          <a:p>
            <a:pPr eaLnBrk="0" hangingPunct="0">
              <a:lnSpc>
                <a:spcPct val="110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600" b="1" noProof="1">
                <a:solidFill>
                  <a:srgbClr val="234465"/>
                </a:solidFill>
                <a:latin typeface="Consolas" pitchFamily="49" charset="0"/>
              </a:rPr>
              <a:t>   </a:t>
            </a:r>
            <a:r>
              <a:rPr lang="en-US" sz="2600" b="1" noProof="1">
                <a:solidFill>
                  <a:schemeClr val="bg1"/>
                </a:solidFill>
                <a:latin typeface="Consolas" pitchFamily="49" charset="0"/>
              </a:rPr>
              <a:t>print_header_top()</a:t>
            </a:r>
          </a:p>
          <a:p>
            <a:pPr eaLnBrk="0" hangingPunct="0">
              <a:lnSpc>
                <a:spcPct val="110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600" b="1" noProof="1">
                <a:solidFill>
                  <a:srgbClr val="234465"/>
                </a:solidFill>
                <a:latin typeface="Consolas" pitchFamily="49" charset="0"/>
              </a:rPr>
              <a:t>   </a:t>
            </a:r>
            <a:r>
              <a:rPr lang="en-US" sz="2600" b="1" noProof="1">
                <a:solidFill>
                  <a:schemeClr val="bg1"/>
                </a:solidFill>
                <a:latin typeface="Consolas" pitchFamily="49" charset="0"/>
              </a:rPr>
              <a:t>print_header_bottom()</a:t>
            </a:r>
            <a:endParaRPr lang="en-US" sz="2600" b="1" noProof="1">
              <a:latin typeface="Consolas" pitchFamily="49" charset="0"/>
            </a:endParaRPr>
          </a:p>
          <a:p>
            <a:pPr eaLnBrk="0" hangingPunct="0">
              <a:lnSpc>
                <a:spcPct val="110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endParaRPr lang="en-US" sz="2600" b="1" noProof="1">
              <a:latin typeface="Consolas" pitchFamily="49" charset="0"/>
            </a:endParaRPr>
          </a:p>
        </p:txBody>
      </p:sp>
      <p:sp>
        <p:nvSpPr>
          <p:cNvPr id="8" name="Rectangle 7"/>
          <p:cNvSpPr>
            <a:spLocks noChangeArrowheads="1"/>
          </p:cNvSpPr>
          <p:nvPr/>
        </p:nvSpPr>
        <p:spPr bwMode="auto">
          <a:xfrm>
            <a:off x="1146000" y="5094001"/>
            <a:ext cx="4868124" cy="952944"/>
          </a:xfrm>
          <a:prstGeom prst="rect">
            <a:avLst/>
          </a:prstGeom>
          <a:solidFill>
            <a:srgbClr val="A3ABBC">
              <a:alpha val="15000"/>
            </a:srgb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 lIns="144000" tIns="36000" rIns="144000" bIns="36000">
            <a:spAutoFit/>
          </a:bodyPr>
          <a:lstStyle/>
          <a:p>
            <a:pPr eaLnBrk="0" hangingPunct="0">
              <a:lnSpc>
                <a:spcPct val="110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600" b="1" noProof="1">
                <a:latin typeface="Consolas" pitchFamily="49" charset="0"/>
              </a:rPr>
              <a:t>def</a:t>
            </a:r>
            <a:r>
              <a:rPr lang="en-US" sz="2600" b="1" noProof="1">
                <a:solidFill>
                  <a:srgbClr val="234465"/>
                </a:solidFill>
                <a:latin typeface="Consolas" pitchFamily="49" charset="0"/>
              </a:rPr>
              <a:t> </a:t>
            </a:r>
            <a:r>
              <a:rPr lang="en-US" sz="2600" b="1" noProof="1">
                <a:latin typeface="Consolas" pitchFamily="49" charset="0"/>
              </a:rPr>
              <a:t>crash():</a:t>
            </a:r>
          </a:p>
          <a:p>
            <a:pPr eaLnBrk="0" hangingPunct="0">
              <a:lnSpc>
                <a:spcPct val="110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600" b="1" noProof="1">
                <a:solidFill>
                  <a:srgbClr val="234465"/>
                </a:solidFill>
                <a:latin typeface="Consolas" pitchFamily="49" charset="0"/>
              </a:rPr>
              <a:t>   </a:t>
            </a:r>
            <a:r>
              <a:rPr lang="en-US" sz="2600" b="1" noProof="1">
                <a:solidFill>
                  <a:schemeClr val="bg1"/>
                </a:solidFill>
                <a:latin typeface="Consolas" pitchFamily="49" charset="0"/>
              </a:rPr>
              <a:t>crash()</a:t>
            </a:r>
            <a:endParaRPr lang="en-US" sz="2600" b="1" noProof="1">
              <a:latin typeface="Consolas" pitchFamily="49" charset="0"/>
            </a:endParaRPr>
          </a:p>
        </p:txBody>
      </p:sp>
      <p:sp>
        <p:nvSpPr>
          <p:cNvPr id="2" name="Speech Bubble: Rectangle with Corners Rounded 1">
            <a:extLst>
              <a:ext uri="{FF2B5EF4-FFF2-40B4-BE49-F238E27FC236}">
                <a16:creationId xmlns:a16="http://schemas.microsoft.com/office/drawing/2014/main" id="{96A38DFF-2E12-4062-9B7C-38E7DF4348DD}"/>
              </a:ext>
            </a:extLst>
          </p:cNvPr>
          <p:cNvSpPr/>
          <p:nvPr/>
        </p:nvSpPr>
        <p:spPr bwMode="auto">
          <a:xfrm>
            <a:off x="6195550" y="2920346"/>
            <a:ext cx="3596709" cy="1017308"/>
          </a:xfrm>
          <a:prstGeom prst="wedgeRoundRectCallout">
            <a:avLst>
              <a:gd name="adj1" fmla="val -59543"/>
              <a:gd name="adj2" fmla="val 11474"/>
              <a:gd name="adj3" fmla="val 16667"/>
            </a:avLst>
          </a:prstGeom>
          <a:solidFill>
            <a:schemeClr val="dk2">
              <a:alpha val="80000"/>
            </a:schemeClr>
          </a:solidFill>
          <a:ln w="19050">
            <a:solidFill>
              <a:schemeClr val="tx1">
                <a:lumMod val="75000"/>
                <a:alpha val="8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001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bg-BG" sz="28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Функция, извикваща други функции</a:t>
            </a:r>
          </a:p>
        </p:txBody>
      </p:sp>
      <p:sp>
        <p:nvSpPr>
          <p:cNvPr id="13" name="Speech Bubble: Rectangle with Corners Rounded 12">
            <a:extLst>
              <a:ext uri="{FF2B5EF4-FFF2-40B4-BE49-F238E27FC236}">
                <a16:creationId xmlns:a16="http://schemas.microsoft.com/office/drawing/2014/main" id="{16580007-0FF0-4E53-8850-788AF2AD8407}"/>
              </a:ext>
            </a:extLst>
          </p:cNvPr>
          <p:cNvSpPr/>
          <p:nvPr/>
        </p:nvSpPr>
        <p:spPr bwMode="auto">
          <a:xfrm>
            <a:off x="6195550" y="5046391"/>
            <a:ext cx="3191710" cy="1022494"/>
          </a:xfrm>
          <a:prstGeom prst="wedgeRoundRectCallout">
            <a:avLst>
              <a:gd name="adj1" fmla="val -59543"/>
              <a:gd name="adj2" fmla="val 11474"/>
              <a:gd name="adj3" fmla="val 16667"/>
            </a:avLst>
          </a:prstGeom>
          <a:solidFill>
            <a:schemeClr val="dk2">
              <a:alpha val="80000"/>
            </a:schemeClr>
          </a:solidFill>
          <a:ln w="19050">
            <a:solidFill>
              <a:schemeClr val="tx1">
                <a:lumMod val="75000"/>
                <a:alpha val="8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001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ru-RU" sz="28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Функция, която се извиква сама</a:t>
            </a:r>
            <a:endParaRPr lang="bg-BG" sz="2800" b="1" dirty="0"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Content Placeholder 6">
            <a:extLst>
              <a:ext uri="{FF2B5EF4-FFF2-40B4-BE49-F238E27FC236}">
                <a16:creationId xmlns:a16="http://schemas.microsoft.com/office/drawing/2014/main" id="{524F65E1-60F0-92C0-7FFB-5D56E41DA1B3}"/>
              </a:ext>
            </a:extLst>
          </p:cNvPr>
          <p:cNvSpPr txBox="1">
            <a:spLocks/>
          </p:cNvSpPr>
          <p:nvPr/>
        </p:nvSpPr>
        <p:spPr>
          <a:xfrm>
            <a:off x="186952" y="4329001"/>
            <a:ext cx="11818096" cy="765000"/>
          </a:xfrm>
          <a:prstGeom prst="rect">
            <a:avLst/>
          </a:prstGeom>
        </p:spPr>
        <p:txBody>
          <a:bodyPr vert="horz" lIns="108000" tIns="36000" rIns="108000" bIns="36000" rtlCol="0">
            <a:normAutofit/>
          </a:bodyPr>
          <a:lstStyle>
            <a:lvl1pPr marL="360363" indent="-360363" algn="l" defTabSz="1218438" rtl="0" eaLnBrk="1" latinLnBrk="0" hangingPunct="1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 sz="33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3275" indent="-360363" algn="l" defTabSz="1218438" rtl="0" eaLnBrk="1" latinLnBrk="0" hangingPunct="1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 sz="31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55713" indent="-360363" algn="l" defTabSz="1218438" rtl="0" eaLnBrk="1" latinLnBrk="0" hangingPunct="1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 sz="29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00213" indent="-352425" algn="l" defTabSz="1218438" rtl="0" eaLnBrk="1" latinLnBrk="0" hangingPunct="1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 sz="27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8988" indent="-266700" algn="l" defTabSz="1218438" rtl="0" eaLnBrk="1" latinLnBrk="0" hangingPunct="1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 sz="25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0704" indent="-304610" algn="l" defTabSz="1218438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59924" indent="-304610" algn="l" defTabSz="1218438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69143" indent="-304610" algn="l" defTabSz="1218438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78362" indent="-304610" algn="l" defTabSz="1218438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/>
            <a:r>
              <a:rPr lang="bg-BG" sz="3400" dirty="0"/>
              <a:t>От себе си</a:t>
            </a:r>
            <a:r>
              <a:rPr lang="en-US" sz="3400" dirty="0"/>
              <a:t> (</a:t>
            </a:r>
            <a:r>
              <a:rPr lang="bg-BG" sz="3400" dirty="0"/>
              <a:t>рекурсия</a:t>
            </a:r>
            <a:r>
              <a:rPr lang="en-US" sz="3400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40473674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8" grpId="0" animBg="1"/>
      <p:bldP spid="2" grpId="0" animBg="1"/>
      <p:bldP spid="13" grpId="0" animBg="1"/>
      <p:bldP spid="3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2ECDC7-2A32-49A4-BE45-7577D0E1220C}"/>
              </a:ext>
            </a:extLst>
          </p:cNvPr>
          <p:cNvSpPr>
            <a:spLocks noGrp="1"/>
          </p:cNvSpPr>
          <p:nvPr>
            <p:ph type="title" sz="quarter" idx="10"/>
          </p:nvPr>
        </p:nvSpPr>
        <p:spPr/>
        <p:txBody>
          <a:bodyPr/>
          <a:lstStyle/>
          <a:p>
            <a:r>
              <a:rPr lang="en-US" dirty="0"/>
              <a:t>Return</a:t>
            </a:r>
          </a:p>
        </p:txBody>
      </p:sp>
      <p:sp>
        <p:nvSpPr>
          <p:cNvPr id="8" name="Rectangle 7"/>
          <p:cNvSpPr/>
          <p:nvPr/>
        </p:nvSpPr>
        <p:spPr>
          <a:xfrm>
            <a:off x="4495800" y="1754038"/>
            <a:ext cx="3379067" cy="156966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9600" spc="50" dirty="0">
                <a:ln w="13500">
                  <a:solidFill>
                    <a:schemeClr val="accent1">
                      <a:shade val="2500"/>
                      <a:alpha val="6500"/>
                    </a:schemeClr>
                  </a:solidFill>
                  <a:prstDash val="solid"/>
                </a:ln>
                <a:solidFill>
                  <a:schemeClr val="accent1">
                    <a:tint val="3000"/>
                    <a:alpha val="95000"/>
                  </a:schemeClr>
                </a:solidFill>
              </a:rPr>
              <a:t>return</a:t>
            </a:r>
          </a:p>
        </p:txBody>
      </p:sp>
      <p:sp>
        <p:nvSpPr>
          <p:cNvPr id="4" name="Subtitle 3">
            <a:extLst>
              <a:ext uri="{FF2B5EF4-FFF2-40B4-BE49-F238E27FC236}">
                <a16:creationId xmlns:a16="http://schemas.microsoft.com/office/drawing/2014/main" id="{3F7DE120-F6DF-C3DB-6608-B7510FB2CBE3}"/>
              </a:ext>
            </a:extLst>
          </p:cNvPr>
          <p:cNvSpPr>
            <a:spLocks noGrp="1"/>
          </p:cNvSpPr>
          <p:nvPr>
            <p:ph type="subTitle" sz="quarter" idx="11"/>
          </p:nvPr>
        </p:nvSpPr>
        <p:spPr/>
        <p:txBody>
          <a:bodyPr/>
          <a:lstStyle/>
          <a:p>
            <a:r>
              <a:rPr lang="bg-BG" dirty="0"/>
              <a:t>Връщане на резултат от функция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4704841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Number">
            <a:extLst>
              <a:ext uri="{FF2B5EF4-FFF2-40B4-BE49-F238E27FC236}">
                <a16:creationId xmlns:a16="http://schemas.microsoft.com/office/drawing/2014/main" id="{D7CBC94F-D8EE-4DF2-9C4E-400A0A9C609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noProof="0" smtClean="0"/>
              <a:pPr/>
              <a:t>13</a:t>
            </a:fld>
            <a:endParaRPr lang="en-US" noProof="0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0"/>
          </p:nvPr>
        </p:nvSpPr>
        <p:spPr>
          <a:xfrm>
            <a:off x="190402" y="1196125"/>
            <a:ext cx="11818096" cy="1287875"/>
          </a:xfrm>
        </p:spPr>
        <p:txBody>
          <a:bodyPr>
            <a:normAutofit/>
          </a:bodyPr>
          <a:lstStyle/>
          <a:p>
            <a:r>
              <a:rPr lang="ru-RU" sz="3600" dirty="0"/>
              <a:t>Функциите </a:t>
            </a:r>
            <a:r>
              <a:rPr lang="ru-RU" sz="3600" b="1" dirty="0"/>
              <a:t>могат</a:t>
            </a:r>
            <a:r>
              <a:rPr lang="ru-RU" sz="3600" dirty="0"/>
              <a:t> </a:t>
            </a:r>
            <a:r>
              <a:rPr lang="ru-RU" sz="3600" b="1" dirty="0"/>
              <a:t>да</a:t>
            </a:r>
            <a:r>
              <a:rPr lang="ru-RU" sz="3600" dirty="0"/>
              <a:t> </a:t>
            </a:r>
            <a:r>
              <a:rPr lang="ru-RU" sz="3600" b="1" dirty="0"/>
              <a:t>връщат стойност</a:t>
            </a:r>
            <a:r>
              <a:rPr lang="ru-RU" sz="3600" dirty="0"/>
              <a:t>, която можете да използвате директно:</a:t>
            </a:r>
            <a:endParaRPr lang="en-US" sz="3600" dirty="0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Ключовата дума</a:t>
            </a:r>
            <a:r>
              <a:rPr lang="en-US" dirty="0"/>
              <a:t> </a:t>
            </a:r>
            <a:r>
              <a:rPr lang="en-US" dirty="0">
                <a:latin typeface="Consolas" panose="020B0609020204030204" pitchFamily="49" charset="0"/>
              </a:rPr>
              <a:t>return</a:t>
            </a:r>
            <a:r>
              <a:rPr lang="bg-BG" dirty="0">
                <a:latin typeface="Consolas" panose="020B0609020204030204" pitchFamily="49" charset="0"/>
              </a:rPr>
              <a:t> </a:t>
            </a:r>
            <a:r>
              <a:rPr lang="bg-BG" dirty="0"/>
              <a:t>(1)</a:t>
            </a:r>
            <a:endParaRPr lang="en-US" dirty="0"/>
          </a:p>
        </p:txBody>
      </p:sp>
      <p:sp>
        <p:nvSpPr>
          <p:cNvPr id="6" name="Rectangle 5"/>
          <p:cNvSpPr>
            <a:spLocks noChangeArrowheads="1"/>
          </p:cNvSpPr>
          <p:nvPr/>
        </p:nvSpPr>
        <p:spPr bwMode="auto">
          <a:xfrm>
            <a:off x="651000" y="2458730"/>
            <a:ext cx="10935000" cy="1828800"/>
          </a:xfrm>
          <a:prstGeom prst="rect">
            <a:avLst/>
          </a:prstGeom>
          <a:solidFill>
            <a:srgbClr val="A3ABBC">
              <a:alpha val="15000"/>
            </a:srgb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 lIns="144000" tIns="36000" rIns="144000" bIns="36000">
            <a:noAutofit/>
          </a:bodyPr>
          <a:lstStyle/>
          <a:p>
            <a:pPr eaLnBrk="0" hangingPunct="0">
              <a:lnSpc>
                <a:spcPct val="110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600" b="1" noProof="1">
                <a:solidFill>
                  <a:schemeClr val="bg1"/>
                </a:solidFill>
                <a:latin typeface="Consolas" pitchFamily="49" charset="0"/>
              </a:rPr>
              <a:t>def</a:t>
            </a:r>
            <a:r>
              <a:rPr lang="en-US" sz="2600" b="1" noProof="1">
                <a:latin typeface="Consolas" pitchFamily="49" charset="0"/>
              </a:rPr>
              <a:t> give_me_five():   </a:t>
            </a:r>
          </a:p>
          <a:p>
            <a:pPr eaLnBrk="0" hangingPunct="0">
              <a:lnSpc>
                <a:spcPct val="110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600" b="1" noProof="1">
                <a:latin typeface="Consolas" pitchFamily="49" charset="0"/>
              </a:rPr>
              <a:t>    </a:t>
            </a:r>
            <a:r>
              <a:rPr lang="en-US" sz="2600" b="1" noProof="1">
                <a:solidFill>
                  <a:schemeClr val="bg1"/>
                </a:solidFill>
                <a:latin typeface="Consolas" pitchFamily="49" charset="0"/>
              </a:rPr>
              <a:t>return</a:t>
            </a:r>
            <a:r>
              <a:rPr lang="en-US" sz="2600" b="1" noProof="1">
                <a:latin typeface="Consolas" pitchFamily="49" charset="0"/>
              </a:rPr>
              <a:t> 5;</a:t>
            </a:r>
          </a:p>
          <a:p>
            <a:pPr eaLnBrk="0" hangingPunct="0">
              <a:lnSpc>
                <a:spcPct val="110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600" b="1" noProof="1">
                <a:latin typeface="Consolas" pitchFamily="49" charset="0"/>
              </a:rPr>
              <a:t>print(give_me_five())  </a:t>
            </a:r>
            <a:r>
              <a:rPr lang="en-US" sz="2600" b="1" i="1" noProof="1">
                <a:solidFill>
                  <a:schemeClr val="accent2"/>
                </a:solidFill>
                <a:latin typeface="Consolas" pitchFamily="49" charset="0"/>
              </a:rPr>
              <a:t>#</a:t>
            </a:r>
            <a:r>
              <a:rPr lang="bg-BG" sz="2600" b="1" i="1" noProof="1">
                <a:solidFill>
                  <a:schemeClr val="accent2"/>
                </a:solidFill>
                <a:latin typeface="Consolas" pitchFamily="49" charset="0"/>
              </a:rPr>
              <a:t>Отпечатване на върнатата стойност</a:t>
            </a:r>
            <a:r>
              <a:rPr lang="en-US" sz="2600" b="1" i="1" noProof="1">
                <a:solidFill>
                  <a:schemeClr val="accent2"/>
                </a:solidFill>
                <a:latin typeface="Consolas" pitchFamily="49" charset="0"/>
              </a:rPr>
              <a:t> </a:t>
            </a:r>
          </a:p>
          <a:p>
            <a:pPr eaLnBrk="0" hangingPunct="0">
              <a:lnSpc>
                <a:spcPct val="110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600" b="1" i="1" noProof="1">
                <a:solidFill>
                  <a:schemeClr val="accent2"/>
                </a:solidFill>
                <a:latin typeface="Consolas" pitchFamily="49" charset="0"/>
              </a:rPr>
              <a:t>#</a:t>
            </a:r>
            <a:r>
              <a:rPr lang="bg-BG" sz="2600" b="1" i="1" noProof="1">
                <a:solidFill>
                  <a:schemeClr val="accent2"/>
                </a:solidFill>
                <a:latin typeface="Consolas" pitchFamily="49" charset="0"/>
              </a:rPr>
              <a:t>Конзола</a:t>
            </a:r>
            <a:r>
              <a:rPr lang="en-US" sz="2600" b="1" i="1" noProof="1">
                <a:solidFill>
                  <a:schemeClr val="accent2"/>
                </a:solidFill>
                <a:latin typeface="Consolas" pitchFamily="49" charset="0"/>
              </a:rPr>
              <a:t>: 5</a:t>
            </a:r>
          </a:p>
        </p:txBody>
      </p:sp>
      <p:sp>
        <p:nvSpPr>
          <p:cNvPr id="7" name="Rectangle 6"/>
          <p:cNvSpPr>
            <a:spLocks noChangeArrowheads="1"/>
          </p:cNvSpPr>
          <p:nvPr/>
        </p:nvSpPr>
        <p:spPr bwMode="auto">
          <a:xfrm>
            <a:off x="651000" y="5139175"/>
            <a:ext cx="10935000" cy="1440000"/>
          </a:xfrm>
          <a:prstGeom prst="rect">
            <a:avLst/>
          </a:prstGeom>
          <a:solidFill>
            <a:srgbClr val="A3ABBC">
              <a:alpha val="15000"/>
            </a:srgb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 lIns="144000" tIns="36000" rIns="144000" bIns="36000">
            <a:noAutofit/>
          </a:bodyPr>
          <a:lstStyle/>
          <a:p>
            <a:pPr eaLnBrk="0" hangingPunct="0">
              <a:lnSpc>
                <a:spcPct val="110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600" b="1" noProof="1">
                <a:solidFill>
                  <a:schemeClr val="bg1"/>
                </a:solidFill>
                <a:latin typeface="Consolas" pitchFamily="49" charset="0"/>
              </a:rPr>
              <a:t>num</a:t>
            </a:r>
            <a:r>
              <a:rPr lang="en-US" sz="2600" b="1" noProof="1">
                <a:latin typeface="Consolas" pitchFamily="49" charset="0"/>
              </a:rPr>
              <a:t> = give_me_five() </a:t>
            </a:r>
          </a:p>
          <a:p>
            <a:pPr eaLnBrk="0" hangingPunct="0">
              <a:lnSpc>
                <a:spcPct val="110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600" b="1" noProof="1">
                <a:latin typeface="Consolas" pitchFamily="49" charset="0"/>
              </a:rPr>
              <a:t>print(</a:t>
            </a:r>
            <a:r>
              <a:rPr lang="en-US" sz="2600" b="1" noProof="1">
                <a:solidFill>
                  <a:schemeClr val="bg1"/>
                </a:solidFill>
                <a:latin typeface="Consolas" pitchFamily="49" charset="0"/>
              </a:rPr>
              <a:t>num</a:t>
            </a:r>
            <a:r>
              <a:rPr lang="en-US" sz="2600" b="1" noProof="1">
                <a:latin typeface="Consolas" pitchFamily="49" charset="0"/>
              </a:rPr>
              <a:t>) </a:t>
            </a:r>
            <a:r>
              <a:rPr lang="en-US" sz="2600" b="1" i="1" noProof="1">
                <a:solidFill>
                  <a:schemeClr val="accent2"/>
                </a:solidFill>
                <a:latin typeface="Consolas" pitchFamily="49" charset="0"/>
              </a:rPr>
              <a:t>#</a:t>
            </a:r>
            <a:r>
              <a:rPr lang="ru-RU" sz="2600" b="1" i="1" noProof="1">
                <a:solidFill>
                  <a:schemeClr val="accent2"/>
                </a:solidFill>
                <a:latin typeface="Consolas" pitchFamily="49" charset="0"/>
              </a:rPr>
              <a:t>Отпечатване на запазената върната стойност</a:t>
            </a:r>
            <a:r>
              <a:rPr lang="en-US" sz="2600" b="1" i="1" noProof="1">
                <a:solidFill>
                  <a:schemeClr val="accent2"/>
                </a:solidFill>
                <a:latin typeface="Consolas" pitchFamily="49" charset="0"/>
              </a:rPr>
              <a:t> </a:t>
            </a:r>
          </a:p>
          <a:p>
            <a:pPr eaLnBrk="0" hangingPunct="0">
              <a:lnSpc>
                <a:spcPct val="110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600" b="1" i="1" noProof="1">
                <a:solidFill>
                  <a:schemeClr val="accent2"/>
                </a:solidFill>
                <a:latin typeface="Consolas" pitchFamily="49" charset="0"/>
              </a:rPr>
              <a:t>#</a:t>
            </a:r>
            <a:r>
              <a:rPr lang="bg-BG" sz="2600" b="1" i="1" noProof="1">
                <a:solidFill>
                  <a:schemeClr val="accent2"/>
                </a:solidFill>
                <a:latin typeface="Consolas" pitchFamily="49" charset="0"/>
              </a:rPr>
              <a:t>Конзола</a:t>
            </a:r>
            <a:r>
              <a:rPr lang="en-US" sz="2600" b="1" i="1" noProof="1">
                <a:solidFill>
                  <a:schemeClr val="accent2"/>
                </a:solidFill>
                <a:latin typeface="Consolas" pitchFamily="49" charset="0"/>
              </a:rPr>
              <a:t>: 5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6A3C11C3-9CCE-F079-D0AF-EAE4A8F6D510}"/>
              </a:ext>
            </a:extLst>
          </p:cNvPr>
          <p:cNvSpPr txBox="1">
            <a:spLocks/>
          </p:cNvSpPr>
          <p:nvPr/>
        </p:nvSpPr>
        <p:spPr>
          <a:xfrm>
            <a:off x="194701" y="4405676"/>
            <a:ext cx="11818096" cy="612875"/>
          </a:xfrm>
          <a:prstGeom prst="rect">
            <a:avLst/>
          </a:prstGeom>
        </p:spPr>
        <p:txBody>
          <a:bodyPr vert="horz" lIns="108000" tIns="36000" rIns="108000" bIns="36000" rtlCol="0">
            <a:normAutofit lnSpcReduction="10000"/>
          </a:bodyPr>
          <a:lstStyle>
            <a:lvl1pPr marL="360363" indent="-360363" algn="l" defTabSz="1218438" rtl="0" eaLnBrk="1" latinLnBrk="0" hangingPunct="1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 sz="33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3275" indent="-360363" algn="l" defTabSz="1218438" rtl="0" eaLnBrk="1" latinLnBrk="0" hangingPunct="1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 sz="31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55713" indent="-360363" algn="l" defTabSz="1218438" rtl="0" eaLnBrk="1" latinLnBrk="0" hangingPunct="1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 sz="29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00213" indent="-352425" algn="l" defTabSz="1218438" rtl="0" eaLnBrk="1" latinLnBrk="0" hangingPunct="1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 sz="27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8988" indent="-266700" algn="l" defTabSz="1218438" rtl="0" eaLnBrk="1" latinLnBrk="0" hangingPunct="1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 sz="25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0704" indent="-304610" algn="l" defTabSz="1218438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59924" indent="-304610" algn="l" defTabSz="1218438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69143" indent="-304610" algn="l" defTabSz="1218438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78362" indent="-304610" algn="l" defTabSz="1218438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3600" dirty="0"/>
              <a:t>или да запазите стойността за по-късна употреба:</a:t>
            </a:r>
            <a:endParaRPr lang="en-US" sz="3600" dirty="0"/>
          </a:p>
        </p:txBody>
      </p:sp>
    </p:spTree>
    <p:extLst>
      <p:ext uri="{BB962C8B-B14F-4D97-AF65-F5344CB8AC3E}">
        <p14:creationId xmlns:p14="http://schemas.microsoft.com/office/powerpoint/2010/main" val="32120080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2" grpId="0" uiExpand="1" build="p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">
            <a:extLst>
              <a:ext uri="{FF2B5EF4-FFF2-40B4-BE49-F238E27FC236}">
                <a16:creationId xmlns:a16="http://schemas.microsoft.com/office/drawing/2014/main" id="{4353BB65-601B-47E3-B503-F66A189EC5B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noProof="0" smtClean="0"/>
              <a:pPr/>
              <a:t>14</a:t>
            </a:fld>
            <a:endParaRPr lang="en-US" noProof="0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r>
              <a:rPr lang="ru-RU" sz="3600" dirty="0"/>
              <a:t>Ако във функцията се срещне </a:t>
            </a:r>
            <a:r>
              <a:rPr lang="ru-RU" sz="3600" b="1" dirty="0">
                <a:solidFill>
                  <a:schemeClr val="bg1"/>
                </a:solidFill>
              </a:rPr>
              <a:t>return</a:t>
            </a:r>
            <a:r>
              <a:rPr lang="ru-RU" sz="3600" dirty="0"/>
              <a:t>, то тя ще бъде прекратена незабавно</a:t>
            </a:r>
            <a:endParaRPr lang="en-US" sz="3600" dirty="0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Ключовата дума</a:t>
            </a:r>
            <a:r>
              <a:rPr lang="en-US" dirty="0"/>
              <a:t> </a:t>
            </a:r>
            <a:r>
              <a:rPr lang="en-US" dirty="0">
                <a:latin typeface="Consolas" panose="020B0609020204030204" pitchFamily="49" charset="0"/>
              </a:rPr>
              <a:t>return </a:t>
            </a:r>
            <a:r>
              <a:rPr lang="bg-BG" dirty="0"/>
              <a:t>(</a:t>
            </a:r>
            <a:r>
              <a:rPr lang="en-GB" dirty="0"/>
              <a:t>2)</a:t>
            </a:r>
            <a:endParaRPr lang="en-US" dirty="0"/>
          </a:p>
        </p:txBody>
      </p:sp>
      <p:sp>
        <p:nvSpPr>
          <p:cNvPr id="6" name="Rectangle 5"/>
          <p:cNvSpPr>
            <a:spLocks noChangeArrowheads="1"/>
          </p:cNvSpPr>
          <p:nvPr/>
        </p:nvSpPr>
        <p:spPr bwMode="auto">
          <a:xfrm>
            <a:off x="696000" y="2619000"/>
            <a:ext cx="11057030" cy="2209570"/>
          </a:xfrm>
          <a:prstGeom prst="rect">
            <a:avLst/>
          </a:prstGeom>
          <a:solidFill>
            <a:srgbClr val="A3ABBC">
              <a:alpha val="15000"/>
            </a:srgb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 lIns="144000" tIns="36000" rIns="144000" bIns="36000">
            <a:spAutoFit/>
          </a:bodyPr>
          <a:lstStyle/>
          <a:p>
            <a:pPr eaLnBrk="0" hangingPunct="0">
              <a:lnSpc>
                <a:spcPct val="110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3200" b="1" noProof="1">
                <a:latin typeface="Consolas" pitchFamily="49" charset="0"/>
              </a:rPr>
              <a:t>def give_me_another_five():   </a:t>
            </a:r>
          </a:p>
          <a:p>
            <a:pPr eaLnBrk="0" hangingPunct="0">
              <a:lnSpc>
                <a:spcPct val="110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3200" b="1" noProof="1">
                <a:latin typeface="Consolas" pitchFamily="49" charset="0"/>
              </a:rPr>
              <a:t>	</a:t>
            </a:r>
            <a:r>
              <a:rPr lang="en-US" sz="3200" b="1" noProof="1">
                <a:solidFill>
                  <a:schemeClr val="bg1"/>
                </a:solidFill>
                <a:latin typeface="Consolas" pitchFamily="49" charset="0"/>
              </a:rPr>
              <a:t>return</a:t>
            </a:r>
            <a:r>
              <a:rPr lang="en-US" sz="3200" b="1" noProof="1">
                <a:latin typeface="Consolas" pitchFamily="49" charset="0"/>
              </a:rPr>
              <a:t> </a:t>
            </a:r>
            <a:r>
              <a:rPr lang="en-US" sz="3200" b="1" noProof="1">
                <a:solidFill>
                  <a:schemeClr val="bg1"/>
                </a:solidFill>
                <a:latin typeface="Consolas" pitchFamily="49" charset="0"/>
              </a:rPr>
              <a:t>5;</a:t>
            </a:r>
            <a:r>
              <a:rPr lang="en-US" sz="3200" b="1" noProof="1">
                <a:latin typeface="Consolas" pitchFamily="49" charset="0"/>
              </a:rPr>
              <a:t>    </a:t>
            </a:r>
          </a:p>
          <a:p>
            <a:pPr eaLnBrk="0" hangingPunct="0">
              <a:lnSpc>
                <a:spcPct val="110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3200" b="1" noProof="1">
                <a:latin typeface="Consolas" pitchFamily="49" charset="0"/>
              </a:rPr>
              <a:t>	print('This statement will not be printed.')</a:t>
            </a:r>
          </a:p>
          <a:p>
            <a:pPr eaLnBrk="0" hangingPunct="0">
              <a:lnSpc>
                <a:spcPct val="110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3200" b="1" noProof="1">
                <a:latin typeface="Consolas" pitchFamily="49" charset="0"/>
              </a:rPr>
              <a:t>print(give_me_another_five()) </a:t>
            </a:r>
            <a:r>
              <a:rPr lang="en-US" sz="3200" b="1" i="1" noProof="1">
                <a:solidFill>
                  <a:schemeClr val="accent2"/>
                </a:solidFill>
                <a:latin typeface="Consolas" pitchFamily="49" charset="0"/>
              </a:rPr>
              <a:t>#5</a:t>
            </a:r>
            <a:endParaRPr lang="bg-BG" sz="3200" b="1" i="1" noProof="1">
              <a:solidFill>
                <a:schemeClr val="accent2"/>
              </a:solidFill>
              <a:latin typeface="Consolas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801118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">
            <a:extLst>
              <a:ext uri="{FF2B5EF4-FFF2-40B4-BE49-F238E27FC236}">
                <a16:creationId xmlns:a16="http://schemas.microsoft.com/office/drawing/2014/main" id="{8C19272D-2D7B-485F-9590-D20EA3B1488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noProof="0" smtClean="0"/>
              <a:pPr/>
              <a:t>15</a:t>
            </a:fld>
            <a:endParaRPr lang="en-US" noProof="0" dirty="0"/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r>
              <a:rPr lang="ru-RU" sz="3600" dirty="0"/>
              <a:t>Напишете фунцкия, която </a:t>
            </a:r>
            <a:r>
              <a:rPr lang="ru-RU" sz="3600" b="1" dirty="0"/>
              <a:t>получава оценка </a:t>
            </a:r>
            <a:r>
              <a:rPr lang="ru-RU" sz="3600" dirty="0"/>
              <a:t>между 2.00 и 6.00 и </a:t>
            </a:r>
            <a:r>
              <a:rPr lang="ru-RU" sz="3600" b="1" dirty="0"/>
              <a:t>отпечатва съответната оценка в думи</a:t>
            </a:r>
            <a:r>
              <a:rPr lang="ru-RU" sz="3600" dirty="0"/>
              <a:t>:</a:t>
            </a:r>
          </a:p>
          <a:p>
            <a:pPr lvl="1"/>
            <a:r>
              <a:rPr lang="ru-RU" sz="3400" dirty="0"/>
              <a:t>Между </a:t>
            </a:r>
            <a:r>
              <a:rPr lang="ru-RU" sz="3400" b="1" dirty="0"/>
              <a:t>2.00</a:t>
            </a:r>
            <a:r>
              <a:rPr lang="ru-RU" sz="3400" dirty="0"/>
              <a:t> и </a:t>
            </a:r>
            <a:r>
              <a:rPr lang="ru-RU" sz="3400" b="1" dirty="0"/>
              <a:t>2.99</a:t>
            </a:r>
            <a:r>
              <a:rPr lang="ru-RU" sz="3400" dirty="0"/>
              <a:t> </a:t>
            </a:r>
            <a:r>
              <a:rPr lang="en-GB" sz="3400" dirty="0"/>
              <a:t>–</a:t>
            </a:r>
            <a:r>
              <a:rPr lang="ru-RU" sz="3400" dirty="0"/>
              <a:t> </a:t>
            </a:r>
            <a:r>
              <a:rPr lang="en-GB" sz="3400" dirty="0"/>
              <a:t>"</a:t>
            </a:r>
            <a:r>
              <a:rPr lang="ru-RU" sz="3400" b="1" dirty="0">
                <a:solidFill>
                  <a:schemeClr val="bg1"/>
                </a:solidFill>
              </a:rPr>
              <a:t>Слаб</a:t>
            </a:r>
            <a:r>
              <a:rPr lang="en-GB" sz="3400" dirty="0"/>
              <a:t>"</a:t>
            </a:r>
            <a:endParaRPr lang="ru-RU" sz="3400" dirty="0"/>
          </a:p>
          <a:p>
            <a:pPr lvl="1"/>
            <a:r>
              <a:rPr lang="ru-RU" sz="3400" dirty="0"/>
              <a:t>Между </a:t>
            </a:r>
            <a:r>
              <a:rPr lang="ru-RU" sz="3400" b="1" dirty="0"/>
              <a:t>3.00</a:t>
            </a:r>
            <a:r>
              <a:rPr lang="ru-RU" sz="3400" dirty="0"/>
              <a:t> и </a:t>
            </a:r>
            <a:r>
              <a:rPr lang="ru-RU" sz="3400" b="1" dirty="0"/>
              <a:t>3.49</a:t>
            </a:r>
            <a:r>
              <a:rPr lang="ru-RU" sz="3400" dirty="0"/>
              <a:t> </a:t>
            </a:r>
            <a:r>
              <a:rPr lang="en-GB" sz="3400" dirty="0"/>
              <a:t>–</a:t>
            </a:r>
            <a:r>
              <a:rPr lang="ru-RU" sz="3400" dirty="0"/>
              <a:t> </a:t>
            </a:r>
            <a:r>
              <a:rPr lang="en-GB" sz="3400" dirty="0"/>
              <a:t>"</a:t>
            </a:r>
            <a:r>
              <a:rPr lang="ru-RU" sz="3400" b="1" dirty="0">
                <a:solidFill>
                  <a:schemeClr val="bg1"/>
                </a:solidFill>
              </a:rPr>
              <a:t>Среден</a:t>
            </a:r>
            <a:r>
              <a:rPr lang="en-GB" sz="3400" dirty="0"/>
              <a:t>"</a:t>
            </a:r>
            <a:endParaRPr lang="ru-RU" sz="3400" dirty="0"/>
          </a:p>
          <a:p>
            <a:pPr lvl="1"/>
            <a:r>
              <a:rPr lang="ru-RU" sz="3400" dirty="0"/>
              <a:t>Между </a:t>
            </a:r>
            <a:r>
              <a:rPr lang="ru-RU" sz="3400" b="1" dirty="0"/>
              <a:t>3.50</a:t>
            </a:r>
            <a:r>
              <a:rPr lang="ru-RU" sz="3400" dirty="0"/>
              <a:t> и </a:t>
            </a:r>
            <a:r>
              <a:rPr lang="ru-RU" sz="3400" b="1" dirty="0"/>
              <a:t>4.49</a:t>
            </a:r>
            <a:r>
              <a:rPr lang="ru-RU" sz="3400" dirty="0"/>
              <a:t> </a:t>
            </a:r>
            <a:r>
              <a:rPr lang="en-GB" sz="3400" dirty="0"/>
              <a:t>–</a:t>
            </a:r>
            <a:r>
              <a:rPr lang="ru-RU" sz="3400" dirty="0"/>
              <a:t> </a:t>
            </a:r>
            <a:r>
              <a:rPr lang="en-GB" sz="3400" dirty="0"/>
              <a:t>"</a:t>
            </a:r>
            <a:r>
              <a:rPr lang="ru-RU" sz="3400" b="1" dirty="0">
                <a:solidFill>
                  <a:schemeClr val="bg1"/>
                </a:solidFill>
              </a:rPr>
              <a:t>Добър</a:t>
            </a:r>
            <a:r>
              <a:rPr lang="en-GB" sz="3400" dirty="0"/>
              <a:t>"</a:t>
            </a:r>
            <a:endParaRPr lang="ru-RU" sz="3400" dirty="0"/>
          </a:p>
          <a:p>
            <a:pPr lvl="1"/>
            <a:r>
              <a:rPr lang="ru-RU" sz="3400" dirty="0"/>
              <a:t>Между </a:t>
            </a:r>
            <a:r>
              <a:rPr lang="ru-RU" sz="3400" b="1" dirty="0"/>
              <a:t>4.50</a:t>
            </a:r>
            <a:r>
              <a:rPr lang="ru-RU" sz="3400" dirty="0"/>
              <a:t> и </a:t>
            </a:r>
            <a:r>
              <a:rPr lang="ru-RU" sz="3400" b="1" dirty="0"/>
              <a:t>5.49</a:t>
            </a:r>
            <a:r>
              <a:rPr lang="ru-RU" sz="3400" dirty="0"/>
              <a:t> </a:t>
            </a:r>
            <a:r>
              <a:rPr lang="en-GB" sz="3400" dirty="0"/>
              <a:t>–</a:t>
            </a:r>
            <a:r>
              <a:rPr lang="ru-RU" sz="3400" dirty="0"/>
              <a:t> </a:t>
            </a:r>
            <a:r>
              <a:rPr lang="en-GB" sz="3400" dirty="0"/>
              <a:t>"</a:t>
            </a:r>
            <a:r>
              <a:rPr lang="ru-RU" sz="3400" b="1" dirty="0">
                <a:solidFill>
                  <a:schemeClr val="bg1"/>
                </a:solidFill>
              </a:rPr>
              <a:t>Много добър</a:t>
            </a:r>
            <a:r>
              <a:rPr lang="en-GB" sz="3400" dirty="0"/>
              <a:t>"</a:t>
            </a:r>
            <a:endParaRPr lang="ru-RU" sz="3400" dirty="0"/>
          </a:p>
          <a:p>
            <a:pPr lvl="1"/>
            <a:r>
              <a:rPr lang="ru-RU" sz="3400" dirty="0"/>
              <a:t>Между </a:t>
            </a:r>
            <a:r>
              <a:rPr lang="ru-RU" sz="3400" b="1" dirty="0"/>
              <a:t>5.50</a:t>
            </a:r>
            <a:r>
              <a:rPr lang="ru-RU" sz="3400" dirty="0"/>
              <a:t> и </a:t>
            </a:r>
            <a:r>
              <a:rPr lang="ru-RU" sz="3400" b="1" dirty="0"/>
              <a:t>6.00</a:t>
            </a:r>
            <a:r>
              <a:rPr lang="ru-RU" sz="3400" dirty="0"/>
              <a:t> </a:t>
            </a:r>
            <a:r>
              <a:rPr lang="en-GB" sz="3400" dirty="0"/>
              <a:t>–</a:t>
            </a:r>
            <a:r>
              <a:rPr lang="ru-RU" sz="3400" dirty="0"/>
              <a:t> </a:t>
            </a:r>
            <a:r>
              <a:rPr lang="en-GB" sz="3400" dirty="0"/>
              <a:t>"</a:t>
            </a:r>
            <a:r>
              <a:rPr lang="bg-BG" sz="3400" b="1" dirty="0">
                <a:solidFill>
                  <a:schemeClr val="bg1"/>
                </a:solidFill>
              </a:rPr>
              <a:t>О</a:t>
            </a:r>
            <a:r>
              <a:rPr lang="ru-RU" sz="3400" b="1" dirty="0">
                <a:solidFill>
                  <a:schemeClr val="bg1"/>
                </a:solidFill>
              </a:rPr>
              <a:t>тличен</a:t>
            </a:r>
            <a:r>
              <a:rPr lang="en-GB" sz="3200" dirty="0"/>
              <a:t>"</a:t>
            </a:r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Оценки – условие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0064473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EF14D364-B2C4-4EB6-A86E-5900255D6E4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2166000" y="2259000"/>
            <a:ext cx="7740000" cy="3375000"/>
          </a:xfrm>
        </p:spPr>
        <p:txBody>
          <a:bodyPr/>
          <a:lstStyle/>
          <a:p>
            <a: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2600" dirty="0"/>
              <a:t>def grades(grade):</a:t>
            </a:r>
          </a:p>
          <a:p>
            <a: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2600" dirty="0"/>
              <a:t>    if grade &gt;= 2.00 and grade &lt;= 2.99 :</a:t>
            </a:r>
          </a:p>
          <a:p>
            <a: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2600" dirty="0"/>
              <a:t>      </a:t>
            </a:r>
            <a:r>
              <a:rPr lang="en-US" sz="2600" dirty="0">
                <a:solidFill>
                  <a:schemeClr val="bg1"/>
                </a:solidFill>
              </a:rPr>
              <a:t>return</a:t>
            </a:r>
            <a:r>
              <a:rPr lang="en-US" sz="2600" dirty="0"/>
              <a:t> '</a:t>
            </a:r>
            <a:r>
              <a:rPr lang="bg-BG" sz="2600" dirty="0"/>
              <a:t>Слаб</a:t>
            </a:r>
            <a:r>
              <a:rPr lang="en-US" sz="2600" dirty="0"/>
              <a:t>'</a:t>
            </a:r>
          </a:p>
          <a:p>
            <a: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2600" dirty="0"/>
              <a:t>    </a:t>
            </a:r>
            <a:r>
              <a:rPr lang="en-US" sz="2600" dirty="0" err="1"/>
              <a:t>elif</a:t>
            </a:r>
            <a:r>
              <a:rPr lang="en-US" sz="2600" dirty="0"/>
              <a:t> grade &gt;= 3.00 and grade &lt;= 3.49:</a:t>
            </a:r>
          </a:p>
          <a:p>
            <a: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2600" dirty="0"/>
              <a:t>	</a:t>
            </a:r>
            <a:r>
              <a:rPr lang="en-US" sz="2600" dirty="0">
                <a:solidFill>
                  <a:schemeClr val="bg1"/>
                </a:solidFill>
              </a:rPr>
              <a:t>return</a:t>
            </a:r>
            <a:r>
              <a:rPr lang="en-US" sz="2600" dirty="0"/>
              <a:t> '</a:t>
            </a:r>
            <a:r>
              <a:rPr lang="bg-BG" sz="2600" dirty="0"/>
              <a:t>Среден</a:t>
            </a:r>
            <a:r>
              <a:rPr lang="en-US" sz="2600" dirty="0"/>
              <a:t>'</a:t>
            </a:r>
          </a:p>
          <a:p>
            <a: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2600" dirty="0">
                <a:solidFill>
                  <a:schemeClr val="accent2"/>
                </a:solidFill>
              </a:rPr>
              <a:t>    </a:t>
            </a:r>
            <a:r>
              <a:rPr lang="en-US" sz="2600" i="1" dirty="0">
                <a:solidFill>
                  <a:schemeClr val="accent2"/>
                </a:solidFill>
              </a:rPr>
              <a:t># TODO: </a:t>
            </a:r>
            <a:r>
              <a:rPr lang="bg-BG" sz="2600" i="1" dirty="0">
                <a:solidFill>
                  <a:schemeClr val="accent2"/>
                </a:solidFill>
              </a:rPr>
              <a:t>Разпишете останалата част</a:t>
            </a:r>
            <a:endParaRPr lang="en-US" sz="2600" i="1" dirty="0">
              <a:solidFill>
                <a:schemeClr val="accent2"/>
              </a:solidFill>
            </a:endParaRPr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Оценки – решение</a:t>
            </a:r>
            <a:endParaRPr lang="en-US" dirty="0"/>
          </a:p>
        </p:txBody>
      </p:sp>
      <p:sp>
        <p:nvSpPr>
          <p:cNvPr id="8" name="Slide Number">
            <a:extLst>
              <a:ext uri="{FF2B5EF4-FFF2-40B4-BE49-F238E27FC236}">
                <a16:creationId xmlns:a16="http://schemas.microsoft.com/office/drawing/2014/main" id="{42E9801D-3284-4957-8E2C-08C2F2C7DD4D}"/>
              </a:ext>
            </a:extLst>
          </p:cNvPr>
          <p:cNvSpPr txBox="1">
            <a:spLocks/>
          </p:cNvSpPr>
          <p:nvPr/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defPPr>
              <a:defRPr lang="en-US"/>
            </a:defPPr>
            <a:lvl1pPr marL="0" algn="r" defTabSz="914400" rtl="0" eaLnBrk="1" latinLnBrk="0" hangingPunct="1"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2BF067CD-8E6B-4360-9AA8-C5DF2A48A6D1}" type="slidenum">
              <a:rPr lang="en-US" smtClean="0"/>
              <a:pPr/>
              <a:t>16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430617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4">
            <a:extLst>
              <a:ext uri="{FF2B5EF4-FFF2-40B4-BE49-F238E27FC236}">
                <a16:creationId xmlns:a16="http://schemas.microsoft.com/office/drawing/2014/main" id="{0E49D336-45B6-44D3-97C4-E28F8DEA202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69725" y="1577986"/>
            <a:ext cx="7581212" cy="4772369"/>
          </a:xfrm>
        </p:spPr>
        <p:txBody>
          <a:bodyPr/>
          <a:lstStyle>
            <a:lvl1pPr marL="514350" indent="-514350">
              <a:buFont typeface="Wingdings" panose="05000000000000000000" pitchFamily="2" charset="2"/>
              <a:buChar char="§"/>
              <a:defRPr>
                <a:solidFill>
                  <a:schemeClr val="bg2"/>
                </a:solidFill>
              </a:defRPr>
            </a:lvl1pPr>
            <a:lvl2pPr marL="1123935" indent="-514350"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</a:defRPr>
            </a:lvl2pPr>
            <a:lvl3pPr marL="1733520" indent="-514350"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</a:defRPr>
            </a:lvl3pPr>
            <a:lvl4pPr marL="2343105" indent="-514350"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</a:defRPr>
            </a:lvl4pPr>
            <a:lvl5pPr marL="2952689" indent="-514350"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…</a:t>
            </a:r>
          </a:p>
          <a:p>
            <a:pPr lvl="0"/>
            <a:r>
              <a:rPr lang="en-GB" dirty="0"/>
              <a:t>…</a:t>
            </a:r>
            <a:endParaRPr lang="en-US" dirty="0"/>
          </a:p>
          <a:p>
            <a:pPr lvl="0"/>
            <a:r>
              <a:rPr lang="en-GB" dirty="0"/>
              <a:t>…</a:t>
            </a:r>
            <a:endParaRPr lang="en-US" dirty="0"/>
          </a:p>
          <a:p>
            <a:pPr lvl="0"/>
            <a:endParaRPr lang="en-US" dirty="0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bg-BG" dirty="0"/>
              <a:t>Какво научихме днес?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3"/>
          </p:nvPr>
        </p:nvSpPr>
        <p:spPr>
          <a:xfrm>
            <a:off x="11566412" y="6397196"/>
            <a:ext cx="428822" cy="308845"/>
          </a:xfrm>
          <a:prstGeom prst="rect">
            <a:avLst/>
          </a:prstGeom>
        </p:spPr>
        <p:txBody>
          <a:bodyPr vert="horz" lIns="36000" tIns="36000" rIns="36000" bIns="36000" rtlCol="0" anchor="ctr"/>
          <a:lstStyle>
            <a:defPPr>
              <a:defRPr lang="en-US"/>
            </a:defPPr>
            <a:lvl1pPr marL="0" algn="r" defTabSz="914400" rtl="0" eaLnBrk="1" latinLnBrk="0" hangingPunct="1"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C014DD1E-5D91-48A3-AD6D-45FBA980D106}" type="slidenum">
              <a:rPr lang="en-US" smtClean="0"/>
              <a:pPr/>
              <a:t>17</a:t>
            </a:fld>
            <a:endParaRPr lang="en-US" dirty="0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EBAFE522-EB7D-4931-A015-9A7E8A98517D}"/>
              </a:ext>
            </a:extLst>
          </p:cNvPr>
          <p:cNvGrpSpPr/>
          <p:nvPr/>
        </p:nvGrpSpPr>
        <p:grpSpPr>
          <a:xfrm>
            <a:off x="196766" y="1314000"/>
            <a:ext cx="11798468" cy="5300339"/>
            <a:chOff x="472011" y="1508786"/>
            <a:chExt cx="3799787" cy="4865561"/>
          </a:xfrm>
        </p:grpSpPr>
        <p:sp>
          <p:nvSpPr>
            <p:cNvPr id="10" name="Rounded Rectangle 10">
              <a:extLst>
                <a:ext uri="{FF2B5EF4-FFF2-40B4-BE49-F238E27FC236}">
                  <a16:creationId xmlns:a16="http://schemas.microsoft.com/office/drawing/2014/main" id="{18F78F23-3D09-4B63-8DF9-D49CFBB145EE}"/>
                </a:ext>
              </a:extLst>
            </p:cNvPr>
            <p:cNvSpPr/>
            <p:nvPr userDrawn="1"/>
          </p:nvSpPr>
          <p:spPr>
            <a:xfrm>
              <a:off x="472011" y="1508786"/>
              <a:ext cx="3799787" cy="4865561"/>
            </a:xfrm>
            <a:prstGeom prst="roundRect">
              <a:avLst>
                <a:gd name="adj" fmla="val 3968"/>
              </a:avLst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399" dirty="0"/>
            </a:p>
          </p:txBody>
        </p:sp>
        <p:sp>
          <p:nvSpPr>
            <p:cNvPr id="11" name="Rounded Rectangle 16">
              <a:extLst>
                <a:ext uri="{FF2B5EF4-FFF2-40B4-BE49-F238E27FC236}">
                  <a16:creationId xmlns:a16="http://schemas.microsoft.com/office/drawing/2014/main" id="{F12C06CE-2BBE-46C2-B718-813794C58DF9}"/>
                </a:ext>
              </a:extLst>
            </p:cNvPr>
            <p:cNvSpPr/>
            <p:nvPr userDrawn="1"/>
          </p:nvSpPr>
          <p:spPr>
            <a:xfrm>
              <a:off x="540767" y="1781251"/>
              <a:ext cx="85794" cy="4320631"/>
            </a:xfrm>
            <a:prstGeom prst="roundRect">
              <a:avLst>
                <a:gd name="adj" fmla="val 50000"/>
              </a:avLst>
            </a:prstGeom>
            <a:solidFill>
              <a:schemeClr val="bg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399">
                <a:solidFill>
                  <a:schemeClr val="bg1"/>
                </a:solidFill>
              </a:endParaRPr>
            </a:p>
          </p:txBody>
        </p:sp>
        <p:sp>
          <p:nvSpPr>
            <p:cNvPr id="12" name="Half Frame 11">
              <a:extLst>
                <a:ext uri="{FF2B5EF4-FFF2-40B4-BE49-F238E27FC236}">
                  <a16:creationId xmlns:a16="http://schemas.microsoft.com/office/drawing/2014/main" id="{66CDBB1E-AF3C-43FC-9F34-2DD691F81726}"/>
                </a:ext>
              </a:extLst>
            </p:cNvPr>
            <p:cNvSpPr/>
            <p:nvPr userDrawn="1"/>
          </p:nvSpPr>
          <p:spPr>
            <a:xfrm rot="5400000">
              <a:off x="3762569" y="1912372"/>
              <a:ext cx="669775" cy="238503"/>
            </a:xfrm>
            <a:prstGeom prst="halfFrame">
              <a:avLst>
                <a:gd name="adj1" fmla="val 23728"/>
                <a:gd name="adj2" fmla="val 24642"/>
              </a:avLst>
            </a:prstGeom>
            <a:solidFill>
              <a:schemeClr val="bg2">
                <a:alpha val="23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399">
                <a:solidFill>
                  <a:schemeClr val="tx1"/>
                </a:solidFill>
              </a:endParaRPr>
            </a:p>
          </p:txBody>
        </p:sp>
      </p:grpSp>
      <p:sp>
        <p:nvSpPr>
          <p:cNvPr id="15" name="Content Placeholder 4">
            <a:extLst>
              <a:ext uri="{FF2B5EF4-FFF2-40B4-BE49-F238E27FC236}">
                <a16:creationId xmlns:a16="http://schemas.microsoft.com/office/drawing/2014/main" id="{B96A0DF8-27E7-4DC8-BBE3-7238AAAEB845}"/>
              </a:ext>
            </a:extLst>
          </p:cNvPr>
          <p:cNvSpPr txBox="1">
            <a:spLocks/>
          </p:cNvSpPr>
          <p:nvPr/>
        </p:nvSpPr>
        <p:spPr>
          <a:xfrm>
            <a:off x="668236" y="1610812"/>
            <a:ext cx="11113508" cy="4894130"/>
          </a:xfrm>
          <a:prstGeom prst="rect">
            <a:avLst/>
          </a:prstGeom>
        </p:spPr>
        <p:txBody>
          <a:bodyPr vert="horz" lIns="108000" tIns="36000" rIns="108000" bIns="36000" rtlCol="0">
            <a:noAutofit/>
          </a:bodyPr>
          <a:lstStyle>
            <a:lvl1pPr marL="456915" indent="-456915" algn="l" defTabSz="1218438" rtl="0" eaLnBrk="1" latinLnBrk="0" hangingPunct="1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 sz="33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89981" indent="-380762" algn="l" defTabSz="1218438" rtl="0" eaLnBrk="1" latinLnBrk="0" hangingPunct="1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 sz="31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048" indent="-304610" algn="l" defTabSz="1218438" rtl="0" eaLnBrk="1" latinLnBrk="0" hangingPunct="1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 sz="29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2267" indent="-304610" algn="l" defTabSz="1218438" rtl="0" eaLnBrk="1" latinLnBrk="0" hangingPunct="1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 sz="27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1485" indent="-304610" algn="l" defTabSz="1218438" rtl="0" eaLnBrk="1" latinLnBrk="0" hangingPunct="1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 sz="25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0704" indent="-304610" algn="l" defTabSz="121843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59924" indent="-304610" algn="l" defTabSz="121843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69143" indent="-304610" algn="l" defTabSz="121843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78362" indent="-304610" algn="l" defTabSz="121843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6565" indent="-456565">
              <a:lnSpc>
                <a:spcPct val="100000"/>
              </a:lnSpc>
              <a:buClr>
                <a:schemeClr val="bg2"/>
              </a:buClr>
            </a:pPr>
            <a:r>
              <a:rPr lang="ru-RU" sz="32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Функция</a:t>
            </a:r>
            <a:r>
              <a:rPr lang="ru-RU" sz="3200" dirty="0">
                <a:solidFill>
                  <a:schemeClr val="bg2"/>
                </a:solidFill>
              </a:rPr>
              <a:t> – </a:t>
            </a:r>
            <a:r>
              <a:rPr lang="ru-RU" sz="3200" b="1" dirty="0">
                <a:solidFill>
                  <a:schemeClr val="bg2"/>
                </a:solidFill>
              </a:rPr>
              <a:t>блок от код</a:t>
            </a:r>
            <a:r>
              <a:rPr lang="ru-RU" sz="3200" dirty="0">
                <a:solidFill>
                  <a:schemeClr val="bg2"/>
                </a:solidFill>
              </a:rPr>
              <a:t>, който се </a:t>
            </a:r>
            <a:r>
              <a:rPr lang="ru-RU" sz="3200" b="1" dirty="0">
                <a:solidFill>
                  <a:schemeClr val="bg2"/>
                </a:solidFill>
              </a:rPr>
              <a:t>изпълнява</a:t>
            </a:r>
            <a:r>
              <a:rPr lang="ru-RU" sz="3200" dirty="0">
                <a:solidFill>
                  <a:schemeClr val="bg2"/>
                </a:solidFill>
              </a:rPr>
              <a:t> само когато бъде </a:t>
            </a:r>
            <a:r>
              <a:rPr lang="ru-RU" sz="3200" b="1" dirty="0">
                <a:solidFill>
                  <a:schemeClr val="bg2"/>
                </a:solidFill>
              </a:rPr>
              <a:t>извикан</a:t>
            </a:r>
          </a:p>
          <a:p>
            <a:pPr marL="989631" lvl="1" indent="-456565">
              <a:lnSpc>
                <a:spcPct val="100000"/>
              </a:lnSpc>
              <a:buClr>
                <a:schemeClr val="bg2"/>
              </a:buClr>
            </a:pPr>
            <a:r>
              <a:rPr lang="ru-RU" sz="2800" b="1" dirty="0">
                <a:solidFill>
                  <a:schemeClr val="bg2"/>
                </a:solidFill>
              </a:rPr>
              <a:t>Подобрява</a:t>
            </a:r>
            <a:r>
              <a:rPr lang="ru-RU" sz="2800" dirty="0">
                <a:solidFill>
                  <a:schemeClr val="bg2"/>
                </a:solidFill>
              </a:rPr>
              <a:t> и </a:t>
            </a:r>
            <a:r>
              <a:rPr lang="ru-RU" sz="2800" b="1" dirty="0">
                <a:solidFill>
                  <a:schemeClr val="bg2"/>
                </a:solidFill>
              </a:rPr>
              <a:t>улеснява</a:t>
            </a:r>
            <a:r>
              <a:rPr lang="ru-RU" sz="2800" dirty="0">
                <a:solidFill>
                  <a:schemeClr val="bg2"/>
                </a:solidFill>
              </a:rPr>
              <a:t> писането на код</a:t>
            </a:r>
          </a:p>
          <a:p>
            <a:pPr marL="456565" indent="-456565">
              <a:lnSpc>
                <a:spcPct val="100000"/>
              </a:lnSpc>
              <a:buClr>
                <a:schemeClr val="bg2"/>
              </a:buClr>
            </a:pPr>
            <a:r>
              <a:rPr lang="ru-RU" sz="3200" dirty="0">
                <a:solidFill>
                  <a:schemeClr val="bg2"/>
                </a:solidFill>
              </a:rPr>
              <a:t>Използване </a:t>
            </a:r>
            <a:r>
              <a:rPr lang="ru-RU" sz="3200" b="1" dirty="0">
                <a:solidFill>
                  <a:schemeClr val="bg2"/>
                </a:solidFill>
              </a:rPr>
              <a:t>ключовата дума </a:t>
            </a:r>
            <a:r>
              <a:rPr lang="en-GB" sz="32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def</a:t>
            </a:r>
            <a:r>
              <a:rPr lang="bg-BG" sz="3200" dirty="0">
                <a:solidFill>
                  <a:schemeClr val="bg2"/>
                </a:solidFill>
              </a:rPr>
              <a:t>, за да </a:t>
            </a:r>
            <a:r>
              <a:rPr lang="bg-BG" sz="3200" b="1" dirty="0">
                <a:solidFill>
                  <a:schemeClr val="bg2"/>
                </a:solidFill>
              </a:rPr>
              <a:t>декларираме</a:t>
            </a:r>
            <a:r>
              <a:rPr lang="bg-BG" sz="3200" dirty="0">
                <a:solidFill>
                  <a:schemeClr val="bg2"/>
                </a:solidFill>
              </a:rPr>
              <a:t> функция:</a:t>
            </a:r>
          </a:p>
          <a:p>
            <a:pPr marL="989631" lvl="1" indent="-456565">
              <a:lnSpc>
                <a:spcPct val="100000"/>
              </a:lnSpc>
              <a:buClr>
                <a:schemeClr val="bg2"/>
              </a:buClr>
            </a:pPr>
            <a:r>
              <a:rPr lang="en-GB" sz="28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def</a:t>
            </a:r>
            <a:r>
              <a:rPr lang="en-GB" sz="2800" dirty="0">
                <a:solidFill>
                  <a:schemeClr val="bg2"/>
                </a:solidFill>
              </a:rPr>
              <a:t> </a:t>
            </a:r>
            <a:r>
              <a:rPr lang="en-GB" sz="2800" b="1" dirty="0">
                <a:solidFill>
                  <a:schemeClr val="bg2"/>
                </a:solidFill>
              </a:rPr>
              <a:t>greet_members():</a:t>
            </a:r>
            <a:endParaRPr lang="bg-BG" sz="2800" b="1" dirty="0">
              <a:solidFill>
                <a:schemeClr val="bg2"/>
              </a:solidFill>
            </a:endParaRPr>
          </a:p>
          <a:p>
            <a:pPr marL="456565" indent="-456565">
              <a:lnSpc>
                <a:spcPct val="100000"/>
              </a:lnSpc>
              <a:buClr>
                <a:schemeClr val="bg2"/>
              </a:buClr>
            </a:pPr>
            <a:r>
              <a:rPr lang="bg-BG" sz="3200" b="1" dirty="0">
                <a:solidFill>
                  <a:schemeClr val="bg2"/>
                </a:solidFill>
              </a:rPr>
              <a:t>Ключовата дума </a:t>
            </a:r>
            <a:r>
              <a:rPr lang="en-GB" sz="32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return</a:t>
            </a:r>
            <a:r>
              <a:rPr lang="bg-BG" sz="3200" b="1" dirty="0">
                <a:solidFill>
                  <a:schemeClr val="bg2"/>
                </a:solidFill>
              </a:rPr>
              <a:t> </a:t>
            </a:r>
            <a:r>
              <a:rPr lang="bg-BG" sz="3200" dirty="0">
                <a:solidFill>
                  <a:schemeClr val="bg2"/>
                </a:solidFill>
              </a:rPr>
              <a:t>позволява на функциите да връщат стойности</a:t>
            </a:r>
          </a:p>
        </p:txBody>
      </p:sp>
    </p:spTree>
    <p:extLst>
      <p:ext uri="{BB962C8B-B14F-4D97-AF65-F5344CB8AC3E}">
        <p14:creationId xmlns:p14="http://schemas.microsoft.com/office/powerpoint/2010/main" val="35283944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Title">
            <a:extLst>
              <a:ext uri="{FF2B5EF4-FFF2-40B4-BE49-F238E27FC236}">
                <a16:creationId xmlns:a16="http://schemas.microsoft.com/office/drawing/2014/main" id="{FA0703FC-0F8F-4C80-A615-E4B381EC0E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Въпроси</a:t>
            </a:r>
            <a:r>
              <a:rPr lang="en-US" dirty="0"/>
              <a:t>?</a:t>
            </a:r>
          </a:p>
        </p:txBody>
      </p:sp>
      <p:sp>
        <p:nvSpPr>
          <p:cNvPr id="2" name="Rectangle Bottom Copyright">
            <a:extLst>
              <a:ext uri="{FF2B5EF4-FFF2-40B4-BE49-F238E27FC236}">
                <a16:creationId xmlns:a16="http://schemas.microsoft.com/office/drawing/2014/main" id="{664812A4-2991-44D1-BFE9-32E55AADF8A5}"/>
              </a:ext>
            </a:extLst>
          </p:cNvPr>
          <p:cNvSpPr/>
          <p:nvPr/>
        </p:nvSpPr>
        <p:spPr>
          <a:xfrm>
            <a:off x="111000" y="6454758"/>
            <a:ext cx="11970000" cy="304242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bg-BG" sz="1600" dirty="0">
                <a:solidFill>
                  <a:schemeClr val="bg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Проект "</a:t>
            </a:r>
            <a:r>
              <a:rPr lang="bg-BG" sz="1600" dirty="0">
                <a:solidFill>
                  <a:schemeClr val="bg1">
                    <a:lumMod val="20000"/>
                    <a:lumOff val="8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Отворено учебно съдържание по програмиране и ИТ</a:t>
            </a:r>
            <a:r>
              <a:rPr lang="bg-BG" sz="1600" dirty="0">
                <a:solidFill>
                  <a:schemeClr val="bg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", СофтУни Фондация (лиценз </a:t>
            </a:r>
            <a:r>
              <a:rPr lang="en-US" sz="1600" dirty="0">
                <a:solidFill>
                  <a:schemeClr val="bg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CC-BY-NC-SA</a:t>
            </a:r>
            <a:r>
              <a:rPr lang="bg-BG" sz="1600" dirty="0">
                <a:solidFill>
                  <a:schemeClr val="bg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)</a:t>
            </a:r>
            <a:endParaRPr lang="bg-BG" sz="2400" dirty="0">
              <a:solidFill>
                <a:schemeClr val="bg2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725349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">
            <a:extLst>
              <a:ext uri="{FF2B5EF4-FFF2-40B4-BE49-F238E27FC236}">
                <a16:creationId xmlns:a16="http://schemas.microsoft.com/office/drawing/2014/main" id="{F48C3C93-90A1-4D31-BEA6-B54D1106CE3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smtClean="0"/>
              <a:pPr/>
              <a:t>19</a:t>
            </a:fld>
            <a:endParaRPr lang="en-US" dirty="0"/>
          </a:p>
        </p:txBody>
      </p:sp>
      <p:sp>
        <p:nvSpPr>
          <p:cNvPr id="2" name="Slide Body">
            <a:extLst>
              <a:ext uri="{FF2B5EF4-FFF2-40B4-BE49-F238E27FC236}">
                <a16:creationId xmlns:a16="http://schemas.microsoft.com/office/drawing/2014/main" id="{980F49B1-E4BE-4389-A747-7AB9B71AD92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90402" y="1269001"/>
            <a:ext cx="9865598" cy="2474999"/>
          </a:xfrm>
        </p:spPr>
        <p:txBody>
          <a:bodyPr>
            <a:normAutofit/>
          </a:bodyPr>
          <a:lstStyle/>
          <a:p>
            <a:pPr>
              <a:lnSpc>
                <a:spcPct val="120000"/>
              </a:lnSpc>
            </a:pPr>
            <a:r>
              <a:rPr lang="bg-BG" sz="3200" dirty="0"/>
              <a:t>Този курс</a:t>
            </a:r>
            <a:r>
              <a:rPr lang="en-US" sz="3200" dirty="0"/>
              <a:t> (</a:t>
            </a:r>
            <a:r>
              <a:rPr lang="bg-BG" sz="3200" dirty="0"/>
              <a:t>презентации, примери, демонстрационен код, упражнения, домашни, видео и други активи</a:t>
            </a:r>
            <a:r>
              <a:rPr lang="en-US" sz="3200" dirty="0"/>
              <a:t>) </a:t>
            </a:r>
            <a:r>
              <a:rPr lang="bg-BG" sz="3200" dirty="0"/>
              <a:t>представлява</a:t>
            </a:r>
            <a:r>
              <a:rPr lang="en-US" sz="3200" dirty="0"/>
              <a:t> </a:t>
            </a:r>
            <a:r>
              <a:rPr lang="bg-BG" sz="3200" b="1" dirty="0"/>
              <a:t>свободно учебно съдържание </a:t>
            </a:r>
            <a:r>
              <a:rPr lang="bg-BG" sz="3200" dirty="0"/>
              <a:t>и се разпространява под свободен лиценз </a:t>
            </a:r>
            <a:r>
              <a:rPr lang="en-US" sz="3200" b="1" dirty="0"/>
              <a:t>CC-BY-NC-SA</a:t>
            </a:r>
            <a:endParaRPr lang="bg-BG" sz="3200" dirty="0"/>
          </a:p>
        </p:txBody>
      </p:sp>
      <p:pic>
        <p:nvPicPr>
          <p:cNvPr id="6" name="Picture License" descr="License">
            <a:extLst>
              <a:ext uri="{FF2B5EF4-FFF2-40B4-BE49-F238E27FC236}">
                <a16:creationId xmlns:a16="http://schemas.microsoft.com/office/drawing/2014/main" id="{82BA520F-A037-4E01-AA18-27D9F1E930A6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0226175" y="1440120"/>
            <a:ext cx="1198986" cy="1268880"/>
          </a:xfrm>
          <a:prstGeom prst="rect">
            <a:avLst/>
          </a:prstGeom>
        </p:spPr>
      </p:pic>
      <p:sp>
        <p:nvSpPr>
          <p:cNvPr id="3" name="Slide Title">
            <a:extLst>
              <a:ext uri="{FF2B5EF4-FFF2-40B4-BE49-F238E27FC236}">
                <a16:creationId xmlns:a16="http://schemas.microsoft.com/office/drawing/2014/main" id="{E5F1FB41-80C3-4816-BC47-CCC50632E6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Лиценз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C18DF19-B750-4C88-975B-661A6BF61F5E}"/>
              </a:ext>
            </a:extLst>
          </p:cNvPr>
          <p:cNvSpPr txBox="1"/>
          <p:nvPr/>
        </p:nvSpPr>
        <p:spPr>
          <a:xfrm>
            <a:off x="190401" y="3927519"/>
            <a:ext cx="11710599" cy="1979644"/>
          </a:xfrm>
          <a:prstGeom prst="rect">
            <a:avLst/>
          </a:prstGeom>
          <a:noFill/>
          <a:ln w="12700">
            <a:noFill/>
          </a:ln>
        </p:spPr>
        <p:txBody>
          <a:bodyPr wrap="square">
            <a:spAutoFit/>
          </a:bodyPr>
          <a:lstStyle/>
          <a:p>
            <a:pPr marL="360363" indent="-360363" defTabSz="1218438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/>
            </a:pPr>
            <a:r>
              <a:rPr lang="bg-BG" sz="3200" dirty="0"/>
              <a:t>Проект "</a:t>
            </a:r>
            <a:r>
              <a:rPr lang="bg-BG" sz="3200" b="1" dirty="0"/>
              <a:t>Отворено учебно съдържание по програмиране и ИТ</a:t>
            </a:r>
            <a:r>
              <a:rPr lang="bg-BG" sz="3200" dirty="0"/>
              <a:t>" към Фондация "Софтуерен университет"</a:t>
            </a:r>
            <a:r>
              <a:rPr lang="en-US" sz="3200" dirty="0"/>
              <a:t>:</a:t>
            </a:r>
            <a:endParaRPr lang="bg-BG" sz="3200" dirty="0"/>
          </a:p>
          <a:p>
            <a:pPr marL="817563" lvl="1" indent="-360363" defTabSz="1218438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234465"/>
                </a:solidFill>
                <a:effectLst/>
                <a:uLnTx/>
                <a:uFillTx/>
                <a:latin typeface="Calibri"/>
                <a:ea typeface="+mn-ea"/>
                <a:cs typeface="+mn-cs"/>
                <a:hlinkClick r:id="rId4"/>
              </a:rPr>
              <a:t>https://github.com/BG-IT-Edu</a:t>
            </a:r>
            <a:endParaRPr kumimoji="0" lang="bg-BG" sz="3200" b="0" i="0" u="none" strike="noStrike" kern="1200" cap="none" spc="0" normalizeH="0" baseline="0" noProof="0" dirty="0">
              <a:ln>
                <a:noFill/>
              </a:ln>
              <a:solidFill>
                <a:srgbClr val="234465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7" name="Picture 6" title="CC-BY-NC-SA License">
            <a:hlinkClick r:id="rId5" tooltip="This work is licensed under the &quot;Creative Commons Attribution-NonCommercial-ShareAlike 4.0 International&quot; license"/>
            <a:extLst>
              <a:ext uri="{FF2B5EF4-FFF2-40B4-BE49-F238E27FC236}">
                <a16:creationId xmlns:a16="http://schemas.microsoft.com/office/drawing/2014/main" id="{F6C77C47-F7D8-A176-5C69-7FDE5C7E800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9831000" y="2908593"/>
            <a:ext cx="1989336" cy="696022"/>
          </a:xfrm>
          <a:prstGeom prst="roundRect">
            <a:avLst>
              <a:gd name="adj" fmla="val 3940"/>
            </a:avLst>
          </a:prstGeom>
          <a:solidFill>
            <a:srgbClr val="231F20">
              <a:alpha val="50000"/>
            </a:srgbClr>
          </a:solidFill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8792760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>
</file>

<file path=ppt/theme/theme1.xml><?xml version="1.0" encoding="utf-8"?>
<a:theme xmlns:a="http://schemas.openxmlformats.org/drawingml/2006/main" name="SoftUni">
  <a:themeElements>
    <a:clrScheme name="Custom 2">
      <a:dk1>
        <a:srgbClr val="234465"/>
      </a:dk1>
      <a:lt1>
        <a:srgbClr val="BF7800"/>
      </a:lt1>
      <a:dk2>
        <a:srgbClr val="234465"/>
      </a:dk2>
      <a:lt2>
        <a:srgbClr val="FFFFFF"/>
      </a:lt2>
      <a:accent1>
        <a:srgbClr val="FFA000"/>
      </a:accent1>
      <a:accent2>
        <a:srgbClr val="00B050"/>
      </a:accent2>
      <a:accent3>
        <a:srgbClr val="44A9F8"/>
      </a:accent3>
      <a:accent4>
        <a:srgbClr val="7030A0"/>
      </a:accent4>
      <a:accent5>
        <a:srgbClr val="67748E"/>
      </a:accent5>
      <a:accent6>
        <a:srgbClr val="F4F5F7"/>
      </a:accent6>
      <a:hlink>
        <a:srgbClr val="BF7800"/>
      </a:hlink>
      <a:folHlink>
        <a:srgbClr val="EF9511"/>
      </a:folHlink>
    </a:clrScheme>
    <a:fontScheme name="SoftUni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chemeClr val="dk2">
            <a:alpha val="80000"/>
          </a:schemeClr>
        </a:solidFill>
        <a:ln w="19050">
          <a:solidFill>
            <a:schemeClr val="tx1">
              <a:lumMod val="75000"/>
              <a:alpha val="80000"/>
            </a:schemeClr>
          </a:solidFill>
        </a:ln>
        <a:effectLst/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sz="2800" b="1" dirty="0">
            <a:solidFill>
              <a:srgbClr val="FFFFFF"/>
            </a:solidFill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defRPr>
        </a:defPPr>
      </a:lstStyle>
      <a:style>
        <a:lnRef idx="2">
          <a:schemeClr val="accent1">
            <a:shade val="50000"/>
          </a:schemeClr>
        </a:lnRef>
        <a:fillRef idx="1001">
          <a:schemeClr val="dk2"/>
        </a:fillRef>
        <a:effectRef idx="0">
          <a:schemeClr val="accent1"/>
        </a:effectRef>
        <a:fontRef idx="minor">
          <a:schemeClr val="lt1"/>
        </a:fontRef>
      </a:style>
    </a:spDef>
    <a:txDef>
      <a:spPr>
        <a:solidFill>
          <a:schemeClr val="accent6">
            <a:lumMod val="75000"/>
            <a:alpha val="15000"/>
          </a:schemeClr>
        </a:solidFill>
        <a:ln w="12700">
          <a:solidFill>
            <a:schemeClr val="tx1">
              <a:lumMod val="75000"/>
            </a:schemeClr>
          </a:solidFill>
        </a:ln>
      </a:spPr>
      <a:bodyPr vert="horz" wrap="square" lIns="144000" tIns="108000" rIns="144000" bIns="108000" rtlCol="0">
        <a:spAutoFit/>
      </a:bodyPr>
      <a:lstStyle>
        <a:defPPr algn="l" eaLnBrk="0" hangingPunct="0">
          <a:lnSpc>
            <a:spcPct val="110000"/>
          </a:lnSpc>
          <a:buClr>
            <a:schemeClr val="accent5">
              <a:lumMod val="40000"/>
              <a:lumOff val="60000"/>
            </a:schemeClr>
          </a:buClr>
          <a:buSzPct val="70000"/>
          <a:defRPr sz="2400" dirty="0"/>
        </a:defPPr>
      </a:lstStyle>
    </a:txDef>
  </a:objectDefaults>
  <a:extraClrSchemeLst/>
  <a:extLst>
    <a:ext uri="{05A4C25C-085E-4340-85A3-A5531E510DB2}">
      <thm15:themeFamily xmlns:thm15="http://schemas.microsoft.com/office/thememl/2012/main" name="SoftUni" id="{D61FAD9B-6E74-4E03-BFE4-B363D484F1DA}" vid="{7089C1A3-635B-4B03-A017-DAF10A3A396B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6649</TotalTime>
  <Words>896</Words>
  <Application>Microsoft Office PowerPoint</Application>
  <PresentationFormat>Widescreen</PresentationFormat>
  <Paragraphs>148</Paragraphs>
  <Slides>19</Slides>
  <Notes>6</Notes>
  <HiddenSlides>1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5" baseType="lpstr">
      <vt:lpstr>Arial</vt:lpstr>
      <vt:lpstr>Calibri</vt:lpstr>
      <vt:lpstr>Comic Sans MS</vt:lpstr>
      <vt:lpstr>Consolas</vt:lpstr>
      <vt:lpstr>Wingdings</vt:lpstr>
      <vt:lpstr>SoftUni</vt:lpstr>
      <vt:lpstr>Функции в Python</vt:lpstr>
      <vt:lpstr>Съдържание</vt:lpstr>
      <vt:lpstr>Функции в Python</vt:lpstr>
      <vt:lpstr>Функция</vt:lpstr>
      <vt:lpstr>Параметър vs. аргумент</vt:lpstr>
      <vt:lpstr>Предимства на функциите</vt:lpstr>
      <vt:lpstr>Вградени функции</vt:lpstr>
      <vt:lpstr>Деклариране и извикване на функции</vt:lpstr>
      <vt:lpstr>Деклариране на функция</vt:lpstr>
      <vt:lpstr>Извикване на функция (1)</vt:lpstr>
      <vt:lpstr>Извикване на функция (2)</vt:lpstr>
      <vt:lpstr>Return</vt:lpstr>
      <vt:lpstr>Ключовата дума return (1)</vt:lpstr>
      <vt:lpstr>Ключовата дума return (2)</vt:lpstr>
      <vt:lpstr>Оценки – условие</vt:lpstr>
      <vt:lpstr>Оценки – решение</vt:lpstr>
      <vt:lpstr>Какво научихме днес?</vt:lpstr>
      <vt:lpstr>Въпроси?</vt:lpstr>
      <vt:lpstr>Лиценз</vt:lpstr>
    </vt:vector>
  </TitlesOfParts>
  <Company>BG-IT-Edu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Функции в Python</dc:title>
  <dc:subject>КМИТ - 6 клас</dc:subject>
  <dc:creator>BG-IT-Edu</dc:creator>
  <cp:keywords>programming; training; course</cp:keywords>
  <dc:description>Open Programming and IT Courseware for IT Teachers (BG-IT-Edu): https://github.com/BG-IT-Edu
With the kind support of SoftUni: https://softuni.bg</dc:description>
  <cp:lastModifiedBy>Zaraliev</cp:lastModifiedBy>
  <cp:revision>2334</cp:revision>
  <dcterms:created xsi:type="dcterms:W3CDTF">2018-05-23T13:08:44Z</dcterms:created>
  <dcterms:modified xsi:type="dcterms:W3CDTF">2026-09-25T09:08:01Z</dcterms:modified>
  <cp:category/>
</cp:coreProperties>
</file>