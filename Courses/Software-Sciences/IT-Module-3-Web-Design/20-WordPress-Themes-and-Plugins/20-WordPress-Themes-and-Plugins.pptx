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tags/tag1.xml" ContentType="application/vnd.openxmlformats-officedocument.presentationml.tags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5" r:id="rId1"/>
  </p:sldMasterIdLst>
  <p:notesMasterIdLst>
    <p:notesMasterId r:id="rId24"/>
  </p:notesMasterIdLst>
  <p:handoutMasterIdLst>
    <p:handoutMasterId r:id="rId25"/>
  </p:handoutMasterIdLst>
  <p:sldIdLst>
    <p:sldId id="503" r:id="rId2"/>
    <p:sldId id="276" r:id="rId3"/>
    <p:sldId id="353" r:id="rId4"/>
    <p:sldId id="497" r:id="rId5"/>
    <p:sldId id="903" r:id="rId6"/>
    <p:sldId id="904" r:id="rId7"/>
    <p:sldId id="905" r:id="rId8"/>
    <p:sldId id="610" r:id="rId9"/>
    <p:sldId id="902" r:id="rId10"/>
    <p:sldId id="906" r:id="rId11"/>
    <p:sldId id="907" r:id="rId12"/>
    <p:sldId id="908" r:id="rId13"/>
    <p:sldId id="909" r:id="rId14"/>
    <p:sldId id="616" r:id="rId15"/>
    <p:sldId id="874" r:id="rId16"/>
    <p:sldId id="654" r:id="rId17"/>
    <p:sldId id="881" r:id="rId18"/>
    <p:sldId id="910" r:id="rId19"/>
    <p:sldId id="896" r:id="rId20"/>
    <p:sldId id="633" r:id="rId21"/>
    <p:sldId id="504" r:id="rId22"/>
    <p:sldId id="505" r:id="rId2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Въведение" id="{A0C7653D-1924-4F56-9E27-AA2B21F1DA92}">
          <p14:sldIdLst>
            <p14:sldId id="503"/>
            <p14:sldId id="276"/>
          </p14:sldIdLst>
        </p14:section>
        <p14:section name="WordPress теми" id="{66DCFE1F-60FD-44F2-BE82-706DDBC14898}">
          <p14:sldIdLst>
            <p14:sldId id="353"/>
            <p14:sldId id="497"/>
            <p14:sldId id="903"/>
            <p14:sldId id="904"/>
            <p14:sldId id="905"/>
          </p14:sldIdLst>
        </p14:section>
        <p14:section name="WordPress добавки" id="{EB44CA50-B176-0C4C-B0D0-5459023C7783}">
          <p14:sldIdLst>
            <p14:sldId id="610"/>
            <p14:sldId id="902"/>
            <p14:sldId id="906"/>
            <p14:sldId id="907"/>
            <p14:sldId id="908"/>
            <p14:sldId id="909"/>
          </p14:sldIdLst>
        </p14:section>
        <p14:section name="Добри практики" id="{2B3E1915-4BA2-9447-BC07-AE658EE7EC35}">
          <p14:sldIdLst>
            <p14:sldId id="616"/>
            <p14:sldId id="874"/>
          </p14:sldIdLst>
        </p14:section>
        <p14:section name="Демо" id="{276EAB92-AF41-DD42-AFD3-D1ABB239E1A7}">
          <p14:sldIdLst>
            <p14:sldId id="654"/>
            <p14:sldId id="881"/>
            <p14:sldId id="910"/>
            <p14:sldId id="896"/>
          </p14:sldIdLst>
        </p14:section>
        <p14:section name="Заключение" id="{E19D07F1-86E2-47E9-B2AB-7ADC4F89DC12}">
          <p14:sldIdLst>
            <p14:sldId id="633"/>
            <p14:sldId id="504"/>
            <p14:sldId id="505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84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CB4BF2F8-D32F-9387-A6CE-368ED6EFDCF0}" name="Zaraliev" initials="KZ" userId="S::Zaraliev@students.softuni.bg::e1c6524a-140e-4108-9ad5-216363431969" providerId="AD"/>
</p188:authorLst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PC" initials="P" lastIdx="8" clrIdx="0">
    <p:extLst>
      <p:ext uri="{19B8F6BF-5375-455C-9EA6-DF929625EA0E}">
        <p15:presenceInfo xmlns:p15="http://schemas.microsoft.com/office/powerpoint/2012/main" userId="PC" providerId="None"/>
      </p:ext>
    </p:extLst>
  </p:cmAuthor>
  <p:cmAuthor id="2" name="Mirela Damyanova" initials="MD" lastIdx="6" clrIdx="1">
    <p:extLst>
      <p:ext uri="{19B8F6BF-5375-455C-9EA6-DF929625EA0E}">
        <p15:presenceInfo xmlns:p15="http://schemas.microsoft.com/office/powerpoint/2012/main" userId="Mirela Damyanova" providerId="None"/>
      </p:ext>
    </p:extLst>
  </p:cmAuthor>
  <p:cmAuthor id="3" name="Zaraliev" initials="KZ" lastIdx="1" clrIdx="2">
    <p:extLst>
      <p:ext uri="{19B8F6BF-5375-455C-9EA6-DF929625EA0E}">
        <p15:presenceInfo xmlns:p15="http://schemas.microsoft.com/office/powerpoint/2012/main" userId="S::Zaraliev@students.softuni.bg::e1c6524a-140e-4108-9ad5-216363431969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A9100"/>
    <a:srgbClr val="234465"/>
    <a:srgbClr val="ADB4C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775DCB02-9BB8-47FD-8907-85C794F793BA}" styleName="Themed Style 1 - Accent 4">
    <a:tblBg>
      <a:fillRef idx="2">
        <a:schemeClr val="accent4"/>
      </a:fillRef>
      <a:effectRef idx="1">
        <a:schemeClr val="accent4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Ref idx="1">
              <a:schemeClr val="accent4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  <a:fill>
          <a:solidFill>
            <a:schemeClr val="accent4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4"/>
            </a:lnRef>
          </a:left>
          <a:right>
            <a:lnRef idx="2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2">
              <a:schemeClr val="accent4"/>
            </a:lnRef>
          </a:top>
          <a:bottom>
            <a:lnRef idx="2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4"/>
          </a:solidFill>
        </a:fill>
      </a:tcStyle>
    </a:firstRow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Medium Style 2 –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505E3EF-67EA-436B-97B2-0124C06EBD24}" styleName="Medium Style 4 – Accent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3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3">
              <a:tint val="20000"/>
            </a:schemeClr>
          </a:solidFill>
        </a:fill>
      </a:tcStyle>
    </a:firstRow>
  </a:tblStyle>
  <a:tblStyle styleId="{16D9F66E-5EB9-4882-86FB-DCBF35E3C3E4}" styleName="Medium Style 4 – Accent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6"/>
              </a:solidFill>
            </a:ln>
          </a:top>
        </a:tcBdr>
        <a:fill>
          <a:solidFill>
            <a:schemeClr val="accent6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6">
              <a:tint val="20000"/>
            </a:schemeClr>
          </a:solidFill>
        </a:fill>
      </a:tcStyle>
    </a:firstRow>
  </a:tblStyle>
  <a:tblStyle styleId="{22838BEF-8BB2-4498-84A7-C5851F593DF1}" styleName="Medium Style 4 – Acc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5"/>
              </a:solidFill>
            </a:ln>
          </a:top>
        </a:tcBdr>
        <a:fill>
          <a:solidFill>
            <a:schemeClr val="accent5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5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7491" autoAdjust="0"/>
    <p:restoredTop sz="95274" autoAdjust="0"/>
  </p:normalViewPr>
  <p:slideViewPr>
    <p:cSldViewPr showGuides="1">
      <p:cViewPr varScale="1">
        <p:scale>
          <a:sx n="104" d="100"/>
          <a:sy n="104" d="100"/>
        </p:scale>
        <p:origin x="216" y="280"/>
      </p:cViewPr>
      <p:guideLst>
        <p:guide orient="horz" pos="2184"/>
        <p:guide pos="3840"/>
      </p:guideLst>
    </p:cSldViewPr>
  </p:slideViewPr>
  <p:outlineViewPr>
    <p:cViewPr>
      <p:scale>
        <a:sx n="33" d="100"/>
        <a:sy n="33" d="100"/>
      </p:scale>
      <p:origin x="0" y="-9989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100" d="100"/>
        <a:sy n="100" d="100"/>
      </p:scale>
      <p:origin x="0" y="-6566"/>
    </p:cViewPr>
  </p:sorterViewPr>
  <p:notesViewPr>
    <p:cSldViewPr>
      <p:cViewPr varScale="1">
        <p:scale>
          <a:sx n="60" d="100"/>
          <a:sy n="60" d="100"/>
        </p:scale>
        <p:origin x="3187" y="48"/>
      </p:cViewPr>
      <p:guideLst/>
    </p:cSldViewPr>
  </p:notesViewPr>
  <p:gridSpacing cx="45000" cy="450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commentAuthors" Target="commentAuthor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handoutMaster" Target="handoutMasters/handout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microsoft.com/office/2018/10/relationships/authors" Target="author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handoutMasters/_rels/handoutMaster1.xml.rels><?xml version="1.0" encoding="UTF-8" standalone="yes"?>
<Relationships xmlns="http://schemas.openxmlformats.org/package/2006/relationships"><Relationship Id="rId2" Type="http://schemas.openxmlformats.org/officeDocument/2006/relationships/hyperlink" Target="https://softuni.org/" TargetMode="External"/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56F20103-83CC-4A54-8FDE-9D37FC2629C0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bg-BG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7A53962-26EF-44E4-9E69-61B1727AB1C2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E087215-0C8F-4762-A664-737A353EC9A4}" type="datetimeFigureOut">
              <a:rPr lang="bg-BG" smtClean="0"/>
              <a:t>21.08.26 г.</a:t>
            </a:fld>
            <a:endParaRPr lang="bg-BG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8A6967E-448F-4887-8FCB-34482EFBCC74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-1" y="8892000"/>
            <a:ext cx="6443999" cy="252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r>
              <a:rPr lang="bg-BG" sz="1100" dirty="0"/>
              <a:t>Работна група </a:t>
            </a:r>
            <a:r>
              <a:rPr lang="ru-RU" sz="1100" dirty="0"/>
              <a:t>"Образование по програмиране и ИТ</a:t>
            </a:r>
            <a:r>
              <a:rPr lang="bg-BG" sz="1100" dirty="0"/>
              <a:t>", с подкрепата на </a:t>
            </a:r>
            <a:r>
              <a:rPr lang="en-US" sz="1100" dirty="0">
                <a:hlinkClick r:id="rId2"/>
              </a:rPr>
              <a:t>SoftUni</a:t>
            </a:r>
            <a:endParaRPr lang="en-US" sz="1100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B6554C2-DDBA-40E2-9536-53A07EC50274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6443999" y="8892000"/>
            <a:ext cx="412413" cy="252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AC318AE-53F9-47EA-B5FE-E9473933AF11}" type="slidenum">
              <a:rPr lang="bg-BG" smtClean="0"/>
              <a:t>‹#›</a:t>
            </a:fld>
            <a:endParaRPr lang="bg-BG" dirty="0"/>
          </a:p>
        </p:txBody>
      </p:sp>
    </p:spTree>
    <p:extLst>
      <p:ext uri="{BB962C8B-B14F-4D97-AF65-F5344CB8AC3E}">
        <p14:creationId xmlns:p14="http://schemas.microsoft.com/office/powerpoint/2010/main" val="4150602968"/>
      </p:ext>
    </p:extLst>
  </p:cSld>
  <p:clrMap bg1="lt1" tx1="dk1" bg2="lt2" tx2="dk2" accent1="accent1" accent2="accent2" accent3="accent3" accent4="accent4" accent5="accent5" accent6="accent6" hlink="hlink" folHlink="folHlink"/>
  <p:hf hdr="0" dt="0"/>
</p:handoutMaster>
</file>

<file path=ppt/notesMasters/_rels/notesMaster1.xml.rels><?xml version="1.0" encoding="UTF-8" standalone="yes"?>
<Relationships xmlns="http://schemas.openxmlformats.org/package/2006/relationships"><Relationship Id="rId2" Type="http://schemas.openxmlformats.org/officeDocument/2006/relationships/hyperlink" Target="https://softuni.org/" TargetMode="External"/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2D84649-876A-46C9-8472-14CB09C070D8}" type="datetimeFigureOut">
              <a:rPr lang="en-US" smtClean="0"/>
              <a:t>8/21/26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6488999" y="8892000"/>
            <a:ext cx="367414" cy="252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BF067CD-8E6B-4360-9AA8-C5DF2A48A6D1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AC3A49B-3196-44DF-AC28-085C72EFBFF0}"/>
              </a:ext>
            </a:extLst>
          </p:cNvPr>
          <p:cNvSpPr>
            <a:spLocks noGrp="1"/>
          </p:cNvSpPr>
          <p:nvPr>
            <p:ph type="ftr" sz="quarter" idx="4"/>
          </p:nvPr>
        </p:nvSpPr>
        <p:spPr>
          <a:xfrm>
            <a:off x="-1" y="8892000"/>
            <a:ext cx="6488999" cy="252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100"/>
            </a:lvl1pPr>
          </a:lstStyle>
          <a:p>
            <a:r>
              <a:rPr lang="bg-BG" sz="1100" dirty="0"/>
              <a:t>Работна група </a:t>
            </a:r>
            <a:r>
              <a:rPr lang="bg-BG" dirty="0"/>
              <a:t>"Образование по програмиране и ИТ"</a:t>
            </a:r>
            <a:r>
              <a:rPr lang="bg-BG" sz="1100" dirty="0"/>
              <a:t>, с подкрепата на </a:t>
            </a:r>
            <a:r>
              <a:rPr lang="en-US" sz="1100" dirty="0">
                <a:hlinkClick r:id="rId2"/>
              </a:rPr>
              <a:t>SoftUni</a:t>
            </a:r>
            <a:endParaRPr lang="en-US" sz="1100" dirty="0"/>
          </a:p>
        </p:txBody>
      </p:sp>
    </p:spTree>
    <p:extLst>
      <p:ext uri="{BB962C8B-B14F-4D97-AF65-F5344CB8AC3E}">
        <p14:creationId xmlns:p14="http://schemas.microsoft.com/office/powerpoint/2010/main" val="1530847692"/>
      </p:ext>
    </p:extLst>
  </p:cSld>
  <p:clrMap bg1="lt1" tx1="dk1" bg2="lt2" tx2="dk2" accent1="accent1" accent2="accent2" accent3="accent3" accent4="accent4" accent5="accent5" accent6="accent6" hlink="hlink" folHlink="folHlink"/>
  <p:hf hd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softuni.org/" TargetMode="External"/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softuni.org/" TargetMode="External"/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softuni.org/" TargetMode="External"/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softuni.org/" TargetMode="External"/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softuni.org/" TargetMode="External"/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softuni.org/" TargetMode="External"/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3" Type="http://schemas.openxmlformats.org/officeDocument/2006/relationships/hyperlink" Target="https://softuni.org/" TargetMode="External"/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3" Type="http://schemas.openxmlformats.org/officeDocument/2006/relationships/hyperlink" Target="https://softuni.org/" TargetMode="External"/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3" Type="http://schemas.openxmlformats.org/officeDocument/2006/relationships/hyperlink" Target="https://softuni.org/" TargetMode="External"/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softuni.org/" TargetMode="External"/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3" Type="http://schemas.openxmlformats.org/officeDocument/2006/relationships/hyperlink" Target="https://softuni.org/" TargetMode="External"/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3" Type="http://schemas.openxmlformats.org/officeDocument/2006/relationships/hyperlink" Target="https://softuni.org/" TargetMode="External"/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3" Type="http://schemas.openxmlformats.org/officeDocument/2006/relationships/hyperlink" Target="https://softuni.org/" TargetMode="External"/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3" Type="http://schemas.openxmlformats.org/officeDocument/2006/relationships/hyperlink" Target="https://softuni.org/" TargetMode="External"/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3EBA5BD7-F043-4D1B-AA17-CD412FC534DE}" type="slidenum">
              <a:rPr lang="en-US" smtClean="0"/>
              <a:pPr/>
              <a:t>1</a:t>
            </a:fld>
            <a:endParaRPr lang="en-US" dirty="0"/>
          </a:p>
        </p:txBody>
      </p:sp>
      <p:sp>
        <p:nvSpPr>
          <p:cNvPr id="8" name="Slide Image Placeholder 7">
            <a:extLst>
              <a:ext uri="{FF2B5EF4-FFF2-40B4-BE49-F238E27FC236}">
                <a16:creationId xmlns:a16="http://schemas.microsoft.com/office/drawing/2014/main" id="{78811095-27E9-49AB-972B-D4E20B3963A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9" name="Notes Placeholder 8">
            <a:extLst>
              <a:ext uri="{FF2B5EF4-FFF2-40B4-BE49-F238E27FC236}">
                <a16:creationId xmlns:a16="http://schemas.microsoft.com/office/drawing/2014/main" id="{E923224B-0CC3-475A-8628-8A90751AE61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3288A3F3-90B1-4930-8D00-5603BDABEF10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© SoftUni – </a:t>
            </a:r>
            <a:r>
              <a:rPr lang="en-US" u="sng">
                <a:hlinkClick r:id="rId3"/>
              </a:rPr>
              <a:t>https://softuni.org</a:t>
            </a:r>
            <a:r>
              <a:rPr lang="en-US"/>
              <a:t>. Copyrighted document. Unauthorized copy or reproduction is not permitted.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9448943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Slide Image Placeholder 13">
            <a:extLst>
              <a:ext uri="{FF2B5EF4-FFF2-40B4-BE49-F238E27FC236}">
                <a16:creationId xmlns:a16="http://schemas.microsoft.com/office/drawing/2014/main" id="{A1F0B3C6-2E53-4CA3-86D1-53D46EC3526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15" name="Notes Placeholder 14">
            <a:extLst>
              <a:ext uri="{FF2B5EF4-FFF2-40B4-BE49-F238E27FC236}">
                <a16:creationId xmlns:a16="http://schemas.microsoft.com/office/drawing/2014/main" id="{149CC699-A079-49A5-A4D6-73B7F849A7D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9" name="Slide Number Placeholder 5">
            <a:extLst>
              <a:ext uri="{FF2B5EF4-FFF2-40B4-BE49-F238E27FC236}">
                <a16:creationId xmlns:a16="http://schemas.microsoft.com/office/drawing/2014/main" id="{121F4233-7E9A-40D2-9066-2DB14E2FA5AD}"/>
              </a:ext>
            </a:extLst>
          </p:cNvPr>
          <p:cNvSpPr txBox="1">
            <a:spLocks/>
          </p:cNvSpPr>
          <p:nvPr/>
        </p:nvSpPr>
        <p:spPr>
          <a:xfrm>
            <a:off x="6488999" y="884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BA5BD7-F043-4D1B-AA17-CD412FC534DE}" type="slidenum">
              <a:rPr lang="en-US" smtClean="0"/>
              <a:pPr/>
              <a:t>2</a:t>
            </a:fld>
            <a:endParaRPr lang="en-US" dirty="0"/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D18F1DFF-B3E7-4ABF-97EE-0BBF3A961EC5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© SoftUni – </a:t>
            </a:r>
            <a:r>
              <a:rPr lang="en-US" u="sng">
                <a:hlinkClick r:id="rId3"/>
              </a:rPr>
              <a:t>https://softuni.org</a:t>
            </a:r>
            <a:r>
              <a:rPr lang="en-US"/>
              <a:t>. Copyrighted document. Unauthorized copy or reproduction is not permitted.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2853074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BD88B0D8-949C-482D-990A-2DAB14AD4AD1}"/>
              </a:ext>
            </a:extLst>
          </p:cNvPr>
          <p:cNvSpPr txBox="1">
            <a:spLocks/>
          </p:cNvSpPr>
          <p:nvPr/>
        </p:nvSpPr>
        <p:spPr>
          <a:xfrm>
            <a:off x="6488999" y="884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BA5BD7-F043-4D1B-AA17-CD412FC534DE}" type="slidenum">
              <a:rPr lang="en-US" smtClean="0"/>
              <a:pPr/>
              <a:t>3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8474633-D38D-4432-867B-70F325FA7016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© SoftUni – </a:t>
            </a:r>
            <a:r>
              <a:rPr lang="en-US" u="sng">
                <a:hlinkClick r:id="rId3"/>
              </a:rPr>
              <a:t>https://softuni.org</a:t>
            </a:r>
            <a:r>
              <a:rPr lang="en-US"/>
              <a:t>. Copyrighted document. Unauthorized copy or reproduction is not permitted.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2109856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3EF363-177A-44DE-80E9-FC9248B7DCA2}"/>
              </a:ext>
            </a:extLst>
          </p:cNvPr>
          <p:cNvSpPr txBox="1">
            <a:spLocks/>
          </p:cNvSpPr>
          <p:nvPr/>
        </p:nvSpPr>
        <p:spPr>
          <a:xfrm>
            <a:off x="6488999" y="884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BA5BD7-F043-4D1B-AA17-CD412FC534DE}" type="slidenum">
              <a:rPr lang="en-US" smtClean="0"/>
              <a:pPr/>
              <a:t>4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EE613EE-6697-4964-A067-C2136C00C834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© SoftUni – </a:t>
            </a:r>
            <a:r>
              <a:rPr lang="en-US" u="sng">
                <a:hlinkClick r:id="rId3"/>
              </a:rPr>
              <a:t>https://softuni.org</a:t>
            </a:r>
            <a:r>
              <a:rPr lang="en-US"/>
              <a:t>. Copyrighted document. Unauthorized copy or reproduction is not permitted.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879252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3EF363-177A-44DE-80E9-FC9248B7DCA2}"/>
              </a:ext>
            </a:extLst>
          </p:cNvPr>
          <p:cNvSpPr txBox="1">
            <a:spLocks/>
          </p:cNvSpPr>
          <p:nvPr/>
        </p:nvSpPr>
        <p:spPr>
          <a:xfrm>
            <a:off x="6488999" y="884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BA5BD7-F043-4D1B-AA17-CD412FC534DE}" type="slidenum">
              <a:rPr lang="en-US" smtClean="0"/>
              <a:pPr/>
              <a:t>5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EE613EE-6697-4964-A067-C2136C00C834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© SoftUni – </a:t>
            </a:r>
            <a:r>
              <a:rPr lang="en-US" u="sng">
                <a:hlinkClick r:id="rId3"/>
              </a:rPr>
              <a:t>https://softuni.org</a:t>
            </a:r>
            <a:r>
              <a:rPr lang="en-US"/>
              <a:t>. Copyrighted document. Unauthorized copy or reproduction is not permitted.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9984962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3EF363-177A-44DE-80E9-FC9248B7DCA2}"/>
              </a:ext>
            </a:extLst>
          </p:cNvPr>
          <p:cNvSpPr txBox="1">
            <a:spLocks/>
          </p:cNvSpPr>
          <p:nvPr/>
        </p:nvSpPr>
        <p:spPr>
          <a:xfrm>
            <a:off x="6488999" y="884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BA5BD7-F043-4D1B-AA17-CD412FC534DE}" type="slidenum">
              <a:rPr lang="en-US" smtClean="0"/>
              <a:pPr/>
              <a:t>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EE613EE-6697-4964-A067-C2136C00C834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© SoftUni – </a:t>
            </a:r>
            <a:r>
              <a:rPr lang="en-US" u="sng">
                <a:hlinkClick r:id="rId3"/>
              </a:rPr>
              <a:t>https://softuni.org</a:t>
            </a:r>
            <a:r>
              <a:rPr lang="en-US"/>
              <a:t>. Copyrighted document. Unauthorized copy or reproduction is not permitted.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3559822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3EF363-177A-44DE-80E9-FC9248B7DCA2}"/>
              </a:ext>
            </a:extLst>
          </p:cNvPr>
          <p:cNvSpPr txBox="1">
            <a:spLocks/>
          </p:cNvSpPr>
          <p:nvPr/>
        </p:nvSpPr>
        <p:spPr>
          <a:xfrm>
            <a:off x="6488999" y="884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BA5BD7-F043-4D1B-AA17-CD412FC534DE}" type="slidenum">
              <a:rPr lang="en-US" smtClean="0"/>
              <a:pPr/>
              <a:t>7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EE613EE-6697-4964-A067-C2136C00C834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© SoftUni – </a:t>
            </a:r>
            <a:r>
              <a:rPr lang="en-US" u="sng">
                <a:hlinkClick r:id="rId3"/>
              </a:rPr>
              <a:t>https://softuni.org</a:t>
            </a:r>
            <a:r>
              <a:rPr lang="en-US"/>
              <a:t>. Copyrighted document. Unauthorized copy or reproduction is not permitted.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0029113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BD88B0D8-949C-482D-990A-2DAB14AD4AD1}"/>
              </a:ext>
            </a:extLst>
          </p:cNvPr>
          <p:cNvSpPr txBox="1">
            <a:spLocks/>
          </p:cNvSpPr>
          <p:nvPr/>
        </p:nvSpPr>
        <p:spPr>
          <a:xfrm>
            <a:off x="6488999" y="884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BA5BD7-F043-4D1B-AA17-CD412FC534DE}" type="slidenum">
              <a:rPr lang="en-US" smtClean="0"/>
              <a:pPr/>
              <a:t>8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8474633-D38D-4432-867B-70F325FA7016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© SoftUni – </a:t>
            </a:r>
            <a:r>
              <a:rPr lang="en-US" u="sng">
                <a:hlinkClick r:id="rId3"/>
              </a:rPr>
              <a:t>https://softuni.org</a:t>
            </a:r>
            <a:r>
              <a:rPr lang="en-US"/>
              <a:t>. Copyrighted document. Unauthorized copy or reproduction is not permitted.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277143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3EF363-177A-44DE-80E9-FC9248B7DCA2}"/>
              </a:ext>
            </a:extLst>
          </p:cNvPr>
          <p:cNvSpPr txBox="1">
            <a:spLocks/>
          </p:cNvSpPr>
          <p:nvPr/>
        </p:nvSpPr>
        <p:spPr>
          <a:xfrm>
            <a:off x="6488999" y="884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BA5BD7-F043-4D1B-AA17-CD412FC534DE}" type="slidenum">
              <a:rPr lang="en-US" smtClean="0"/>
              <a:pPr/>
              <a:t>9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EE613EE-6697-4964-A067-C2136C00C834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© SoftUni – </a:t>
            </a:r>
            <a:r>
              <a:rPr lang="en-US" u="sng">
                <a:hlinkClick r:id="rId3"/>
              </a:rPr>
              <a:t>https://softuni.org</a:t>
            </a:r>
            <a:r>
              <a:rPr lang="en-US"/>
              <a:t>. Copyrighted document. Unauthorized copy or reproduction is not permitted.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6948401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BD88B0D8-949C-482D-990A-2DAB14AD4AD1}"/>
              </a:ext>
            </a:extLst>
          </p:cNvPr>
          <p:cNvSpPr txBox="1">
            <a:spLocks/>
          </p:cNvSpPr>
          <p:nvPr/>
        </p:nvSpPr>
        <p:spPr>
          <a:xfrm>
            <a:off x="6488999" y="884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BA5BD7-F043-4D1B-AA17-CD412FC534DE}" type="slidenum">
              <a:rPr lang="en-US" smtClean="0"/>
              <a:pPr/>
              <a:t>14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8474633-D38D-4432-867B-70F325FA7016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© SoftUni – </a:t>
            </a:r>
            <a:r>
              <a:rPr lang="en-US" u="sng">
                <a:hlinkClick r:id="rId3"/>
              </a:rPr>
              <a:t>https://softuni.org</a:t>
            </a:r>
            <a:r>
              <a:rPr lang="en-US"/>
              <a:t>. Copyrighted document. Unauthorized copy or reproduction is not permitted.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2318781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BD88B0D8-949C-482D-990A-2DAB14AD4AD1}"/>
              </a:ext>
            </a:extLst>
          </p:cNvPr>
          <p:cNvSpPr txBox="1">
            <a:spLocks/>
          </p:cNvSpPr>
          <p:nvPr/>
        </p:nvSpPr>
        <p:spPr>
          <a:xfrm>
            <a:off x="6488999" y="884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BA5BD7-F043-4D1B-AA17-CD412FC534DE}" type="slidenum">
              <a:rPr lang="en-US" smtClean="0"/>
              <a:pPr/>
              <a:t>16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8474633-D38D-4432-867B-70F325FA7016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© SoftUni – </a:t>
            </a:r>
            <a:r>
              <a:rPr lang="en-US" u="sng">
                <a:hlinkClick r:id="rId3"/>
              </a:rPr>
              <a:t>https://softuni.org</a:t>
            </a:r>
            <a:r>
              <a:rPr lang="en-US"/>
              <a:t>. Copyrighted document. Unauthorized copy or reproduction is not permitted.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7499419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E65F1CA9-65DC-416B-8882-B3A5E415CE67}"/>
              </a:ext>
            </a:extLst>
          </p:cNvPr>
          <p:cNvSpPr txBox="1">
            <a:spLocks/>
          </p:cNvSpPr>
          <p:nvPr/>
        </p:nvSpPr>
        <p:spPr>
          <a:xfrm>
            <a:off x="6488999" y="884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BA5BD7-F043-4D1B-AA17-CD412FC534DE}" type="slidenum">
              <a:rPr lang="en-US" smtClean="0"/>
              <a:pPr/>
              <a:t>20</a:t>
            </a:fld>
            <a:endParaRPr lang="en-US" dirty="0"/>
          </a:p>
        </p:txBody>
      </p:sp>
      <p:sp>
        <p:nvSpPr>
          <p:cNvPr id="5" name="Footer Placeholder 7">
            <a:extLst>
              <a:ext uri="{FF2B5EF4-FFF2-40B4-BE49-F238E27FC236}">
                <a16:creationId xmlns:a16="http://schemas.microsoft.com/office/drawing/2014/main" id="{43FAF785-0C8D-730E-8E59-68198DC82CE0}"/>
              </a:ext>
            </a:extLst>
          </p:cNvPr>
          <p:cNvSpPr>
            <a:spLocks noGrp="1"/>
          </p:cNvSpPr>
          <p:nvPr>
            <p:ph type="ftr" sz="quarter" idx="4"/>
          </p:nvPr>
        </p:nvSpPr>
        <p:spPr>
          <a:xfrm>
            <a:off x="-1" y="8892000"/>
            <a:ext cx="6488999" cy="252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100"/>
            </a:lvl1pPr>
          </a:lstStyle>
          <a:p>
            <a:r>
              <a:rPr lang="bg-BG" sz="1100" dirty="0"/>
              <a:t>Работна група </a:t>
            </a:r>
            <a:r>
              <a:rPr lang="bg-BG" dirty="0"/>
              <a:t>"Образование по програмиране и ИТ"</a:t>
            </a:r>
            <a:r>
              <a:rPr lang="bg-BG" sz="1100" dirty="0"/>
              <a:t>, с подкрепата на </a:t>
            </a:r>
            <a:r>
              <a:rPr lang="en-US" sz="1100" dirty="0">
                <a:hlinkClick r:id="rId3"/>
              </a:rPr>
              <a:t>SoftUni</a:t>
            </a:r>
            <a:endParaRPr lang="en-US" sz="1100" dirty="0"/>
          </a:p>
        </p:txBody>
      </p:sp>
    </p:spTree>
    <p:extLst>
      <p:ext uri="{BB962C8B-B14F-4D97-AF65-F5344CB8AC3E}">
        <p14:creationId xmlns:p14="http://schemas.microsoft.com/office/powerpoint/2010/main" val="2689344733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5049B984-F964-47FF-8179-0A3007CE21CD}"/>
              </a:ext>
            </a:extLst>
          </p:cNvPr>
          <p:cNvSpPr txBox="1">
            <a:spLocks/>
          </p:cNvSpPr>
          <p:nvPr/>
        </p:nvSpPr>
        <p:spPr>
          <a:xfrm>
            <a:off x="6488999" y="884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BA5BD7-F043-4D1B-AA17-CD412FC534DE}" type="slidenum">
              <a:rPr lang="en-US" smtClean="0"/>
              <a:pPr/>
              <a:t>21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E059BE0-D868-413B-AAA1-1CC88D1F52C5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© SoftUni – </a:t>
            </a:r>
            <a:r>
              <a:rPr lang="en-US" u="sng">
                <a:hlinkClick r:id="rId3"/>
              </a:rPr>
              <a:t>https://softuni.org</a:t>
            </a:r>
            <a:r>
              <a:rPr lang="en-US"/>
              <a:t>. Copyrighted document. Unauthorized copy or reproduction is not permitted.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66590374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627548A-4D3C-449B-81A5-FA4BE4628490}"/>
              </a:ext>
            </a:extLst>
          </p:cNvPr>
          <p:cNvSpPr txBox="1">
            <a:spLocks/>
          </p:cNvSpPr>
          <p:nvPr/>
        </p:nvSpPr>
        <p:spPr>
          <a:xfrm>
            <a:off x="6488999" y="884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BA5BD7-F043-4D1B-AA17-CD412FC534DE}" type="slidenum">
              <a:rPr lang="en-US" smtClean="0"/>
              <a:pPr/>
              <a:t>22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2472CE7-61C1-4B7B-B0C8-5A45F0178717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© SoftUni – </a:t>
            </a:r>
            <a:r>
              <a:rPr lang="en-US" u="sng">
                <a:hlinkClick r:id="rId3"/>
              </a:rPr>
              <a:t>https://softuni.org</a:t>
            </a:r>
            <a:r>
              <a:rPr lang="en-US"/>
              <a:t>. Copyrighted document. Unauthorized copy or reproduction is not permitted.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4884440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hyperlink" Target="http://creativecommons.org/licenses/by-nc-sa/4.0/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resentation 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Bottom">
            <a:extLst>
              <a:ext uri="{FF2B5EF4-FFF2-40B4-BE49-F238E27FC236}">
                <a16:creationId xmlns:a16="http://schemas.microsoft.com/office/drawing/2014/main" id="{6854D183-0374-4B3E-B2CE-32F308A81591}"/>
              </a:ext>
            </a:extLst>
          </p:cNvPr>
          <p:cNvSpPr/>
          <p:nvPr userDrawn="1"/>
        </p:nvSpPr>
        <p:spPr>
          <a:xfrm>
            <a:off x="0" y="6702676"/>
            <a:ext cx="12195176" cy="155324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385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398" b="0" i="0" u="none" strike="noStrike" kern="1200" cap="none" spc="0" normalizeH="0" baseline="0" noProof="0">
              <a:ln>
                <a:noFill/>
              </a:ln>
              <a:solidFill>
                <a:srgbClr val="F7C86D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sp>
        <p:nvSpPr>
          <p:cNvPr id="33" name="Picture Placeholder Title Image">
            <a:extLst>
              <a:ext uri="{FF2B5EF4-FFF2-40B4-BE49-F238E27FC236}">
                <a16:creationId xmlns:a16="http://schemas.microsoft.com/office/drawing/2014/main" id="{A04D819A-89E2-4714-8C56-1838BF467EF7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390123" y="3400017"/>
            <a:ext cx="5248260" cy="2188983"/>
          </a:xfrm>
        </p:spPr>
        <p:txBody>
          <a:bodyPr/>
          <a:lstStyle>
            <a:lvl1pPr marL="0" indent="0" algn="ctr" latinLnBrk="0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US" noProof="0" dirty="0"/>
              <a:t>Click icon to add picture</a:t>
            </a:r>
          </a:p>
        </p:txBody>
      </p:sp>
      <p:sp>
        <p:nvSpPr>
          <p:cNvPr id="10" name="Company Web Site">
            <a:extLst>
              <a:ext uri="{FF2B5EF4-FFF2-40B4-BE49-F238E27FC236}">
                <a16:creationId xmlns:a16="http://schemas.microsoft.com/office/drawing/2014/main" id="{0B99B1EE-62FA-4AA4-920C-D444D6C0B778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6390120" y="6086106"/>
            <a:ext cx="5248260" cy="341313"/>
          </a:xfrm>
        </p:spPr>
        <p:txBody>
          <a:bodyPr lIns="36000" rIns="36000" anchor="ctr" anchorCtr="0">
            <a:noAutofit/>
          </a:bodyPr>
          <a:lstStyle>
            <a:lvl1pPr marL="0" indent="0" algn="r">
              <a:buNone/>
              <a:defRPr sz="1800"/>
            </a:lvl1pPr>
          </a:lstStyle>
          <a:p>
            <a:pPr lvl="0"/>
            <a:r>
              <a:rPr lang="en-US" dirty="0"/>
              <a:t>https://softuni.foundation  </a:t>
            </a:r>
          </a:p>
        </p:txBody>
      </p:sp>
      <p:sp>
        <p:nvSpPr>
          <p:cNvPr id="6" name="Company Name">
            <a:extLst>
              <a:ext uri="{FF2B5EF4-FFF2-40B4-BE49-F238E27FC236}">
                <a16:creationId xmlns:a16="http://schemas.microsoft.com/office/drawing/2014/main" id="{2A76510A-0BAE-A827-E77C-BE88E38F52AA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390122" y="5698189"/>
            <a:ext cx="5248260" cy="374236"/>
          </a:xfrm>
        </p:spPr>
        <p:txBody>
          <a:bodyPr lIns="36000" rIns="36000" anchor="ctr" anchorCtr="0">
            <a:normAutofit/>
          </a:bodyPr>
          <a:lstStyle>
            <a:lvl1pPr marL="0" indent="0" algn="r">
              <a:buNone/>
              <a:defRPr sz="2000" b="1">
                <a:solidFill>
                  <a:schemeClr val="tx1">
                    <a:lumMod val="75000"/>
                  </a:schemeClr>
                </a:solidFill>
              </a:defRPr>
            </a:lvl1pPr>
          </a:lstStyle>
          <a:p>
            <a:pPr lvl="0"/>
            <a:r>
              <a:rPr lang="en-US" dirty="0"/>
              <a:t>SoftUni Foundation</a:t>
            </a:r>
          </a:p>
        </p:txBody>
      </p:sp>
      <p:sp>
        <p:nvSpPr>
          <p:cNvPr id="31" name="Author Position">
            <a:extLst>
              <a:ext uri="{FF2B5EF4-FFF2-40B4-BE49-F238E27FC236}">
                <a16:creationId xmlns:a16="http://schemas.microsoft.com/office/drawing/2014/main" id="{3E6B87B7-9D33-4EBB-BD4F-C0436BA3FD72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 bwMode="auto">
          <a:xfrm>
            <a:off x="534045" y="6085863"/>
            <a:ext cx="4751953" cy="341556"/>
          </a:xfrm>
          <a:prstGeom prst="rect">
            <a:avLst/>
          </a:prstGeom>
          <a:noFill/>
          <a:effectLst/>
        </p:spPr>
        <p:txBody>
          <a:bodyPr wrap="square" lIns="36000" tIns="36000" rIns="36000" bIns="36000" rtlCol="0" anchor="ctr" anchorCtr="0">
            <a:noAutofit/>
          </a:bodyPr>
          <a:lstStyle>
            <a:lvl1pPr marL="0" indent="0" algn="l" rtl="0" fontAlgn="base" latinLnBrk="0">
              <a:spcBef>
                <a:spcPct val="0"/>
              </a:spcBef>
              <a:spcAft>
                <a:spcPct val="0"/>
              </a:spcAft>
              <a:buNone/>
              <a:defRPr lang="en-US" sz="1800" b="0" kern="1200" dirty="0" smtClean="0">
                <a:solidFill>
                  <a:schemeClr val="tx1">
                    <a:lumMod val="75000"/>
                  </a:schemeClr>
                </a:solidFill>
                <a:effectLst/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 noProof="0" dirty="0"/>
              <a:t>URL</a:t>
            </a:r>
          </a:p>
        </p:txBody>
      </p:sp>
      <p:sp>
        <p:nvSpPr>
          <p:cNvPr id="30" name="Author Name">
            <a:extLst>
              <a:ext uri="{FF2B5EF4-FFF2-40B4-BE49-F238E27FC236}">
                <a16:creationId xmlns:a16="http://schemas.microsoft.com/office/drawing/2014/main" id="{2EA92DCA-4DB5-4D03-ACD3-A6A296592D0C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 bwMode="auto">
          <a:xfrm>
            <a:off x="534046" y="5251106"/>
            <a:ext cx="4751954" cy="724904"/>
          </a:xfrm>
          <a:prstGeom prst="rect">
            <a:avLst/>
          </a:prstGeom>
          <a:noFill/>
          <a:effectLst/>
        </p:spPr>
        <p:txBody>
          <a:bodyPr wrap="square" lIns="36000" tIns="36000" rIns="36000" bIns="36000" rtlCol="0" anchor="ctr" anchorCtr="0">
            <a:noAutofit/>
          </a:bodyPr>
          <a:lstStyle>
            <a:lvl1pPr marL="0" indent="0" algn="l" rtl="0" fontAlgn="base" latinLnBrk="0">
              <a:spcBef>
                <a:spcPct val="0"/>
              </a:spcBef>
              <a:spcAft>
                <a:spcPct val="0"/>
              </a:spcAft>
              <a:buNone/>
              <a:defRPr lang="en-US" sz="2000" b="1" kern="1200" dirty="0" smtClean="0">
                <a:solidFill>
                  <a:schemeClr val="tx1">
                    <a:lumMod val="75000"/>
                  </a:schemeClr>
                </a:solidFill>
                <a:effectLst/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 noProof="0" dirty="0"/>
              <a:t>Authors</a:t>
            </a:r>
          </a:p>
        </p:txBody>
      </p:sp>
      <p:sp>
        <p:nvSpPr>
          <p:cNvPr id="43" name="Presentation Subtitle">
            <a:extLst>
              <a:ext uri="{FF2B5EF4-FFF2-40B4-BE49-F238E27FC236}">
                <a16:creationId xmlns:a16="http://schemas.microsoft.com/office/drawing/2014/main" id="{37BDB812-1395-4B02-ABCF-6A331EEE23E5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554746" y="1402942"/>
            <a:ext cx="11083636" cy="1306057"/>
          </a:xfrm>
        </p:spPr>
        <p:txBody>
          <a:bodyPr anchor="t" anchorCtr="0">
            <a:normAutofit/>
          </a:bodyPr>
          <a:lstStyle>
            <a:lvl1pPr marL="0" indent="0" algn="ctr" latinLnBrk="0">
              <a:buNone/>
              <a:defRPr sz="3600">
                <a:solidFill>
                  <a:schemeClr val="tx1"/>
                </a:solidFill>
              </a:defRPr>
            </a:lvl1pPr>
          </a:lstStyle>
          <a:p>
            <a:r>
              <a:rPr lang="en-US" noProof="0" dirty="0"/>
              <a:t>Presentation Subtitle</a:t>
            </a:r>
          </a:p>
        </p:txBody>
      </p:sp>
      <p:sp>
        <p:nvSpPr>
          <p:cNvPr id="2" name="Presentation Title">
            <a:extLst>
              <a:ext uri="{FF2B5EF4-FFF2-40B4-BE49-F238E27FC236}">
                <a16:creationId xmlns:a16="http://schemas.microsoft.com/office/drawing/2014/main" id="{A4DF3AB8-E6E3-4FCE-8A4A-ECD147720A5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54746" y="321501"/>
            <a:ext cx="11083636" cy="971589"/>
          </a:xfrm>
        </p:spPr>
        <p:txBody>
          <a:bodyPr>
            <a:normAutofit/>
          </a:bodyPr>
          <a:lstStyle>
            <a:lvl1pPr algn="ctr" latinLnBrk="0">
              <a:defRPr sz="5400"/>
            </a:lvl1pPr>
          </a:lstStyle>
          <a:p>
            <a:r>
              <a:rPr lang="en-US" noProof="0" dirty="0"/>
              <a:t>Presentation Title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24D0DB3-F60A-469B-7831-209CB666CCE4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6549" y="4325954"/>
            <a:ext cx="2538082" cy="633046"/>
          </a:xfrm>
          <a:prstGeom prst="rect">
            <a:avLst/>
          </a:prstGeom>
        </p:spPr>
      </p:pic>
      <p:pic>
        <p:nvPicPr>
          <p:cNvPr id="5" name="Picture 4" title="CC-BY-NC-SA License">
            <a:hlinkClick r:id="rId3" tooltip="This work is licensed under the &quot;Creative Commons Attribution-NonCommercial-ShareAlike 4.0 International&quot; license"/>
            <a:extLst>
              <a:ext uri="{FF2B5EF4-FFF2-40B4-BE49-F238E27FC236}">
                <a16:creationId xmlns:a16="http://schemas.microsoft.com/office/drawing/2014/main" id="{2D40731C-0303-A69D-63FD-E048A73CA59F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02682" y="4321352"/>
            <a:ext cx="1809336" cy="633045"/>
          </a:xfrm>
          <a:prstGeom prst="roundRect">
            <a:avLst>
              <a:gd name="adj" fmla="val 3940"/>
            </a:avLst>
          </a:prstGeom>
          <a:solidFill>
            <a:srgbClr val="231F20">
              <a:alpha val="50000"/>
            </a:srgbClr>
          </a:solidFill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7065414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val Center Icon"/>
          <p:cNvSpPr>
            <a:spLocks noChangeAspect="1"/>
          </p:cNvSpPr>
          <p:nvPr/>
        </p:nvSpPr>
        <p:spPr>
          <a:xfrm>
            <a:off x="4319736" y="867751"/>
            <a:ext cx="3552529" cy="3552529"/>
          </a:xfrm>
          <a:prstGeom prst="ellipse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385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398" b="0" i="0" u="none" strike="noStrike" kern="1200" cap="none" spc="0" normalizeH="0" baseline="0" noProof="0">
              <a:ln>
                <a:noFill/>
              </a:ln>
              <a:solidFill>
                <a:srgbClr val="F7C86D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sp>
        <p:nvSpPr>
          <p:cNvPr id="11" name="Slide Subtitle"/>
          <p:cNvSpPr>
            <a:spLocks noGrp="1"/>
          </p:cNvSpPr>
          <p:nvPr>
            <p:ph type="subTitle" sz="quarter" idx="11" hasCustomPrompt="1"/>
          </p:nvPr>
        </p:nvSpPr>
        <p:spPr>
          <a:xfrm>
            <a:off x="615109" y="5585916"/>
            <a:ext cx="10961783" cy="768084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ctr" latinLnBrk="0">
              <a:buNone/>
              <a:defRPr sz="3998" b="0" baseline="0">
                <a:solidFill>
                  <a:schemeClr val="tx1"/>
                </a:solidFill>
                <a:latin typeface="+mn-lt"/>
                <a:cs typeface="Arial" pitchFamily="34" charset="0"/>
              </a:defRPr>
            </a:lvl1pPr>
          </a:lstStyle>
          <a:p>
            <a:pPr lvl="0"/>
            <a:r>
              <a:rPr lang="en-US" noProof="0" dirty="0"/>
              <a:t>Click to Edit Section Subtitle</a:t>
            </a:r>
          </a:p>
        </p:txBody>
      </p:sp>
      <p:sp>
        <p:nvSpPr>
          <p:cNvPr id="10" name="Slide Title"/>
          <p:cNvSpPr>
            <a:spLocks noGrp="1"/>
          </p:cNvSpPr>
          <p:nvPr>
            <p:ph type="title" sz="quarter" idx="10" hasCustomPrompt="1"/>
          </p:nvPr>
        </p:nvSpPr>
        <p:spPr>
          <a:xfrm>
            <a:off x="615109" y="4704825"/>
            <a:ext cx="10961783" cy="768084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ctr" latinLnBrk="0">
              <a:buNone/>
              <a:defRPr sz="5396" b="1" baseline="0">
                <a:solidFill>
                  <a:schemeClr val="tx1"/>
                </a:solidFill>
                <a:latin typeface="+mj-lt"/>
                <a:cs typeface="Arial" pitchFamily="34" charset="0"/>
              </a:defRPr>
            </a:lvl1pPr>
          </a:lstStyle>
          <a:p>
            <a:pPr lvl="0"/>
            <a:r>
              <a:rPr lang="en-US" noProof="0" dirty="0"/>
              <a:t>Click to Edit Section Title</a:t>
            </a:r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352921640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">
            <a:extLst>
              <a:ext uri="{FF2B5EF4-FFF2-40B4-BE49-F238E27FC236}">
                <a16:creationId xmlns:a16="http://schemas.microsoft.com/office/drawing/2014/main" id="{C1780DB1-0AF0-4108-AFE1-9DA99F0DBCB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11753030" y="650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000"/>
            </a:lvl1pPr>
          </a:lstStyle>
          <a:p>
            <a:fld id="{2BF067CD-8E6B-4360-9AA8-C5DF2A48A6D1}" type="slidenum">
              <a:rPr lang="en-US" noProof="0" smtClean="0"/>
              <a:pPr/>
              <a:t>‹#›</a:t>
            </a:fld>
            <a:endParaRPr lang="en-US" noProof="0" dirty="0"/>
          </a:p>
        </p:txBody>
      </p:sp>
      <p:sp>
        <p:nvSpPr>
          <p:cNvPr id="3" name="Slide Body Text">
            <a:extLst>
              <a:ext uri="{FF2B5EF4-FFF2-40B4-BE49-F238E27FC236}">
                <a16:creationId xmlns:a16="http://schemas.microsoft.com/office/drawing/2014/main" id="{5A9D2960-6D42-439F-82E8-812822013A10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90402" y="1196125"/>
            <a:ext cx="11818096" cy="5528766"/>
          </a:xfrm>
        </p:spPr>
        <p:txBody>
          <a:bodyPr/>
          <a:lstStyle>
            <a:lvl1pPr latinLnBrk="0">
              <a:buClr>
                <a:schemeClr val="tx1"/>
              </a:buClr>
              <a:defRPr/>
            </a:lvl1pPr>
            <a:lvl2pPr latinLnBrk="0">
              <a:buClr>
                <a:schemeClr val="tx1"/>
              </a:buClr>
              <a:defRPr/>
            </a:lvl2pPr>
            <a:lvl3pPr latinLnBrk="0">
              <a:buClr>
                <a:schemeClr val="tx1"/>
              </a:buClr>
              <a:defRPr/>
            </a:lvl3pPr>
            <a:lvl4pPr latinLnBrk="0">
              <a:buClr>
                <a:schemeClr val="tx1"/>
              </a:buClr>
              <a:defRPr/>
            </a:lvl4pPr>
            <a:lvl5pPr latinLnBrk="0">
              <a:buClr>
                <a:schemeClr val="tx1"/>
              </a:buClr>
              <a:defRPr/>
            </a:lvl5pPr>
          </a:lstStyle>
          <a:p>
            <a:pPr lvl="0"/>
            <a:r>
              <a:rPr lang="en-US" noProof="0" dirty="0"/>
              <a:t>Edit Master text styles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13" name="Rectangle Top">
            <a:extLst>
              <a:ext uri="{FF2B5EF4-FFF2-40B4-BE49-F238E27FC236}">
                <a16:creationId xmlns:a16="http://schemas.microsoft.com/office/drawing/2014/main" id="{391AFA4E-7870-4561-A1B8-AC956B0C8931}"/>
              </a:ext>
            </a:extLst>
          </p:cNvPr>
          <p:cNvSpPr/>
          <p:nvPr userDrawn="1"/>
        </p:nvSpPr>
        <p:spPr>
          <a:xfrm>
            <a:off x="0" y="0"/>
            <a:ext cx="12196800" cy="1095376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385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398" b="0" i="0" u="none" strike="noStrike" kern="1200" cap="none" spc="0" normalizeH="0" baseline="0" noProof="0">
              <a:ln>
                <a:noFill/>
              </a:ln>
              <a:solidFill>
                <a:srgbClr val="F7C86D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sp>
        <p:nvSpPr>
          <p:cNvPr id="6" name="Slide Title">
            <a:extLst>
              <a:ext uri="{FF2B5EF4-FFF2-40B4-BE49-F238E27FC236}">
                <a16:creationId xmlns:a16="http://schemas.microsoft.com/office/drawing/2014/main" id="{19B5B676-7892-440F-8191-7109B2C5988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0406" y="100750"/>
            <a:ext cx="10270594" cy="882654"/>
          </a:xfrm>
        </p:spPr>
        <p:txBody>
          <a:bodyPr/>
          <a:lstStyle>
            <a:lvl1pPr latinLnBrk="0">
              <a:defRPr>
                <a:solidFill>
                  <a:schemeClr val="bg2"/>
                </a:solidFill>
              </a:defRPr>
            </a:lvl1pPr>
          </a:lstStyle>
          <a:p>
            <a:r>
              <a:rPr lang="en-US" noProof="0" dirty="0"/>
              <a:t>Slide Title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B9A1D0F-F579-6A3C-C698-4E2E7F1AB265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53573" y="368999"/>
            <a:ext cx="1443361" cy="3600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0297071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portant Concep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lide Number">
            <a:extLst>
              <a:ext uri="{FF2B5EF4-FFF2-40B4-BE49-F238E27FC236}">
                <a16:creationId xmlns:a16="http://schemas.microsoft.com/office/drawing/2014/main" id="{0020EB61-2079-41A3-B356-B1D8D48D786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753030" y="650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000"/>
            </a:lvl1pPr>
          </a:lstStyle>
          <a:p>
            <a:fld id="{2BF067CD-8E6B-4360-9AA8-C5DF2A48A6D1}" type="slidenum">
              <a:rPr lang="en-US" noProof="0" smtClean="0"/>
              <a:pPr/>
              <a:t>‹#›</a:t>
            </a:fld>
            <a:endParaRPr lang="en-US" noProof="0" dirty="0"/>
          </a:p>
        </p:txBody>
      </p:sp>
      <p:sp>
        <p:nvSpPr>
          <p:cNvPr id="6" name="Rectangle Left"/>
          <p:cNvSpPr/>
          <p:nvPr/>
        </p:nvSpPr>
        <p:spPr>
          <a:xfrm>
            <a:off x="0" y="0"/>
            <a:ext cx="115383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385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398" b="0" i="0" u="none" strike="noStrike" kern="1200" cap="none" spc="0" normalizeH="0" baseline="0" noProof="0" dirty="0">
              <a:ln>
                <a:noFill/>
              </a:ln>
              <a:solidFill>
                <a:srgbClr val="F7C86D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pic>
        <p:nvPicPr>
          <p:cNvPr id="3074" name="Picture Bulb" descr="Bulb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235205" y="1792355"/>
            <a:ext cx="1830304" cy="406222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Slide Body Text">
            <a:extLst>
              <a:ext uri="{FF2B5EF4-FFF2-40B4-BE49-F238E27FC236}">
                <a16:creationId xmlns:a16="http://schemas.microsoft.com/office/drawing/2014/main" id="{CB4CB13C-66A1-466B-A6C1-B0BABF5CFEC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866000" y="1121143"/>
            <a:ext cx="10129234" cy="5546589"/>
          </a:xfrm>
        </p:spPr>
        <p:txBody>
          <a:bodyPr/>
          <a:lstStyle>
            <a:lvl1pPr latinLnBrk="0">
              <a:defRPr>
                <a:solidFill>
                  <a:schemeClr val="tx1"/>
                </a:solidFill>
              </a:defRPr>
            </a:lvl1pPr>
            <a:lvl2pPr latinLnBrk="0">
              <a:defRPr>
                <a:solidFill>
                  <a:schemeClr val="tx1"/>
                </a:solidFill>
              </a:defRPr>
            </a:lvl2pPr>
            <a:lvl3pPr latinLnBrk="0">
              <a:defRPr>
                <a:solidFill>
                  <a:schemeClr val="tx1"/>
                </a:solidFill>
              </a:defRPr>
            </a:lvl3pPr>
            <a:lvl4pPr latinLnBrk="0">
              <a:defRPr>
                <a:solidFill>
                  <a:schemeClr val="tx1"/>
                </a:solidFill>
              </a:defRPr>
            </a:lvl4pPr>
            <a:lvl5pPr latinLnBrk="0"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 noProof="0" dirty="0"/>
              <a:t>Edit Master text styles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8" name="Slide Title">
            <a:extLst>
              <a:ext uri="{FF2B5EF4-FFF2-40B4-BE49-F238E27FC236}">
                <a16:creationId xmlns:a16="http://schemas.microsoft.com/office/drawing/2014/main" id="{E2DA9691-CDF5-499C-94BB-AAA61DAC1BF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296956" y="100750"/>
            <a:ext cx="9164044" cy="882654"/>
          </a:xfrm>
        </p:spPr>
        <p:txBody>
          <a:bodyPr/>
          <a:lstStyle>
            <a:lvl1pPr latinLnBrk="0">
              <a:defRPr/>
            </a:lvl1pPr>
          </a:lstStyle>
          <a:p>
            <a:r>
              <a:rPr lang="en-US" noProof="0" dirty="0"/>
              <a:t>Slide Title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78CA5371-2597-CF8F-1859-226395807433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51877" y="362077"/>
            <a:ext cx="1443357" cy="36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425307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mportant Examp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lide Number">
            <a:extLst>
              <a:ext uri="{FF2B5EF4-FFF2-40B4-BE49-F238E27FC236}">
                <a16:creationId xmlns:a16="http://schemas.microsoft.com/office/drawing/2014/main" id="{1865BF6B-7F07-4E9C-879F-80E36EEB340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753030" y="650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000"/>
            </a:lvl1pPr>
          </a:lstStyle>
          <a:p>
            <a:fld id="{2BF067CD-8E6B-4360-9AA8-C5DF2A48A6D1}" type="slidenum">
              <a:rPr lang="en-US" noProof="0" smtClean="0"/>
              <a:pPr/>
              <a:t>‹#›</a:t>
            </a:fld>
            <a:endParaRPr lang="en-US" noProof="0" dirty="0"/>
          </a:p>
        </p:txBody>
      </p:sp>
      <p:sp>
        <p:nvSpPr>
          <p:cNvPr id="12" name="Rectangle Left">
            <a:extLst>
              <a:ext uri="{FF2B5EF4-FFF2-40B4-BE49-F238E27FC236}">
                <a16:creationId xmlns:a16="http://schemas.microsoft.com/office/drawing/2014/main" id="{345FB1C8-7F66-4D5C-ACCE-AE919936BCFD}"/>
              </a:ext>
            </a:extLst>
          </p:cNvPr>
          <p:cNvSpPr/>
          <p:nvPr/>
        </p:nvSpPr>
        <p:spPr>
          <a:xfrm>
            <a:off x="0" y="0"/>
            <a:ext cx="115383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385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398" b="0" i="0" u="none" strike="noStrike" kern="1200" cap="none" spc="0" normalizeH="0" baseline="0" noProof="0" dirty="0">
              <a:ln>
                <a:noFill/>
              </a:ln>
              <a:solidFill>
                <a:srgbClr val="F7C86D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pic>
        <p:nvPicPr>
          <p:cNvPr id="3074" name="Picture Bulb" descr="Bulb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520027" y="3314704"/>
            <a:ext cx="1260665" cy="27979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5" name="Slide Body Text">
            <a:extLst>
              <a:ext uri="{FF2B5EF4-FFF2-40B4-BE49-F238E27FC236}">
                <a16:creationId xmlns:a16="http://schemas.microsoft.com/office/drawing/2014/main" id="{6157C8DE-E0AF-422B-BBB1-F0AF1264B5E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673561" y="1121143"/>
            <a:ext cx="10321675" cy="5546589"/>
          </a:xfrm>
        </p:spPr>
        <p:txBody>
          <a:bodyPr/>
          <a:lstStyle>
            <a:lvl1pPr latinLnBrk="0">
              <a:defRPr>
                <a:solidFill>
                  <a:schemeClr val="tx1"/>
                </a:solidFill>
              </a:defRPr>
            </a:lvl1pPr>
            <a:lvl2pPr latinLnBrk="0">
              <a:defRPr>
                <a:solidFill>
                  <a:schemeClr val="tx1"/>
                </a:solidFill>
              </a:defRPr>
            </a:lvl2pPr>
            <a:lvl3pPr latinLnBrk="0">
              <a:defRPr>
                <a:solidFill>
                  <a:schemeClr val="tx1"/>
                </a:solidFill>
              </a:defRPr>
            </a:lvl3pPr>
            <a:lvl4pPr latinLnBrk="0">
              <a:defRPr>
                <a:solidFill>
                  <a:schemeClr val="tx1"/>
                </a:solidFill>
              </a:defRPr>
            </a:lvl4pPr>
            <a:lvl5pPr latinLnBrk="0"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 noProof="0" dirty="0"/>
              <a:t>Edit Master text styles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13" name="Slide Title">
            <a:extLst>
              <a:ext uri="{FF2B5EF4-FFF2-40B4-BE49-F238E27FC236}">
                <a16:creationId xmlns:a16="http://schemas.microsoft.com/office/drawing/2014/main" id="{0D5CC956-5C4A-44BE-8F8B-327FAFA51E9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296956" y="100750"/>
            <a:ext cx="9164044" cy="882654"/>
          </a:xfrm>
        </p:spPr>
        <p:txBody>
          <a:bodyPr/>
          <a:lstStyle>
            <a:lvl1pPr latinLnBrk="0">
              <a:defRPr/>
            </a:lvl1pPr>
          </a:lstStyle>
          <a:p>
            <a:r>
              <a:rPr lang="en-US" noProof="0" dirty="0"/>
              <a:t>Slide Title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A37AF1B9-D67A-246A-86B6-E28F19C52390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51877" y="362077"/>
            <a:ext cx="1443357" cy="36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7965175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">
            <a:extLst>
              <a:ext uri="{FF2B5EF4-FFF2-40B4-BE49-F238E27FC236}">
                <a16:creationId xmlns:a16="http://schemas.microsoft.com/office/drawing/2014/main" id="{F0B8C963-1813-4B69-AD27-6D02EBBBB56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753030" y="650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000"/>
            </a:lvl1pPr>
          </a:lstStyle>
          <a:p>
            <a:fld id="{2BF067CD-8E6B-4360-9AA8-C5DF2A48A6D1}" type="slidenum">
              <a:rPr lang="en-US" noProof="0" smtClean="0"/>
              <a:pPr/>
              <a:t>‹#›</a:t>
            </a:fld>
            <a:endParaRPr lang="en-US" noProof="0" dirty="0"/>
          </a:p>
        </p:txBody>
      </p:sp>
      <p:sp>
        <p:nvSpPr>
          <p:cNvPr id="3" name="Rectangle Left">
            <a:extLst>
              <a:ext uri="{FF2B5EF4-FFF2-40B4-BE49-F238E27FC236}">
                <a16:creationId xmlns:a16="http://schemas.microsoft.com/office/drawing/2014/main" id="{345FB1C8-7F66-4D5C-ACCE-AE919936BCFD}"/>
              </a:ext>
            </a:extLst>
          </p:cNvPr>
          <p:cNvSpPr/>
          <p:nvPr userDrawn="1"/>
        </p:nvSpPr>
        <p:spPr>
          <a:xfrm>
            <a:off x="0" y="0"/>
            <a:ext cx="429471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3852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398" b="0" i="0" u="none" strike="noStrike" kern="1200" cap="none" spc="0" normalizeH="0" baseline="0" noProof="0" dirty="0">
              <a:ln>
                <a:noFill/>
              </a:ln>
              <a:solidFill>
                <a:srgbClr val="F7C86D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pic>
        <p:nvPicPr>
          <p:cNvPr id="4" name="Picture Bulb" descr="Bulb"/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156000" y="5098868"/>
            <a:ext cx="779209" cy="172939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Slide Body Text">
            <a:extLst>
              <a:ext uri="{FF2B5EF4-FFF2-40B4-BE49-F238E27FC236}">
                <a16:creationId xmlns:a16="http://schemas.microsoft.com/office/drawing/2014/main" id="{7296EDA7-D37D-4B31-A888-371F0804124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85176" y="1121143"/>
            <a:ext cx="11410061" cy="5546589"/>
          </a:xfrm>
        </p:spPr>
        <p:txBody>
          <a:bodyPr/>
          <a:lstStyle>
            <a:lvl1pPr latinLnBrk="0">
              <a:defRPr>
                <a:solidFill>
                  <a:schemeClr val="tx1"/>
                </a:solidFill>
              </a:defRPr>
            </a:lvl1pPr>
            <a:lvl2pPr latinLnBrk="0">
              <a:defRPr>
                <a:solidFill>
                  <a:schemeClr val="tx1"/>
                </a:solidFill>
              </a:defRPr>
            </a:lvl2pPr>
            <a:lvl3pPr latinLnBrk="0">
              <a:defRPr>
                <a:solidFill>
                  <a:schemeClr val="tx1"/>
                </a:solidFill>
              </a:defRPr>
            </a:lvl3pPr>
            <a:lvl4pPr latinLnBrk="0">
              <a:defRPr>
                <a:solidFill>
                  <a:schemeClr val="tx1"/>
                </a:solidFill>
              </a:defRPr>
            </a:lvl4pPr>
            <a:lvl5pPr latinLnBrk="0"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 noProof="0" dirty="0"/>
              <a:t>Edit Master text styles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6" name="Slide Title">
            <a:extLst>
              <a:ext uri="{FF2B5EF4-FFF2-40B4-BE49-F238E27FC236}">
                <a16:creationId xmlns:a16="http://schemas.microsoft.com/office/drawing/2014/main" id="{55A88B09-3557-48A3-BF27-42699C26921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85177" y="100750"/>
            <a:ext cx="9875824" cy="882654"/>
          </a:xfrm>
        </p:spPr>
        <p:txBody>
          <a:bodyPr/>
          <a:lstStyle>
            <a:lvl1pPr latinLnBrk="0">
              <a:defRPr/>
            </a:lvl1pPr>
          </a:lstStyle>
          <a:p>
            <a:r>
              <a:rPr lang="en-US" noProof="0" dirty="0"/>
              <a:t>Slide Title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9C2C375B-43BF-D1DD-F160-1500A111885C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51877" y="362077"/>
            <a:ext cx="1443357" cy="36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8456255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ource Code Examp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">
            <a:extLst>
              <a:ext uri="{FF2B5EF4-FFF2-40B4-BE49-F238E27FC236}">
                <a16:creationId xmlns:a16="http://schemas.microsoft.com/office/drawing/2014/main" id="{509D954E-A844-4072-A556-DE584BEB932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753030" y="650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000"/>
            </a:lvl1pPr>
          </a:lstStyle>
          <a:p>
            <a:fld id="{2BF067CD-8E6B-4360-9AA8-C5DF2A48A6D1}" type="slidenum">
              <a:rPr lang="en-US" noProof="0" smtClean="0"/>
              <a:pPr/>
              <a:t>‹#›</a:t>
            </a:fld>
            <a:endParaRPr lang="en-US" noProof="0"/>
          </a:p>
        </p:txBody>
      </p:sp>
      <p:sp>
        <p:nvSpPr>
          <p:cNvPr id="9" name="Rectangle Top">
            <a:extLst>
              <a:ext uri="{FF2B5EF4-FFF2-40B4-BE49-F238E27FC236}">
                <a16:creationId xmlns:a16="http://schemas.microsoft.com/office/drawing/2014/main" id="{A15CE03A-0933-4E5D-9EA1-718D4F802FFC}"/>
              </a:ext>
            </a:extLst>
          </p:cNvPr>
          <p:cNvSpPr/>
          <p:nvPr userDrawn="1"/>
        </p:nvSpPr>
        <p:spPr>
          <a:xfrm>
            <a:off x="0" y="1311"/>
            <a:ext cx="12196800" cy="1095376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385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398" b="0" i="0" u="none" strike="noStrike" kern="1200" cap="none" spc="0" normalizeH="0" baseline="0" noProof="0" dirty="0">
              <a:ln>
                <a:noFill/>
              </a:ln>
              <a:solidFill>
                <a:srgbClr val="F7C86D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sp>
        <p:nvSpPr>
          <p:cNvPr id="12" name="Slide Body Text">
            <a:extLst>
              <a:ext uri="{FF2B5EF4-FFF2-40B4-BE49-F238E27FC236}">
                <a16:creationId xmlns:a16="http://schemas.microsoft.com/office/drawing/2014/main" id="{B608ED73-CE88-49E4-8BFC-DBD6E9AE6B10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90406" y="1206668"/>
            <a:ext cx="11804831" cy="5550582"/>
          </a:xfrm>
        </p:spPr>
        <p:txBody>
          <a:bodyPr/>
          <a:lstStyle>
            <a:lvl1pPr latinLnBrk="0">
              <a:defRPr>
                <a:solidFill>
                  <a:schemeClr val="tx1"/>
                </a:solidFill>
              </a:defRPr>
            </a:lvl1pPr>
            <a:lvl2pPr latinLnBrk="0">
              <a:defRPr>
                <a:solidFill>
                  <a:schemeClr val="tx1"/>
                </a:solidFill>
              </a:defRPr>
            </a:lvl2pPr>
            <a:lvl3pPr latinLnBrk="0">
              <a:defRPr>
                <a:solidFill>
                  <a:schemeClr val="tx1"/>
                </a:solidFill>
              </a:defRPr>
            </a:lvl3pPr>
            <a:lvl4pPr latinLnBrk="0">
              <a:defRPr>
                <a:solidFill>
                  <a:schemeClr val="tx1"/>
                </a:solidFill>
              </a:defRPr>
            </a:lvl4pPr>
            <a:lvl5pPr latinLnBrk="0"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 noProof="0" dirty="0"/>
              <a:t>This is a code example</a:t>
            </a:r>
          </a:p>
        </p:txBody>
      </p:sp>
      <p:sp>
        <p:nvSpPr>
          <p:cNvPr id="4" name="Code Box">
            <a:extLst>
              <a:ext uri="{FF2B5EF4-FFF2-40B4-BE49-F238E27FC236}">
                <a16:creationId xmlns:a16="http://schemas.microsoft.com/office/drawing/2014/main" id="{F4E021E9-D6DB-4272-8C9F-CEF4940FDC10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74683" y="2034000"/>
            <a:ext cx="10836275" cy="2237893"/>
          </a:xfrm>
          <a:solidFill>
            <a:schemeClr val="accent6">
              <a:lumMod val="75000"/>
              <a:alpha val="15000"/>
            </a:schemeClr>
          </a:solidFill>
          <a:ln w="12700">
            <a:solidFill>
              <a:schemeClr val="tx1">
                <a:lumMod val="50000"/>
              </a:schemeClr>
            </a:solidFill>
          </a:ln>
        </p:spPr>
        <p:txBody>
          <a:bodyPr vert="horz" wrap="square" lIns="144000" tIns="108000" rIns="144000" bIns="108000" rtlCol="0">
            <a:spAutoFit/>
          </a:bodyPr>
          <a:lstStyle>
            <a:lvl1pPr>
              <a:buNone/>
              <a:defRPr lang="en-US" sz="2800" b="1" smtClean="0">
                <a:latin typeface="Consolas" pitchFamily="49" charset="0"/>
              </a:defRPr>
            </a:lvl1pPr>
            <a:lvl2pPr>
              <a:defRPr lang="en-US" smtClean="0"/>
            </a:lvl2pPr>
            <a:lvl3pPr>
              <a:defRPr lang="en-US" smtClean="0"/>
            </a:lvl3pPr>
            <a:lvl4pPr>
              <a:defRPr lang="en-US" smtClean="0"/>
            </a:lvl4pPr>
            <a:lvl5pPr>
              <a:defRPr lang="en-US"/>
            </a:lvl5pPr>
          </a:lstStyle>
          <a:p>
            <a:pPr>
              <a:spcBef>
                <a:spcPts val="300"/>
              </a:spcBef>
              <a:spcAft>
                <a:spcPts val="300"/>
              </a:spcAft>
            </a:pPr>
            <a:r>
              <a:rPr lang="en-US" noProof="1"/>
              <a:t>Source code box</a:t>
            </a:r>
          </a:p>
          <a:p>
            <a:pPr>
              <a:spcBef>
                <a:spcPts val="300"/>
              </a:spcBef>
              <a:spcAft>
                <a:spcPts val="300"/>
              </a:spcAft>
            </a:pPr>
            <a:r>
              <a:rPr lang="en-US" noProof="1"/>
              <a:t>…</a:t>
            </a:r>
          </a:p>
          <a:p>
            <a:pPr>
              <a:spcBef>
                <a:spcPts val="300"/>
              </a:spcBef>
              <a:spcAft>
                <a:spcPts val="300"/>
              </a:spcAft>
            </a:pPr>
            <a:r>
              <a:rPr lang="en-US" noProof="1"/>
              <a:t>…</a:t>
            </a:r>
          </a:p>
          <a:p>
            <a:pPr>
              <a:spcBef>
                <a:spcPts val="300"/>
              </a:spcBef>
              <a:spcAft>
                <a:spcPts val="300"/>
              </a:spcAft>
            </a:pPr>
            <a:r>
              <a:rPr lang="en-US" noProof="1"/>
              <a:t>…</a:t>
            </a:r>
          </a:p>
        </p:txBody>
      </p:sp>
      <p:sp>
        <p:nvSpPr>
          <p:cNvPr id="11" name="Slide Title">
            <a:extLst>
              <a:ext uri="{FF2B5EF4-FFF2-40B4-BE49-F238E27FC236}">
                <a16:creationId xmlns:a16="http://schemas.microsoft.com/office/drawing/2014/main" id="{47D60833-F0A9-4F29-8C06-A963A7C8BE9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0405" y="100750"/>
            <a:ext cx="10239658" cy="882654"/>
          </a:xfrm>
        </p:spPr>
        <p:txBody>
          <a:bodyPr/>
          <a:lstStyle>
            <a:lvl1pPr latinLnBrk="0">
              <a:defRPr>
                <a:solidFill>
                  <a:schemeClr val="bg2"/>
                </a:solidFill>
              </a:defRPr>
            </a:lvl1pPr>
          </a:lstStyle>
          <a:p>
            <a:r>
              <a:rPr lang="en-US" noProof="0" dirty="0"/>
              <a:t>Slide Title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B69A4E8-9221-8F79-65B4-BF9AA7F87DD7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53573" y="368999"/>
            <a:ext cx="1443361" cy="3600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0082982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mo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val Center Icon"/>
          <p:cNvSpPr>
            <a:spLocks noChangeAspect="1"/>
          </p:cNvSpPr>
          <p:nvPr/>
        </p:nvSpPr>
        <p:spPr>
          <a:xfrm>
            <a:off x="831000" y="1091471"/>
            <a:ext cx="3552529" cy="3552529"/>
          </a:xfrm>
          <a:prstGeom prst="ellipse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385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398" b="0" i="0" u="none" strike="noStrike" kern="1200" cap="none" spc="0" normalizeH="0" baseline="0" noProof="0">
              <a:ln>
                <a:noFill/>
              </a:ln>
              <a:solidFill>
                <a:srgbClr val="F7C86D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sp>
        <p:nvSpPr>
          <p:cNvPr id="11" name="Slide Subtitle"/>
          <p:cNvSpPr>
            <a:spLocks noGrp="1"/>
          </p:cNvSpPr>
          <p:nvPr>
            <p:ph type="subTitle" sz="quarter" idx="11" hasCustomPrompt="1"/>
          </p:nvPr>
        </p:nvSpPr>
        <p:spPr>
          <a:xfrm>
            <a:off x="5241000" y="3338387"/>
            <a:ext cx="6065892" cy="768084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ctr" latinLnBrk="0">
              <a:buNone/>
              <a:defRPr sz="3998" b="0" baseline="0">
                <a:solidFill>
                  <a:schemeClr val="tx1"/>
                </a:solidFill>
                <a:latin typeface="+mn-lt"/>
                <a:cs typeface="Arial" pitchFamily="34" charset="0"/>
              </a:defRPr>
            </a:lvl1pPr>
          </a:lstStyle>
          <a:p>
            <a:pPr lvl="0"/>
            <a:r>
              <a:rPr lang="en-US" noProof="0" dirty="0"/>
              <a:t>Click to Edit Section Subtitle</a:t>
            </a:r>
          </a:p>
        </p:txBody>
      </p:sp>
      <p:sp>
        <p:nvSpPr>
          <p:cNvPr id="10" name="Slide Title"/>
          <p:cNvSpPr>
            <a:spLocks noGrp="1"/>
          </p:cNvSpPr>
          <p:nvPr>
            <p:ph type="title" sz="quarter" idx="10" hasCustomPrompt="1"/>
          </p:nvPr>
        </p:nvSpPr>
        <p:spPr>
          <a:xfrm>
            <a:off x="5241000" y="1471047"/>
            <a:ext cx="6065892" cy="1754333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ctr" latinLnBrk="0">
              <a:buNone/>
              <a:defRPr sz="5396" b="1" baseline="0">
                <a:solidFill>
                  <a:schemeClr val="tx1"/>
                </a:solidFill>
                <a:latin typeface="+mj-lt"/>
                <a:cs typeface="Arial" pitchFamily="34" charset="0"/>
              </a:defRPr>
            </a:lvl1pPr>
          </a:lstStyle>
          <a:p>
            <a:pPr lvl="0"/>
            <a:r>
              <a:rPr lang="en-US" noProof="0" dirty="0"/>
              <a:t>Click to Edit Section Title</a:t>
            </a:r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242391974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 of Conte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lide Number">
            <a:extLst>
              <a:ext uri="{FF2B5EF4-FFF2-40B4-BE49-F238E27FC236}">
                <a16:creationId xmlns:a16="http://schemas.microsoft.com/office/drawing/2014/main" id="{39DDE17E-5472-41F3-AF5F-54DFF10DC63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753030" y="650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000"/>
            </a:lvl1pPr>
          </a:lstStyle>
          <a:p>
            <a:fld id="{2BF067CD-8E6B-4360-9AA8-C5DF2A48A6D1}" type="slidenum">
              <a:rPr lang="en-US" noProof="0" smtClean="0"/>
              <a:pPr/>
              <a:t>‹#›</a:t>
            </a:fld>
            <a:endParaRPr lang="en-US" noProof="0"/>
          </a:p>
        </p:txBody>
      </p:sp>
      <p:sp>
        <p:nvSpPr>
          <p:cNvPr id="23" name="Slide Body Text">
            <a:extLst>
              <a:ext uri="{FF2B5EF4-FFF2-40B4-BE49-F238E27FC236}">
                <a16:creationId xmlns:a16="http://schemas.microsoft.com/office/drawing/2014/main" id="{889D93F4-ABFA-46BF-8E5D-FE6562ACB20F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96766" y="1371604"/>
            <a:ext cx="11781606" cy="5207396"/>
          </a:xfrm>
        </p:spPr>
        <p:txBody>
          <a:bodyPr>
            <a:normAutofit/>
          </a:bodyPr>
          <a:lstStyle>
            <a:lvl1pPr marL="514042" indent="-514042" latinLnBrk="0">
              <a:buFont typeface="+mj-lt"/>
              <a:buAutoNum type="arabicPeriod"/>
              <a:defRPr sz="3600">
                <a:solidFill>
                  <a:schemeClr val="tx1"/>
                </a:solidFill>
              </a:defRPr>
            </a:lvl1pPr>
            <a:lvl2pPr>
              <a:defRPr sz="3400"/>
            </a:lvl2pPr>
          </a:lstStyle>
          <a:p>
            <a:pPr lvl="0"/>
            <a:r>
              <a:rPr lang="en-US" noProof="0" dirty="0"/>
              <a:t>…</a:t>
            </a:r>
          </a:p>
          <a:p>
            <a:pPr lvl="1"/>
            <a:r>
              <a:rPr lang="en-US" noProof="0" dirty="0"/>
              <a:t>…</a:t>
            </a:r>
          </a:p>
          <a:p>
            <a:pPr lvl="1"/>
            <a:r>
              <a:rPr lang="en-US" noProof="0" dirty="0"/>
              <a:t>…</a:t>
            </a:r>
          </a:p>
          <a:p>
            <a:pPr lvl="0"/>
            <a:r>
              <a:rPr lang="en-US" noProof="0" dirty="0"/>
              <a:t>…</a:t>
            </a:r>
          </a:p>
          <a:p>
            <a:pPr lvl="1"/>
            <a:r>
              <a:rPr lang="en-US" noProof="0" dirty="0"/>
              <a:t>…</a:t>
            </a:r>
          </a:p>
          <a:p>
            <a:pPr lvl="1"/>
            <a:r>
              <a:rPr lang="en-US" noProof="0" dirty="0"/>
              <a:t>…</a:t>
            </a:r>
          </a:p>
          <a:p>
            <a:pPr lvl="0"/>
            <a:r>
              <a:rPr lang="en-US" noProof="0" dirty="0"/>
              <a:t>…</a:t>
            </a:r>
          </a:p>
        </p:txBody>
      </p:sp>
      <p:sp>
        <p:nvSpPr>
          <p:cNvPr id="8" name="Rectangle Top">
            <a:extLst>
              <a:ext uri="{FF2B5EF4-FFF2-40B4-BE49-F238E27FC236}">
                <a16:creationId xmlns:a16="http://schemas.microsoft.com/office/drawing/2014/main" id="{930E0800-9260-4369-8330-8264DD33C5CE}"/>
              </a:ext>
            </a:extLst>
          </p:cNvPr>
          <p:cNvSpPr/>
          <p:nvPr userDrawn="1"/>
        </p:nvSpPr>
        <p:spPr>
          <a:xfrm>
            <a:off x="0" y="0"/>
            <a:ext cx="12196800" cy="1095376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385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398" b="0" i="0" u="none" strike="noStrike" kern="1200" cap="none" spc="0" normalizeH="0" baseline="0" noProof="0">
              <a:ln>
                <a:noFill/>
              </a:ln>
              <a:solidFill>
                <a:srgbClr val="F7C86D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sp>
        <p:nvSpPr>
          <p:cNvPr id="13" name="Slide Title">
            <a:extLst>
              <a:ext uri="{FF2B5EF4-FFF2-40B4-BE49-F238E27FC236}">
                <a16:creationId xmlns:a16="http://schemas.microsoft.com/office/drawing/2014/main" id="{357D7BE1-6358-42CC-94F3-7BCDD91DCB6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0406" y="100750"/>
            <a:ext cx="10270594" cy="882654"/>
          </a:xfrm>
        </p:spPr>
        <p:txBody>
          <a:bodyPr/>
          <a:lstStyle>
            <a:lvl1pPr latinLnBrk="0">
              <a:defRPr>
                <a:solidFill>
                  <a:schemeClr val="bg2"/>
                </a:solidFill>
              </a:defRPr>
            </a:lvl1pPr>
          </a:lstStyle>
          <a:p>
            <a:r>
              <a:rPr lang="en-US" noProof="0" dirty="0"/>
              <a:t>Table of Contents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FD808AB-EC49-1578-0005-D58D2A365AA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53573" y="368999"/>
            <a:ext cx="1443361" cy="3600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2872448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Bottom"/>
          <p:cNvSpPr/>
          <p:nvPr/>
        </p:nvSpPr>
        <p:spPr>
          <a:xfrm>
            <a:off x="2" y="6264000"/>
            <a:ext cx="12192000" cy="594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21856" tIns="60928" rIns="121856" bIns="60928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385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398" b="0" i="0" u="none" strike="noStrike" kern="1200" cap="none" spc="0" normalizeH="0" baseline="0" noProof="0">
              <a:ln>
                <a:noFill/>
              </a:ln>
              <a:solidFill>
                <a:srgbClr val="F7C86D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sp>
        <p:nvSpPr>
          <p:cNvPr id="11" name="Slide Number">
            <a:extLst>
              <a:ext uri="{FF2B5EF4-FFF2-40B4-BE49-F238E27FC236}">
                <a16:creationId xmlns:a16="http://schemas.microsoft.com/office/drawing/2014/main" id="{6750ECE4-94E0-469B-B8E4-562792823B0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753030" y="6462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000">
                <a:solidFill>
                  <a:schemeClr val="bg2"/>
                </a:solidFill>
              </a:defRPr>
            </a:lvl1pPr>
          </a:lstStyle>
          <a:p>
            <a:fld id="{2BF067CD-8E6B-4360-9AA8-C5DF2A48A6D1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4" name="Oval Logo Holder"/>
          <p:cNvSpPr/>
          <p:nvPr/>
        </p:nvSpPr>
        <p:spPr>
          <a:xfrm>
            <a:off x="5161650" y="4824665"/>
            <a:ext cx="1868701" cy="1868701"/>
          </a:xfrm>
          <a:prstGeom prst="ellipse">
            <a:avLst/>
          </a:prstGeom>
          <a:solidFill>
            <a:schemeClr val="tx2"/>
          </a:solidFill>
          <a:ln w="63500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385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398" b="0" i="0" u="none" strike="noStrike" kern="1200" cap="none" spc="0" normalizeH="0" baseline="0" noProof="0">
              <a:ln>
                <a:noFill/>
              </a:ln>
              <a:solidFill>
                <a:srgbClr val="F7C86D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sp>
        <p:nvSpPr>
          <p:cNvPr id="10" name="Text Placeholder Right">
            <a:extLst>
              <a:ext uri="{FF2B5EF4-FFF2-40B4-BE49-F238E27FC236}">
                <a16:creationId xmlns:a16="http://schemas.microsoft.com/office/drawing/2014/main" id="{AF69A59F-C564-4A04-B1CC-31C26149999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456000" y="1195931"/>
            <a:ext cx="5545597" cy="4957073"/>
          </a:xfrm>
        </p:spPr>
        <p:txBody>
          <a:bodyPr/>
          <a:lstStyle>
            <a:lvl1pPr latinLnBrk="0">
              <a:defRPr/>
            </a:lvl1pPr>
            <a:lvl2pPr latinLnBrk="0">
              <a:defRPr/>
            </a:lvl2pPr>
            <a:lvl3pPr latinLnBrk="0">
              <a:defRPr/>
            </a:lvl3pPr>
            <a:lvl4pPr latinLnBrk="0">
              <a:defRPr/>
            </a:lvl4pPr>
            <a:lvl5pPr latinLnBrk="0">
              <a:defRPr/>
            </a:lvl5pPr>
          </a:lstStyle>
          <a:p>
            <a:pPr lvl="0"/>
            <a:r>
              <a:rPr lang="en-US" noProof="0" dirty="0"/>
              <a:t>Edit Master text styles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9" name="Text Placeholder Left">
            <a:extLst>
              <a:ext uri="{FF2B5EF4-FFF2-40B4-BE49-F238E27FC236}">
                <a16:creationId xmlns:a16="http://schemas.microsoft.com/office/drawing/2014/main" id="{C8A626D2-456B-41EF-9818-EA8DD7E314D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90402" y="1195931"/>
            <a:ext cx="5545598" cy="4957073"/>
          </a:xfrm>
        </p:spPr>
        <p:txBody>
          <a:bodyPr/>
          <a:lstStyle>
            <a:lvl1pPr latinLnBrk="0">
              <a:defRPr/>
            </a:lvl1pPr>
            <a:lvl2pPr latinLnBrk="0">
              <a:defRPr/>
            </a:lvl2pPr>
            <a:lvl3pPr latinLnBrk="0">
              <a:defRPr/>
            </a:lvl3pPr>
            <a:lvl4pPr latinLnBrk="0">
              <a:defRPr/>
            </a:lvl4pPr>
            <a:lvl5pPr latinLnBrk="0">
              <a:defRPr/>
            </a:lvl5pPr>
          </a:lstStyle>
          <a:p>
            <a:pPr lvl="0"/>
            <a:r>
              <a:rPr lang="en-US" noProof="0" dirty="0"/>
              <a:t>Edit Master text styles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13" name="Rectangle Top">
            <a:extLst>
              <a:ext uri="{FF2B5EF4-FFF2-40B4-BE49-F238E27FC236}">
                <a16:creationId xmlns:a16="http://schemas.microsoft.com/office/drawing/2014/main" id="{E03301DA-D0AF-46FD-8740-2F761250203A}"/>
              </a:ext>
            </a:extLst>
          </p:cNvPr>
          <p:cNvSpPr/>
          <p:nvPr userDrawn="1"/>
        </p:nvSpPr>
        <p:spPr>
          <a:xfrm>
            <a:off x="0" y="0"/>
            <a:ext cx="12196800" cy="1095376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385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398" b="0" i="0" u="none" strike="noStrike" kern="1200" cap="none" spc="0" normalizeH="0" baseline="0" noProof="0">
              <a:ln>
                <a:noFill/>
              </a:ln>
              <a:solidFill>
                <a:srgbClr val="F7C86D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sp>
        <p:nvSpPr>
          <p:cNvPr id="15" name="Slide Title">
            <a:extLst>
              <a:ext uri="{FF2B5EF4-FFF2-40B4-BE49-F238E27FC236}">
                <a16:creationId xmlns:a16="http://schemas.microsoft.com/office/drawing/2014/main" id="{EA9A94D1-F9F6-4D7B-85E3-896A987B6A4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0405" y="100750"/>
            <a:ext cx="10270595" cy="882654"/>
          </a:xfrm>
        </p:spPr>
        <p:txBody>
          <a:bodyPr/>
          <a:lstStyle>
            <a:lvl1pPr latinLnBrk="0">
              <a:defRPr>
                <a:solidFill>
                  <a:schemeClr val="bg2"/>
                </a:solidFill>
              </a:defRPr>
            </a:lvl1pPr>
          </a:lstStyle>
          <a:p>
            <a:r>
              <a:rPr lang="en-US" noProof="0" dirty="0"/>
              <a:t>Slide Title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2C9792D8-D354-4699-B7D6-B8CB7F77594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98753" y="5340443"/>
            <a:ext cx="1334859" cy="982867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B6351E19-25DA-EAD2-9FBE-358B6135D728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53573" y="368999"/>
            <a:ext cx="1443361" cy="3600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4403346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Slide Number">
            <a:extLst>
              <a:ext uri="{FF2B5EF4-FFF2-40B4-BE49-F238E27FC236}">
                <a16:creationId xmlns:a16="http://schemas.microsoft.com/office/drawing/2014/main" id="{F888EE71-82B3-40F1-A63F-7417422FB4A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753030" y="6444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000"/>
            </a:lvl1pPr>
          </a:lstStyle>
          <a:p>
            <a:fld id="{2BF067CD-8E6B-4360-9AA8-C5DF2A48A6D1}" type="slidenum">
              <a:rPr lang="en-US" noProof="0" smtClean="0"/>
              <a:pPr/>
              <a:t>‹#›</a:t>
            </a:fld>
            <a:endParaRPr lang="en-US" noProof="0"/>
          </a:p>
        </p:txBody>
      </p:sp>
      <p:sp>
        <p:nvSpPr>
          <p:cNvPr id="14" name="Text Placeholder Body">
            <a:extLst>
              <a:ext uri="{FF2B5EF4-FFF2-40B4-BE49-F238E27FC236}">
                <a16:creationId xmlns:a16="http://schemas.microsoft.com/office/drawing/2014/main" id="{A2ABE920-240F-4CF6-AD45-23ED489FAD6E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569002" y="1353866"/>
            <a:ext cx="7426234" cy="5219931"/>
          </a:xfrm>
        </p:spPr>
        <p:txBody>
          <a:bodyPr/>
          <a:lstStyle>
            <a:lvl1pPr latinLnBrk="0">
              <a:defRPr/>
            </a:lvl1pPr>
            <a:lvl2pPr latinLnBrk="0">
              <a:defRPr/>
            </a:lvl2pPr>
            <a:lvl3pPr latinLnBrk="0">
              <a:defRPr/>
            </a:lvl3pPr>
            <a:lvl4pPr latinLnBrk="0">
              <a:defRPr/>
            </a:lvl4pPr>
            <a:lvl5pPr latinLnBrk="0">
              <a:defRPr/>
            </a:lvl5pPr>
          </a:lstStyle>
          <a:p>
            <a:pPr lvl="0"/>
            <a:r>
              <a:rPr lang="en-US" noProof="0"/>
              <a:t>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5" name="Picture Placeholder Left"/>
          <p:cNvSpPr>
            <a:spLocks noGrp="1"/>
          </p:cNvSpPr>
          <p:nvPr>
            <p:ph type="pic" idx="1" hasCustomPrompt="1"/>
          </p:nvPr>
        </p:nvSpPr>
        <p:spPr>
          <a:xfrm>
            <a:off x="190405" y="1355077"/>
            <a:ext cx="3889373" cy="5366405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txBody>
          <a:bodyPr anchor="ctr"/>
          <a:lstStyle>
            <a:lvl1pPr marL="0" indent="0" algn="ctr" latinLnBrk="0">
              <a:buNone/>
              <a:defRPr sz="2131" baseline="0">
                <a:solidFill>
                  <a:schemeClr val="tx1"/>
                </a:solidFill>
                <a:latin typeface="+mn-lt"/>
                <a:cs typeface="Arial" pitchFamily="34" charset="0"/>
              </a:defRPr>
            </a:lvl1pPr>
            <a:lvl2pPr marL="609219" indent="0">
              <a:buNone/>
              <a:defRPr sz="3731"/>
            </a:lvl2pPr>
            <a:lvl3pPr marL="1218438" indent="0">
              <a:buNone/>
              <a:defRPr sz="3198"/>
            </a:lvl3pPr>
            <a:lvl4pPr marL="1827657" indent="0">
              <a:buNone/>
              <a:defRPr sz="2665"/>
            </a:lvl4pPr>
            <a:lvl5pPr marL="2436876" indent="0">
              <a:buNone/>
              <a:defRPr sz="2665"/>
            </a:lvl5pPr>
            <a:lvl6pPr marL="3046096" indent="0">
              <a:buNone/>
              <a:defRPr sz="2665"/>
            </a:lvl6pPr>
            <a:lvl7pPr marL="3655315" indent="0">
              <a:buNone/>
              <a:defRPr sz="2665"/>
            </a:lvl7pPr>
            <a:lvl8pPr marL="4264533" indent="0">
              <a:buNone/>
              <a:defRPr sz="2665"/>
            </a:lvl8pPr>
            <a:lvl9pPr marL="4873752" indent="0">
              <a:buNone/>
              <a:defRPr sz="2665"/>
            </a:lvl9pPr>
          </a:lstStyle>
          <a:p>
            <a:r>
              <a:rPr lang="en-US" altLang="ko-KR" noProof="0"/>
              <a:t>Your Picture Here</a:t>
            </a:r>
          </a:p>
        </p:txBody>
      </p:sp>
      <p:sp>
        <p:nvSpPr>
          <p:cNvPr id="3" name="Rectangle Left Second"/>
          <p:cNvSpPr/>
          <p:nvPr/>
        </p:nvSpPr>
        <p:spPr>
          <a:xfrm>
            <a:off x="4127777" y="1748999"/>
            <a:ext cx="240001" cy="3360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385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398" b="0" i="0" u="none" strike="noStrike" kern="1200" cap="none" spc="0" normalizeH="0" baseline="0" noProof="0">
              <a:ln>
                <a:noFill/>
              </a:ln>
              <a:solidFill>
                <a:srgbClr val="F7C86D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sp>
        <p:nvSpPr>
          <p:cNvPr id="2" name="Rectangle Left First"/>
          <p:cNvSpPr/>
          <p:nvPr/>
        </p:nvSpPr>
        <p:spPr>
          <a:xfrm>
            <a:off x="4079775" y="1355073"/>
            <a:ext cx="48001" cy="5502926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385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398" b="0" i="0" u="none" strike="noStrike" kern="1200" cap="none" spc="0" normalizeH="0" baseline="0" noProof="0">
              <a:ln>
                <a:noFill/>
              </a:ln>
              <a:solidFill>
                <a:srgbClr val="F7C86D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sp>
        <p:nvSpPr>
          <p:cNvPr id="10" name="Rectangle Down">
            <a:extLst>
              <a:ext uri="{FF2B5EF4-FFF2-40B4-BE49-F238E27FC236}">
                <a16:creationId xmlns:a16="http://schemas.microsoft.com/office/drawing/2014/main" id="{E9B994EC-35A8-4A11-98CB-25DC28852F94}"/>
              </a:ext>
            </a:extLst>
          </p:cNvPr>
          <p:cNvSpPr/>
          <p:nvPr/>
        </p:nvSpPr>
        <p:spPr>
          <a:xfrm>
            <a:off x="2" y="6721482"/>
            <a:ext cx="12192000" cy="13651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385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398" b="0" i="0" u="none" strike="noStrike" kern="1200" cap="none" spc="0" normalizeH="0" baseline="0" noProof="0">
              <a:ln>
                <a:noFill/>
              </a:ln>
              <a:solidFill>
                <a:srgbClr val="F7C86D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sp>
        <p:nvSpPr>
          <p:cNvPr id="11" name="Rectangle Top">
            <a:extLst>
              <a:ext uri="{FF2B5EF4-FFF2-40B4-BE49-F238E27FC236}">
                <a16:creationId xmlns:a16="http://schemas.microsoft.com/office/drawing/2014/main" id="{274B8F05-DFCE-47BD-BAFD-DF93E1A63BDD}"/>
              </a:ext>
            </a:extLst>
          </p:cNvPr>
          <p:cNvSpPr/>
          <p:nvPr userDrawn="1"/>
        </p:nvSpPr>
        <p:spPr>
          <a:xfrm>
            <a:off x="0" y="0"/>
            <a:ext cx="12196800" cy="1095376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385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398" b="0" i="0" u="none" strike="noStrike" kern="1200" cap="none" spc="0" normalizeH="0" baseline="0" noProof="0">
              <a:ln>
                <a:noFill/>
              </a:ln>
              <a:solidFill>
                <a:srgbClr val="F7C86D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sp>
        <p:nvSpPr>
          <p:cNvPr id="13" name="Slide Title">
            <a:extLst>
              <a:ext uri="{FF2B5EF4-FFF2-40B4-BE49-F238E27FC236}">
                <a16:creationId xmlns:a16="http://schemas.microsoft.com/office/drawing/2014/main" id="{3F218E34-55D7-4290-BFE4-80F31F94155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0406" y="100750"/>
            <a:ext cx="10270594" cy="882654"/>
          </a:xfrm>
        </p:spPr>
        <p:txBody>
          <a:bodyPr/>
          <a:lstStyle>
            <a:lvl1pPr latinLnBrk="0">
              <a:defRPr>
                <a:solidFill>
                  <a:schemeClr val="bg2"/>
                </a:solidFill>
              </a:defRPr>
            </a:lvl1pPr>
          </a:lstStyle>
          <a:p>
            <a:r>
              <a:rPr lang="en-US" noProof="0" dirty="0"/>
              <a:t>Slide Title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2F3DB3E-BDAA-8201-9A01-2F52640A84CA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53573" y="368999"/>
            <a:ext cx="1443361" cy="3600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740194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estions Slide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Rectangle Bottom">
            <a:extLst>
              <a:ext uri="{FF2B5EF4-FFF2-40B4-BE49-F238E27FC236}">
                <a16:creationId xmlns:a16="http://schemas.microsoft.com/office/drawing/2014/main" id="{550A59F9-9A9D-4956-95B4-F78CC0DB1D59}"/>
              </a:ext>
            </a:extLst>
          </p:cNvPr>
          <p:cNvSpPr/>
          <p:nvPr userDrawn="1"/>
        </p:nvSpPr>
        <p:spPr>
          <a:xfrm>
            <a:off x="0" y="6371332"/>
            <a:ext cx="12195176" cy="48723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385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398" b="0" i="0" u="none" strike="noStrike" kern="1200" cap="none" spc="0" normalizeH="0" baseline="0" noProof="0">
              <a:ln>
                <a:noFill/>
              </a:ln>
              <a:solidFill>
                <a:srgbClr val="F7C86D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3107753B-8639-4399-B782-EE5377184D2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26988" y="1461842"/>
            <a:ext cx="10731663" cy="3047158"/>
          </a:xfrm>
        </p:spPr>
        <p:txBody>
          <a:bodyPr>
            <a:normAutofit/>
          </a:bodyPr>
          <a:lstStyle>
            <a:lvl1pPr algn="ctr">
              <a:defRPr sz="13800"/>
            </a:lvl1pPr>
          </a:lstStyle>
          <a:p>
            <a:r>
              <a:rPr lang="bg-BG" dirty="0"/>
              <a:t>Въпроси?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9206122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 bwMode="gray"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Slide Body Text">
            <a:extLst>
              <a:ext uri="{FF2B5EF4-FFF2-40B4-BE49-F238E27FC236}">
                <a16:creationId xmlns:a16="http://schemas.microsoft.com/office/drawing/2014/main" id="{90CBFB32-9F46-4F2F-8A54-9EE8BED2785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90404" y="1138844"/>
            <a:ext cx="11804830" cy="5530156"/>
          </a:xfrm>
          <a:prstGeom prst="rect">
            <a:avLst/>
          </a:prstGeom>
        </p:spPr>
        <p:txBody>
          <a:bodyPr vert="horz" lIns="108000" tIns="36000" rIns="108000" bIns="36000" rtlCol="0">
            <a:normAutofit/>
          </a:bodyPr>
          <a:lstStyle/>
          <a:p>
            <a:pPr lvl="0"/>
            <a:r>
              <a:rPr lang="en-US" dirty="0"/>
              <a:t>First Level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dirty="0"/>
          </a:p>
        </p:txBody>
      </p:sp>
      <p:sp>
        <p:nvSpPr>
          <p:cNvPr id="10" name="Slide Title">
            <a:extLst>
              <a:ext uri="{FF2B5EF4-FFF2-40B4-BE49-F238E27FC236}">
                <a16:creationId xmlns:a16="http://schemas.microsoft.com/office/drawing/2014/main" id="{B770C392-3003-4C35-9625-BB041F8257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0405" y="100750"/>
            <a:ext cx="11804829" cy="882654"/>
          </a:xfrm>
          <a:prstGeom prst="rect">
            <a:avLst/>
          </a:prstGeom>
        </p:spPr>
        <p:txBody>
          <a:bodyPr vert="horz" lIns="108000" tIns="36000" rIns="108000" bIns="36000" rtlCol="0" anchor="ctr" anchorCtr="0">
            <a:normAutofit/>
          </a:bodyPr>
          <a:lstStyle/>
          <a:p>
            <a:r>
              <a:rPr lang="en-US" dirty="0"/>
              <a:t>Click to Edit Master Title Style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5678918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1" r:id="rId1"/>
    <p:sldLayoutId id="2147483689" r:id="rId2"/>
    <p:sldLayoutId id="2147483681" r:id="rId3"/>
    <p:sldLayoutId id="2147483679" r:id="rId4"/>
    <p:sldLayoutId id="2147483680" r:id="rId5"/>
    <p:sldLayoutId id="2147483688" r:id="rId6"/>
    <p:sldLayoutId id="2147483684" r:id="rId7"/>
    <p:sldLayoutId id="2147483690" r:id="rId8"/>
    <p:sldLayoutId id="2147483677" r:id="rId9"/>
    <p:sldLayoutId id="2147483683" r:id="rId10"/>
    <p:sldLayoutId id="2147483685" r:id="rId11"/>
    <p:sldLayoutId id="2147483686" r:id="rId12"/>
  </p:sldLayoutIdLst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hf hdr="0" ftr="0" dt="0"/>
  <p:txStyles>
    <p:titleStyle>
      <a:lvl1pPr algn="l" defTabSz="1218438" rtl="0" eaLnBrk="1" latinLnBrk="0" hangingPunct="1">
        <a:spcBef>
          <a:spcPct val="0"/>
        </a:spcBef>
        <a:buNone/>
        <a:defRPr sz="3998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60363" indent="-360363" algn="l" defTabSz="1218438" rtl="0" eaLnBrk="1" latinLnBrk="0" hangingPunct="1">
        <a:lnSpc>
          <a:spcPct val="105000"/>
        </a:lnSpc>
        <a:spcBef>
          <a:spcPts val="600"/>
        </a:spcBef>
        <a:spcAft>
          <a:spcPts val="600"/>
        </a:spcAft>
        <a:buFont typeface="Wingdings" panose="05000000000000000000" pitchFamily="2" charset="2"/>
        <a:buChar char="§"/>
        <a:defRPr sz="3398" kern="1200">
          <a:solidFill>
            <a:schemeClr val="tx1"/>
          </a:solidFill>
          <a:latin typeface="+mn-lt"/>
          <a:ea typeface="+mn-ea"/>
          <a:cs typeface="+mn-cs"/>
        </a:defRPr>
      </a:lvl1pPr>
      <a:lvl2pPr marL="803275" indent="-360363" algn="l" defTabSz="1218438" rtl="0" eaLnBrk="1" latinLnBrk="0" hangingPunct="1">
        <a:lnSpc>
          <a:spcPct val="105000"/>
        </a:lnSpc>
        <a:spcBef>
          <a:spcPts val="600"/>
        </a:spcBef>
        <a:spcAft>
          <a:spcPts val="600"/>
        </a:spcAft>
        <a:buFont typeface="Wingdings" panose="05000000000000000000" pitchFamily="2" charset="2"/>
        <a:buChar char="§"/>
        <a:defRPr sz="3198" kern="1200">
          <a:solidFill>
            <a:schemeClr val="tx1"/>
          </a:solidFill>
          <a:latin typeface="+mn-lt"/>
          <a:ea typeface="+mn-ea"/>
          <a:cs typeface="+mn-cs"/>
        </a:defRPr>
      </a:lvl2pPr>
      <a:lvl3pPr marL="1255713" indent="-360363" algn="l" defTabSz="1218438" rtl="0" eaLnBrk="1" latinLnBrk="0" hangingPunct="1">
        <a:lnSpc>
          <a:spcPct val="105000"/>
        </a:lnSpc>
        <a:spcBef>
          <a:spcPts val="600"/>
        </a:spcBef>
        <a:spcAft>
          <a:spcPts val="600"/>
        </a:spcAft>
        <a:buFont typeface="Wingdings" panose="05000000000000000000" pitchFamily="2" charset="2"/>
        <a:buChar char="§"/>
        <a:defRPr sz="2998" kern="1200">
          <a:solidFill>
            <a:schemeClr val="tx1"/>
          </a:solidFill>
          <a:latin typeface="+mn-lt"/>
          <a:ea typeface="+mn-ea"/>
          <a:cs typeface="+mn-cs"/>
        </a:defRPr>
      </a:lvl3pPr>
      <a:lvl4pPr marL="1700213" indent="-352425" algn="l" defTabSz="1218438" rtl="0" eaLnBrk="1" latinLnBrk="0" hangingPunct="1">
        <a:lnSpc>
          <a:spcPct val="105000"/>
        </a:lnSpc>
        <a:spcBef>
          <a:spcPts val="600"/>
        </a:spcBef>
        <a:spcAft>
          <a:spcPts val="600"/>
        </a:spcAft>
        <a:buFont typeface="Wingdings" panose="05000000000000000000" pitchFamily="2" charset="2"/>
        <a:buChar char="§"/>
        <a:defRPr sz="2798" kern="1200">
          <a:solidFill>
            <a:schemeClr val="tx1"/>
          </a:solidFill>
          <a:latin typeface="+mn-lt"/>
          <a:ea typeface="+mn-ea"/>
          <a:cs typeface="+mn-cs"/>
        </a:defRPr>
      </a:lvl4pPr>
      <a:lvl5pPr marL="2058988" indent="-266700" algn="l" defTabSz="1218438" rtl="0" eaLnBrk="1" latinLnBrk="0" hangingPunct="1">
        <a:lnSpc>
          <a:spcPct val="105000"/>
        </a:lnSpc>
        <a:spcBef>
          <a:spcPts val="600"/>
        </a:spcBef>
        <a:spcAft>
          <a:spcPts val="600"/>
        </a:spcAft>
        <a:buFont typeface="Wingdings" panose="05000000000000000000" pitchFamily="2" charset="2"/>
        <a:buChar char="§"/>
        <a:defRPr sz="2598" kern="1200">
          <a:solidFill>
            <a:schemeClr val="tx1"/>
          </a:solidFill>
          <a:latin typeface="+mn-lt"/>
          <a:ea typeface="+mn-ea"/>
          <a:cs typeface="+mn-cs"/>
        </a:defRPr>
      </a:lvl5pPr>
      <a:lvl6pPr marL="3350704" indent="-304610" algn="l" defTabSz="1218438" rtl="0" eaLnBrk="1" latinLnBrk="1" hangingPunct="1">
        <a:spcBef>
          <a:spcPct val="20000"/>
        </a:spcBef>
        <a:buFont typeface="Arial" pitchFamily="34" charset="0"/>
        <a:buChar char="•"/>
        <a:defRPr sz="2665" kern="1200">
          <a:solidFill>
            <a:schemeClr val="tx1"/>
          </a:solidFill>
          <a:latin typeface="+mn-lt"/>
          <a:ea typeface="+mn-ea"/>
          <a:cs typeface="+mn-cs"/>
        </a:defRPr>
      </a:lvl6pPr>
      <a:lvl7pPr marL="3959924" indent="-304610" algn="l" defTabSz="1218438" rtl="0" eaLnBrk="1" latinLnBrk="1" hangingPunct="1">
        <a:spcBef>
          <a:spcPct val="20000"/>
        </a:spcBef>
        <a:buFont typeface="Arial" pitchFamily="34" charset="0"/>
        <a:buChar char="•"/>
        <a:defRPr sz="2665" kern="1200">
          <a:solidFill>
            <a:schemeClr val="tx1"/>
          </a:solidFill>
          <a:latin typeface="+mn-lt"/>
          <a:ea typeface="+mn-ea"/>
          <a:cs typeface="+mn-cs"/>
        </a:defRPr>
      </a:lvl7pPr>
      <a:lvl8pPr marL="4569143" indent="-304610" algn="l" defTabSz="1218438" rtl="0" eaLnBrk="1" latinLnBrk="1" hangingPunct="1">
        <a:spcBef>
          <a:spcPct val="20000"/>
        </a:spcBef>
        <a:buFont typeface="Arial" pitchFamily="34" charset="0"/>
        <a:buChar char="•"/>
        <a:defRPr sz="2665" kern="1200">
          <a:solidFill>
            <a:schemeClr val="tx1"/>
          </a:solidFill>
          <a:latin typeface="+mn-lt"/>
          <a:ea typeface="+mn-ea"/>
          <a:cs typeface="+mn-cs"/>
        </a:defRPr>
      </a:lvl8pPr>
      <a:lvl9pPr marL="5178362" indent="-304610" algn="l" defTabSz="1218438" rtl="0" eaLnBrk="1" latinLnBrk="1" hangingPunct="1">
        <a:spcBef>
          <a:spcPct val="20000"/>
        </a:spcBef>
        <a:buFont typeface="Arial" pitchFamily="34" charset="0"/>
        <a:buChar char="•"/>
        <a:defRPr sz="2665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1218438" rtl="0" eaLnBrk="1" latinLnBrk="1" hangingPunct="1">
        <a:defRPr sz="2398" kern="1200">
          <a:solidFill>
            <a:schemeClr val="tx1"/>
          </a:solidFill>
          <a:latin typeface="+mn-lt"/>
          <a:ea typeface="+mn-ea"/>
          <a:cs typeface="+mn-cs"/>
        </a:defRPr>
      </a:lvl1pPr>
      <a:lvl2pPr marL="609219" algn="l" defTabSz="1218438" rtl="0" eaLnBrk="1" latinLnBrk="1" hangingPunct="1">
        <a:defRPr sz="2398" kern="1200">
          <a:solidFill>
            <a:schemeClr val="tx1"/>
          </a:solidFill>
          <a:latin typeface="+mn-lt"/>
          <a:ea typeface="+mn-ea"/>
          <a:cs typeface="+mn-cs"/>
        </a:defRPr>
      </a:lvl2pPr>
      <a:lvl3pPr marL="1218438" algn="l" defTabSz="1218438" rtl="0" eaLnBrk="1" latinLnBrk="1" hangingPunct="1">
        <a:defRPr sz="2398" kern="1200">
          <a:solidFill>
            <a:schemeClr val="tx1"/>
          </a:solidFill>
          <a:latin typeface="+mn-lt"/>
          <a:ea typeface="+mn-ea"/>
          <a:cs typeface="+mn-cs"/>
        </a:defRPr>
      </a:lvl3pPr>
      <a:lvl4pPr marL="1827657" algn="l" defTabSz="1218438" rtl="0" eaLnBrk="1" latinLnBrk="1" hangingPunct="1">
        <a:defRPr sz="2398" kern="1200">
          <a:solidFill>
            <a:schemeClr val="tx1"/>
          </a:solidFill>
          <a:latin typeface="+mn-lt"/>
          <a:ea typeface="+mn-ea"/>
          <a:cs typeface="+mn-cs"/>
        </a:defRPr>
      </a:lvl4pPr>
      <a:lvl5pPr marL="2436876" algn="l" defTabSz="1218438" rtl="0" eaLnBrk="1" latinLnBrk="1" hangingPunct="1">
        <a:defRPr sz="2398" kern="1200">
          <a:solidFill>
            <a:schemeClr val="tx1"/>
          </a:solidFill>
          <a:latin typeface="+mn-lt"/>
          <a:ea typeface="+mn-ea"/>
          <a:cs typeface="+mn-cs"/>
        </a:defRPr>
      </a:lvl5pPr>
      <a:lvl6pPr marL="3046096" algn="l" defTabSz="1218438" rtl="0" eaLnBrk="1" latinLnBrk="1" hangingPunct="1">
        <a:defRPr sz="2398" kern="1200">
          <a:solidFill>
            <a:schemeClr val="tx1"/>
          </a:solidFill>
          <a:latin typeface="+mn-lt"/>
          <a:ea typeface="+mn-ea"/>
          <a:cs typeface="+mn-cs"/>
        </a:defRPr>
      </a:lvl6pPr>
      <a:lvl7pPr marL="3655315" algn="l" defTabSz="1218438" rtl="0" eaLnBrk="1" latinLnBrk="1" hangingPunct="1">
        <a:defRPr sz="2398" kern="1200">
          <a:solidFill>
            <a:schemeClr val="tx1"/>
          </a:solidFill>
          <a:latin typeface="+mn-lt"/>
          <a:ea typeface="+mn-ea"/>
          <a:cs typeface="+mn-cs"/>
        </a:defRPr>
      </a:lvl7pPr>
      <a:lvl8pPr marL="4264533" algn="l" defTabSz="1218438" rtl="0" eaLnBrk="1" latinLnBrk="1" hangingPunct="1">
        <a:defRPr sz="2398" kern="1200">
          <a:solidFill>
            <a:schemeClr val="tx1"/>
          </a:solidFill>
          <a:latin typeface="+mn-lt"/>
          <a:ea typeface="+mn-ea"/>
          <a:cs typeface="+mn-cs"/>
        </a:defRPr>
      </a:lvl8pPr>
      <a:lvl9pPr marL="4873752" algn="l" defTabSz="1218438" rtl="0" eaLnBrk="1" latinLnBrk="1" hangingPunct="1">
        <a:defRPr sz="2398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>
          <p15:clr>
            <a:srgbClr val="F26B43"/>
          </p15:clr>
        </p15:guide>
        <p15:guide id="2" pos="1843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BG-IT-Edu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8.jpeg"/><Relationship Id="rId4" Type="http://schemas.openxmlformats.org/officeDocument/2006/relationships/image" Target="../media/image7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.xml"/><Relationship Id="rId2" Type="http://schemas.openxmlformats.org/officeDocument/2006/relationships/slideLayout" Target="../slideLayouts/slideLayout9.xml"/><Relationship Id="rId1" Type="http://schemas.openxmlformats.org/officeDocument/2006/relationships/tags" Target="../tags/tag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3" Type="http://schemas.openxmlformats.org/officeDocument/2006/relationships/image" Target="../media/image11.png"/><Relationship Id="rId7" Type="http://schemas.openxmlformats.org/officeDocument/2006/relationships/image" Target="../media/image1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jp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24.png"/><Relationship Id="rId4" Type="http://schemas.openxmlformats.org/officeDocument/2006/relationships/image" Target="../media/image23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jpg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10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BG-IT-Edu" TargetMode="External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2.png"/><Relationship Id="rId5" Type="http://schemas.openxmlformats.org/officeDocument/2006/relationships/hyperlink" Target="http://creativecommons.org/licenses/by-nc-sa/4.0/" TargetMode="External"/><Relationship Id="rId4" Type="http://schemas.openxmlformats.org/officeDocument/2006/relationships/hyperlink" Target="https://github.com/BG-IT-Edu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Author Name">
            <a:extLst>
              <a:ext uri="{FF2B5EF4-FFF2-40B4-BE49-F238E27FC236}">
                <a16:creationId xmlns:a16="http://schemas.microsoft.com/office/drawing/2014/main" id="{FA396BB6-2053-4690-9672-BC528007D370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390120" y="6086106"/>
            <a:ext cx="5248260" cy="341313"/>
          </a:xfrm>
        </p:spPr>
        <p:txBody>
          <a:bodyPr>
            <a:normAutofit lnSpcReduction="10000"/>
          </a:bodyPr>
          <a:lstStyle/>
          <a:p>
            <a:r>
              <a:rPr lang="bg-BG" dirty="0"/>
              <a:t>Софтуерни и хардуерни науки</a:t>
            </a:r>
          </a:p>
        </p:txBody>
      </p:sp>
      <p:sp>
        <p:nvSpPr>
          <p:cNvPr id="52" name="Text Placeholder 51">
            <a:extLst>
              <a:ext uri="{FF2B5EF4-FFF2-40B4-BE49-F238E27FC236}">
                <a16:creationId xmlns:a16="http://schemas.microsoft.com/office/drawing/2014/main" id="{8DE66249-1FBD-414B-AF0D-550F7312AF7D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390122" y="5698189"/>
            <a:ext cx="5248260" cy="374236"/>
          </a:xfrm>
        </p:spPr>
        <p:txBody>
          <a:bodyPr>
            <a:normAutofit lnSpcReduction="10000"/>
          </a:bodyPr>
          <a:lstStyle/>
          <a:p>
            <a:r>
              <a:rPr lang="bg-BG" dirty="0"/>
              <a:t>Курс </a:t>
            </a:r>
            <a:r>
              <a:rPr lang="en-US" dirty="0"/>
              <a:t>"</a:t>
            </a:r>
            <a:r>
              <a:rPr lang="bg-BG" dirty="0"/>
              <a:t>Информационни технологии"</a:t>
            </a:r>
            <a:endParaRPr lang="en-US" dirty="0"/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520F80DC-BAF0-05EE-2BC1-37C2321904F8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534045" y="6085863"/>
            <a:ext cx="4751953" cy="341556"/>
          </a:xfrm>
        </p:spPr>
        <p:txBody>
          <a:bodyPr>
            <a:normAutofit lnSpcReduction="10000"/>
          </a:bodyPr>
          <a:lstStyle/>
          <a:p>
            <a:r>
              <a:rPr lang="en-US" dirty="0">
                <a:hlinkClick r:id="rId3"/>
              </a:rPr>
              <a:t>https://github.com/BG-IT-Edu</a:t>
            </a:r>
            <a:endParaRPr lang="en-US" dirty="0"/>
          </a:p>
        </p:txBody>
      </p:sp>
      <p:sp>
        <p:nvSpPr>
          <p:cNvPr id="40" name="Text Placeholder 39">
            <a:extLst>
              <a:ext uri="{FF2B5EF4-FFF2-40B4-BE49-F238E27FC236}">
                <a16:creationId xmlns:a16="http://schemas.microsoft.com/office/drawing/2014/main" id="{E4D839B2-02D1-883A-3CE0-7CF25557FBA4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534046" y="5251106"/>
            <a:ext cx="4751954" cy="724904"/>
          </a:xfrm>
        </p:spPr>
        <p:txBody>
          <a:bodyPr>
            <a:normAutofit/>
          </a:bodyPr>
          <a:lstStyle/>
          <a:p>
            <a:r>
              <a:rPr lang="bg-BG" dirty="0"/>
              <a:t>Проект "Отворено учебно съдържание по програмиране и ИТ", СофтУни Фондация </a:t>
            </a:r>
          </a:p>
        </p:txBody>
      </p:sp>
      <p:sp>
        <p:nvSpPr>
          <p:cNvPr id="3" name="Presentation Subtitle">
            <a:extLst>
              <a:ext uri="{FF2B5EF4-FFF2-40B4-BE49-F238E27FC236}">
                <a16:creationId xmlns:a16="http://schemas.microsoft.com/office/drawing/2014/main" id="{A004DC04-DA2A-41C0-8578-4B8D2F08EA7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54746" y="1402942"/>
            <a:ext cx="11083636" cy="971589"/>
          </a:xfrm>
        </p:spPr>
        <p:txBody>
          <a:bodyPr>
            <a:noAutofit/>
          </a:bodyPr>
          <a:lstStyle/>
          <a:p>
            <a:r>
              <a:rPr lang="bg-BG" sz="3200" dirty="0"/>
              <a:t>Промяна на външния вид и добавяне на функционалност</a:t>
            </a:r>
          </a:p>
        </p:txBody>
      </p:sp>
      <p:sp>
        <p:nvSpPr>
          <p:cNvPr id="2" name="Presentation Title">
            <a:extLst>
              <a:ext uri="{FF2B5EF4-FFF2-40B4-BE49-F238E27FC236}">
                <a16:creationId xmlns:a16="http://schemas.microsoft.com/office/drawing/2014/main" id="{37F91798-9AD5-4209-8887-9580295484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4746" y="321501"/>
            <a:ext cx="11083636" cy="971589"/>
          </a:xfrm>
        </p:spPr>
        <p:txBody>
          <a:bodyPr>
            <a:noAutofit/>
          </a:bodyPr>
          <a:lstStyle/>
          <a:p>
            <a:r>
              <a:rPr lang="en-GB" sz="6000" b="1" i="0" dirty="0"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WordPress </a:t>
            </a:r>
            <a:r>
              <a:rPr lang="bg-BG" sz="6000" b="1" i="0" dirty="0"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теми и добавки</a:t>
            </a:r>
            <a:endParaRPr lang="en-US" sz="44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09C89CDB-9A69-7B24-74E6-10BF87DE1C2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11007" y="3056137"/>
            <a:ext cx="1819960" cy="849053"/>
          </a:xfrm>
          <a:prstGeom prst="rect">
            <a:avLst/>
          </a:prstGeom>
        </p:spPr>
      </p:pic>
      <p:pic>
        <p:nvPicPr>
          <p:cNvPr id="6" name="Picture Placeholder 5">
            <a:extLst>
              <a:ext uri="{FF2B5EF4-FFF2-40B4-BE49-F238E27FC236}">
                <a16:creationId xmlns:a16="http://schemas.microsoft.com/office/drawing/2014/main" id="{8884281C-584A-D6CD-E29E-94CBB20C3115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374"/>
          <a:stretch/>
        </p:blipFill>
        <p:spPr>
          <a:xfrm>
            <a:off x="6390123" y="3400017"/>
            <a:ext cx="5248260" cy="2188983"/>
          </a:xfrm>
        </p:spPr>
      </p:pic>
    </p:spTree>
    <p:extLst>
      <p:ext uri="{BB962C8B-B14F-4D97-AF65-F5344CB8AC3E}">
        <p14:creationId xmlns:p14="http://schemas.microsoft.com/office/powerpoint/2010/main" val="366640537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597"/>
    </mc:Choice>
    <mc:Fallback xmlns="">
      <p:transition spd="slow" advTm="2597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">
            <a:extLst>
              <a:ext uri="{FF2B5EF4-FFF2-40B4-BE49-F238E27FC236}">
                <a16:creationId xmlns:a16="http://schemas.microsoft.com/office/drawing/2014/main" id="{6A760D59-0056-4F39-B077-DBDBE3D2927E}"/>
              </a:ext>
            </a:extLst>
          </p:cNvPr>
          <p:cNvSpPr txBox="1">
            <a:spLocks/>
          </p:cNvSpPr>
          <p:nvPr/>
        </p:nvSpPr>
        <p:spPr>
          <a:xfrm>
            <a:off x="11753030" y="650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defPPr>
              <a:defRPr lang="en-US"/>
            </a:defPPr>
            <a:lvl1pPr marL="0" algn="r" defTabSz="914400" rtl="0" eaLnBrk="1" latinLnBrk="0" hangingPunct="1">
              <a:defRPr sz="1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2BF067CD-8E6B-4360-9AA8-C5DF2A48A6D1}" type="slidenum">
              <a:rPr lang="en-US" smtClean="0"/>
              <a:pPr/>
              <a:t>2</a:t>
            </a:fld>
            <a:endParaRPr lang="en-US" dirty="0"/>
          </a:p>
        </p:txBody>
      </p:sp>
      <p:sp>
        <p:nvSpPr>
          <p:cNvPr id="444419" name="Slide Body"/>
          <p:cNvSpPr>
            <a:spLocks noGrp="1" noChangeArrowheads="1"/>
          </p:cNvSpPr>
          <p:nvPr>
            <p:ph type="body" sz="quarter" idx="13"/>
          </p:nvPr>
        </p:nvSpPr>
        <p:spPr>
          <a:xfrm>
            <a:off x="196766" y="1371604"/>
            <a:ext cx="11781606" cy="5207396"/>
          </a:xfrm>
        </p:spPr>
        <p:txBody>
          <a:bodyPr>
            <a:normAutofit/>
          </a:bodyPr>
          <a:lstStyle/>
          <a:p>
            <a:pPr>
              <a:buClr>
                <a:schemeClr val="tx1"/>
              </a:buClr>
            </a:pPr>
            <a:r>
              <a:rPr lang="bg-BG" sz="3800" dirty="0">
                <a:solidFill>
                  <a:schemeClr val="bg1"/>
                </a:solidFill>
              </a:rPr>
              <a:t>​</a:t>
            </a:r>
            <a:r>
              <a:rPr lang="en-US" sz="3800" b="1" dirty="0">
                <a:solidFill>
                  <a:schemeClr val="bg1"/>
                </a:solidFill>
              </a:rPr>
              <a:t>WordPress </a:t>
            </a:r>
            <a:r>
              <a:rPr lang="bg-BG" sz="3800" b="1" dirty="0">
                <a:solidFill>
                  <a:schemeClr val="bg1"/>
                </a:solidFill>
              </a:rPr>
              <a:t>теми</a:t>
            </a:r>
          </a:p>
          <a:p>
            <a:pPr lvl="1">
              <a:buClr>
                <a:schemeClr val="tx1"/>
              </a:buClr>
            </a:pPr>
            <a:r>
              <a:rPr lang="bg-BG" sz="3600" b="1" dirty="0"/>
              <a:t>Предназначение</a:t>
            </a:r>
            <a:r>
              <a:rPr lang="bg-BG" sz="3600" b="1" dirty="0">
                <a:solidFill>
                  <a:schemeClr val="bg1"/>
                </a:solidFill>
              </a:rPr>
              <a:t> </a:t>
            </a:r>
            <a:r>
              <a:rPr lang="bg-BG" sz="3600" dirty="0"/>
              <a:t>и</a:t>
            </a:r>
            <a:r>
              <a:rPr lang="bg-BG" sz="3600" b="1" dirty="0">
                <a:solidFill>
                  <a:schemeClr val="bg1"/>
                </a:solidFill>
              </a:rPr>
              <a:t> </a:t>
            </a:r>
            <a:r>
              <a:rPr lang="bg-BG" sz="3600" b="1" dirty="0"/>
              <a:t>избор</a:t>
            </a:r>
            <a:r>
              <a:rPr lang="bg-BG" sz="3600" b="1" dirty="0">
                <a:solidFill>
                  <a:schemeClr val="bg1"/>
                </a:solidFill>
              </a:rPr>
              <a:t> </a:t>
            </a:r>
            <a:r>
              <a:rPr lang="bg-BG" sz="3600" dirty="0"/>
              <a:t>на </a:t>
            </a:r>
            <a:r>
              <a:rPr lang="bg-BG" sz="3600" b="1" dirty="0"/>
              <a:t>подходяща тема</a:t>
            </a:r>
          </a:p>
          <a:p>
            <a:pPr>
              <a:buClr>
                <a:schemeClr val="tx1"/>
              </a:buClr>
            </a:pPr>
            <a:r>
              <a:rPr lang="bg-BG" sz="3800" dirty="0">
                <a:solidFill>
                  <a:schemeClr val="bg1"/>
                </a:solidFill>
              </a:rPr>
              <a:t>​</a:t>
            </a:r>
            <a:r>
              <a:rPr lang="en-US" sz="3800" b="1" dirty="0">
                <a:solidFill>
                  <a:schemeClr val="bg1"/>
                </a:solidFill>
              </a:rPr>
              <a:t>WordPress </a:t>
            </a:r>
            <a:r>
              <a:rPr lang="bg-BG" sz="3800" b="1" dirty="0">
                <a:solidFill>
                  <a:schemeClr val="bg1"/>
                </a:solidFill>
              </a:rPr>
              <a:t>добавки</a:t>
            </a:r>
            <a:endParaRPr lang="en-US" sz="3800" b="1" dirty="0">
              <a:solidFill>
                <a:schemeClr val="bg1"/>
              </a:solidFill>
            </a:endParaRPr>
          </a:p>
          <a:p>
            <a:pPr lvl="1">
              <a:buClr>
                <a:schemeClr val="tx1"/>
              </a:buClr>
            </a:pPr>
            <a:r>
              <a:rPr lang="bg-BG" sz="3600" b="1" dirty="0"/>
              <a:t>Инсталиране</a:t>
            </a:r>
            <a:r>
              <a:rPr lang="bg-BG" sz="3600" dirty="0"/>
              <a:t> и </a:t>
            </a:r>
            <a:r>
              <a:rPr lang="bg-BG" sz="3600" b="1" dirty="0"/>
              <a:t>управление</a:t>
            </a:r>
            <a:r>
              <a:rPr lang="bg-BG" sz="3600" dirty="0"/>
              <a:t> на </a:t>
            </a:r>
            <a:r>
              <a:rPr lang="bg-BG" sz="3600" b="1" dirty="0"/>
              <a:t>добавка</a:t>
            </a:r>
          </a:p>
          <a:p>
            <a:pPr>
              <a:buClr>
                <a:schemeClr val="tx1"/>
              </a:buClr>
            </a:pPr>
            <a:r>
              <a:rPr lang="bg-BG" sz="3800" dirty="0"/>
              <a:t>​</a:t>
            </a:r>
            <a:r>
              <a:rPr lang="bg-BG" sz="3800" b="1" dirty="0">
                <a:solidFill>
                  <a:schemeClr val="bg1"/>
                </a:solidFill>
              </a:rPr>
              <a:t>Добри практики</a:t>
            </a:r>
          </a:p>
          <a:p>
            <a:pPr>
              <a:buClr>
                <a:schemeClr val="tx1"/>
              </a:buClr>
            </a:pPr>
            <a:r>
              <a:rPr lang="en-US" sz="4000" dirty="0">
                <a:solidFill>
                  <a:schemeClr val="bg1"/>
                </a:solidFill>
              </a:rPr>
              <a:t>​</a:t>
            </a:r>
            <a:r>
              <a:rPr lang="bg-BG" sz="4000" dirty="0">
                <a:highlight>
                  <a:srgbClr val="FFFF00"/>
                </a:highlight>
              </a:rPr>
              <a:t>​​​</a:t>
            </a:r>
            <a:r>
              <a:rPr lang="bg-BG" sz="4000" b="1" dirty="0"/>
              <a:t>Пример: </a:t>
            </a:r>
            <a:r>
              <a:rPr lang="bg-BG" sz="4000" dirty="0"/>
              <a:t>Промяна на външния вид и добавяне на функционалност на </a:t>
            </a:r>
            <a:r>
              <a:rPr lang="en-GB" sz="4000" dirty="0"/>
              <a:t>WordPress </a:t>
            </a:r>
            <a:r>
              <a:rPr lang="bg-BG" sz="4000" dirty="0"/>
              <a:t>сайт</a:t>
            </a:r>
          </a:p>
        </p:txBody>
      </p:sp>
      <p:sp>
        <p:nvSpPr>
          <p:cNvPr id="444418" name="Slide Title"/>
          <p:cNvSpPr>
            <a:spLocks noGrp="1" noChangeArrowheads="1"/>
          </p:cNvSpPr>
          <p:nvPr>
            <p:ph type="title"/>
          </p:nvPr>
        </p:nvSpPr>
        <p:spPr>
          <a:xfrm>
            <a:off x="190406" y="100750"/>
            <a:ext cx="10270594" cy="882654"/>
          </a:xfrm>
        </p:spPr>
        <p:txBody>
          <a:bodyPr/>
          <a:lstStyle/>
          <a:p>
            <a:r>
              <a:rPr lang="bg-BG"/>
              <a:t>Съдържание</a:t>
            </a:r>
            <a:endParaRPr lang="bg-BG" dirty="0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64698693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6605"/>
    </mc:Choice>
    <mc:Fallback xmlns="">
      <p:transition spd="slow" advClick="0" advTm="6605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441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441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441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441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441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Subtitle">
            <a:extLst>
              <a:ext uri="{FF2B5EF4-FFF2-40B4-BE49-F238E27FC236}">
                <a16:creationId xmlns:a16="http://schemas.microsoft.com/office/drawing/2014/main" id="{BEB5BB41-09D4-4E9F-8C80-EE8709171CB3}"/>
              </a:ext>
            </a:extLst>
          </p:cNvPr>
          <p:cNvSpPr>
            <a:spLocks noGrp="1"/>
          </p:cNvSpPr>
          <p:nvPr>
            <p:ph type="subTitle" sz="quarter" idx="11"/>
          </p:nvPr>
        </p:nvSpPr>
        <p:spPr/>
        <p:txBody>
          <a:bodyPr/>
          <a:lstStyle/>
          <a:p>
            <a:r>
              <a:rPr lang="bg-BG" sz="4400" dirty="0"/>
              <a:t>Предназначение и избор на подходяща тема</a:t>
            </a:r>
          </a:p>
        </p:txBody>
      </p:sp>
      <p:sp>
        <p:nvSpPr>
          <p:cNvPr id="6" name="Slide Title">
            <a:extLst>
              <a:ext uri="{FF2B5EF4-FFF2-40B4-BE49-F238E27FC236}">
                <a16:creationId xmlns:a16="http://schemas.microsoft.com/office/drawing/2014/main" id="{028D9EA3-B5E0-4F17-9467-4BE3C280DA68}"/>
              </a:ext>
            </a:extLst>
          </p:cNvPr>
          <p:cNvSpPr>
            <a:spLocks noGrp="1"/>
          </p:cNvSpPr>
          <p:nvPr>
            <p:ph type="title" sz="quarter" idx="10"/>
          </p:nvPr>
        </p:nvSpPr>
        <p:spPr/>
        <p:txBody>
          <a:bodyPr/>
          <a:lstStyle/>
          <a:p>
            <a:r>
              <a:rPr lang="en-US" sz="6000" dirty="0"/>
              <a:t>WordPress</a:t>
            </a:r>
            <a:r>
              <a:rPr lang="bg-BG" sz="6000" dirty="0"/>
              <a:t> теми</a:t>
            </a:r>
            <a:endParaRPr lang="en-US" sz="6000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6FB70EA8-4579-F746-B70B-0F0E0BFC9A6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30100" y="1385091"/>
            <a:ext cx="3808364" cy="25389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8219447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lide Number">
            <a:extLst>
              <a:ext uri="{FF2B5EF4-FFF2-40B4-BE49-F238E27FC236}">
                <a16:creationId xmlns:a16="http://schemas.microsoft.com/office/drawing/2014/main" id="{8891F045-A272-4231-985A-53063F832AC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11753030" y="6507000"/>
            <a:ext cx="367414" cy="297000"/>
          </a:xfrm>
        </p:spPr>
        <p:txBody>
          <a:bodyPr vert="horz" lIns="91440" tIns="45720" rIns="91440" bIns="45720" rtlCol="0" anchor="b"/>
          <a:lstStyle>
            <a:lvl1pPr algn="r">
              <a:defRPr sz="1000"/>
            </a:lvl1pPr>
          </a:lstStyle>
          <a:p>
            <a:fld id="{2BF067CD-8E6B-4360-9AA8-C5DF2A48A6D1}" type="slidenum">
              <a:rPr lang="en-US" smtClean="0"/>
              <a:pPr/>
              <a:t>4</a:t>
            </a:fld>
            <a:endParaRPr lang="en-US" dirty="0"/>
          </a:p>
        </p:txBody>
      </p:sp>
      <p:sp>
        <p:nvSpPr>
          <p:cNvPr id="7" name="Slide Body Text">
            <a:extLst>
              <a:ext uri="{FF2B5EF4-FFF2-40B4-BE49-F238E27FC236}">
                <a16:creationId xmlns:a16="http://schemas.microsoft.com/office/drawing/2014/main" id="{320B2856-CE5E-4934-BD1C-1D81E68E529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90402" y="1196125"/>
            <a:ext cx="11562628" cy="5528766"/>
          </a:xfrm>
        </p:spPr>
        <p:txBody>
          <a:bodyPr>
            <a:normAutofit/>
          </a:bodyPr>
          <a:lstStyle/>
          <a:p>
            <a:r>
              <a:rPr lang="bg-BG" sz="2800" b="1" dirty="0">
                <a:solidFill>
                  <a:schemeClr val="bg1"/>
                </a:solidFill>
              </a:rPr>
              <a:t>Темите</a:t>
            </a:r>
            <a:r>
              <a:rPr lang="bg-BG" sz="2800" dirty="0"/>
              <a:t> (</a:t>
            </a:r>
            <a:r>
              <a:rPr lang="bg-BG" sz="2800" b="1" dirty="0"/>
              <a:t>тематичните шаблони</a:t>
            </a:r>
            <a:r>
              <a:rPr lang="en-US" sz="2800" dirty="0"/>
              <a:t>)</a:t>
            </a:r>
            <a:r>
              <a:rPr lang="bg-BG" sz="2800" dirty="0"/>
              <a:t> определят </a:t>
            </a:r>
            <a:r>
              <a:rPr lang="bg-BG" sz="2800" b="1" dirty="0">
                <a:solidFill>
                  <a:schemeClr val="bg1"/>
                </a:solidFill>
              </a:rPr>
              <a:t>външния вид </a:t>
            </a:r>
            <a:r>
              <a:rPr lang="bg-BG" sz="2800" dirty="0"/>
              <a:t>на </a:t>
            </a:r>
            <a:r>
              <a:rPr lang="bg-BG" sz="2800" b="1" dirty="0"/>
              <a:t>уеб сайта</a:t>
            </a:r>
          </a:p>
          <a:p>
            <a:r>
              <a:rPr lang="bg-BG" sz="2800" b="1" dirty="0"/>
              <a:t>Съдържанието</a:t>
            </a:r>
            <a:r>
              <a:rPr lang="bg-BG" sz="2800" dirty="0"/>
              <a:t> на </a:t>
            </a:r>
            <a:r>
              <a:rPr lang="bg-BG" sz="2800" b="1" dirty="0"/>
              <a:t>уеб сайта </a:t>
            </a:r>
            <a:r>
              <a:rPr lang="bg-BG" sz="2800" b="1" dirty="0">
                <a:solidFill>
                  <a:schemeClr val="bg1"/>
                </a:solidFill>
              </a:rPr>
              <a:t>се запазва</a:t>
            </a:r>
            <a:r>
              <a:rPr lang="bg-BG" sz="2800" dirty="0"/>
              <a:t> при </a:t>
            </a:r>
            <a:r>
              <a:rPr lang="bg-BG" sz="2800" b="1" dirty="0"/>
              <a:t>смяна на темата</a:t>
            </a:r>
          </a:p>
          <a:p>
            <a:r>
              <a:rPr lang="bg-BG" sz="2800" dirty="0"/>
              <a:t>В даден момент е </a:t>
            </a:r>
            <a:r>
              <a:rPr lang="bg-BG" sz="2800" b="1" dirty="0">
                <a:solidFill>
                  <a:schemeClr val="bg1"/>
                </a:solidFill>
              </a:rPr>
              <a:t>активна</a:t>
            </a:r>
            <a:r>
              <a:rPr lang="bg-BG" sz="2800" b="1" dirty="0"/>
              <a:t> само една тема</a:t>
            </a:r>
          </a:p>
        </p:txBody>
      </p:sp>
      <p:sp>
        <p:nvSpPr>
          <p:cNvPr id="4" name="Slide Title"/>
          <p:cNvSpPr>
            <a:spLocks noGrp="1"/>
          </p:cNvSpPr>
          <p:nvPr>
            <p:ph type="title"/>
          </p:nvPr>
        </p:nvSpPr>
        <p:spPr>
          <a:xfrm>
            <a:off x="190406" y="100750"/>
            <a:ext cx="10270594" cy="882654"/>
          </a:xfrm>
        </p:spPr>
        <p:txBody>
          <a:bodyPr/>
          <a:lstStyle/>
          <a:p>
            <a:r>
              <a:rPr lang="en-US" dirty="0"/>
              <a:t>WordPress </a:t>
            </a:r>
            <a:r>
              <a:rPr lang="bg-BG" dirty="0"/>
              <a:t>теми</a:t>
            </a:r>
            <a:endParaRPr lang="en-US" dirty="0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457B49AC-7B98-CF6E-A0D3-FA0C522EC5B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66282" y="3091030"/>
            <a:ext cx="6459435" cy="3631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069551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8C487B6F-E649-6A6C-424B-69EDDB47E053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562782" y="3792063"/>
            <a:ext cx="1996122" cy="1903280"/>
          </a:xfrm>
          <a:prstGeom prst="rect">
            <a:avLst/>
          </a:prstGeom>
        </p:spPr>
      </p:pic>
      <p:sp>
        <p:nvSpPr>
          <p:cNvPr id="9" name="Slide Number">
            <a:extLst>
              <a:ext uri="{FF2B5EF4-FFF2-40B4-BE49-F238E27FC236}">
                <a16:creationId xmlns:a16="http://schemas.microsoft.com/office/drawing/2014/main" id="{8891F045-A272-4231-985A-53063F832AC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11753030" y="6507000"/>
            <a:ext cx="367414" cy="297000"/>
          </a:xfrm>
        </p:spPr>
        <p:txBody>
          <a:bodyPr vert="horz" lIns="91440" tIns="45720" rIns="91440" bIns="45720" rtlCol="0" anchor="b"/>
          <a:lstStyle>
            <a:lvl1pPr algn="r">
              <a:defRPr sz="1000"/>
            </a:lvl1pPr>
          </a:lstStyle>
          <a:p>
            <a:fld id="{2BF067CD-8E6B-4360-9AA8-C5DF2A48A6D1}" type="slidenum">
              <a:rPr lang="en-US" smtClean="0"/>
              <a:pPr/>
              <a:t>5</a:t>
            </a:fld>
            <a:endParaRPr lang="en-US" dirty="0"/>
          </a:p>
        </p:txBody>
      </p:sp>
      <p:sp>
        <p:nvSpPr>
          <p:cNvPr id="7" name="Slide Body Text">
            <a:extLst>
              <a:ext uri="{FF2B5EF4-FFF2-40B4-BE49-F238E27FC236}">
                <a16:creationId xmlns:a16="http://schemas.microsoft.com/office/drawing/2014/main" id="{320B2856-CE5E-4934-BD1C-1D81E68E529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90402" y="1196125"/>
            <a:ext cx="11562628" cy="5528766"/>
          </a:xfrm>
        </p:spPr>
        <p:txBody>
          <a:bodyPr>
            <a:normAutofit/>
          </a:bodyPr>
          <a:lstStyle/>
          <a:p>
            <a:r>
              <a:rPr lang="bg-BG" sz="2800" b="1" dirty="0">
                <a:solidFill>
                  <a:schemeClr val="bg1"/>
                </a:solidFill>
              </a:rPr>
              <a:t>Оформление </a:t>
            </a:r>
            <a:r>
              <a:rPr lang="bg-BG" sz="2800" dirty="0"/>
              <a:t>на</a:t>
            </a:r>
            <a:r>
              <a:rPr lang="bg-BG" sz="2800" b="1" dirty="0">
                <a:solidFill>
                  <a:schemeClr val="bg1"/>
                </a:solidFill>
              </a:rPr>
              <a:t> страници</a:t>
            </a:r>
          </a:p>
          <a:p>
            <a:r>
              <a:rPr lang="bg-BG" sz="2800" b="1" dirty="0">
                <a:solidFill>
                  <a:schemeClr val="bg1"/>
                </a:solidFill>
              </a:rPr>
              <a:t>Цветова схема</a:t>
            </a:r>
          </a:p>
          <a:p>
            <a:r>
              <a:rPr lang="bg-BG" sz="2800" b="1" dirty="0">
                <a:solidFill>
                  <a:schemeClr val="bg1"/>
                </a:solidFill>
              </a:rPr>
              <a:t>Шрифтове</a:t>
            </a:r>
          </a:p>
          <a:p>
            <a:r>
              <a:rPr lang="bg-BG" sz="2800" b="1" dirty="0">
                <a:solidFill>
                  <a:schemeClr val="bg1"/>
                </a:solidFill>
              </a:rPr>
              <a:t>Заглавна </a:t>
            </a:r>
            <a:r>
              <a:rPr lang="bg-BG" sz="2800" dirty="0"/>
              <a:t>и</a:t>
            </a:r>
            <a:r>
              <a:rPr lang="bg-BG" sz="2800" b="1" dirty="0">
                <a:solidFill>
                  <a:schemeClr val="bg1"/>
                </a:solidFill>
              </a:rPr>
              <a:t> долна част</a:t>
            </a:r>
          </a:p>
          <a:p>
            <a:r>
              <a:rPr lang="bg-BG" sz="2800" b="1" dirty="0">
                <a:solidFill>
                  <a:schemeClr val="bg1"/>
                </a:solidFill>
              </a:rPr>
              <a:t>Навигационни менюта</a:t>
            </a:r>
          </a:p>
          <a:p>
            <a:r>
              <a:rPr lang="bg-BG" sz="2800" b="1" dirty="0">
                <a:solidFill>
                  <a:schemeClr val="bg1"/>
                </a:solidFill>
              </a:rPr>
              <a:t>Изглед </a:t>
            </a:r>
            <a:r>
              <a:rPr lang="bg-BG" sz="2800" dirty="0"/>
              <a:t>на</a:t>
            </a:r>
            <a:r>
              <a:rPr lang="bg-BG" sz="2800" b="1" dirty="0">
                <a:solidFill>
                  <a:schemeClr val="bg1"/>
                </a:solidFill>
              </a:rPr>
              <a:t> </a:t>
            </a:r>
            <a:r>
              <a:rPr lang="bg-BG" sz="2800" b="1" dirty="0"/>
              <a:t>различни устройства</a:t>
            </a:r>
          </a:p>
        </p:txBody>
      </p:sp>
      <p:sp>
        <p:nvSpPr>
          <p:cNvPr id="4" name="Slide Title"/>
          <p:cNvSpPr>
            <a:spLocks noGrp="1"/>
          </p:cNvSpPr>
          <p:nvPr>
            <p:ph type="title"/>
          </p:nvPr>
        </p:nvSpPr>
        <p:spPr>
          <a:xfrm>
            <a:off x="190406" y="100750"/>
            <a:ext cx="10270594" cy="882654"/>
          </a:xfrm>
        </p:spPr>
        <p:txBody>
          <a:bodyPr/>
          <a:lstStyle/>
          <a:p>
            <a:r>
              <a:rPr lang="bg-BG" dirty="0"/>
              <a:t>Елементи, които определя темата</a:t>
            </a:r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AD553DB-F9ED-F676-80D3-0FC32E4A0881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388568" y="1625658"/>
            <a:ext cx="1996122" cy="190328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D9AC8C36-66A0-CC91-D1BB-BD5A54FFE6BD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7760894" y="1625658"/>
            <a:ext cx="1996122" cy="190328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29E54164-5A41-074B-D226-C9625C250B3B}"/>
              </a:ext>
            </a:extLst>
          </p:cNvPr>
          <p:cNvPicPr>
            <a:picLocks noChangeAspect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9938599" y="1625658"/>
            <a:ext cx="1996122" cy="190328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63AC6FCF-B385-8F51-DF21-69D5037AB5FF}"/>
              </a:ext>
            </a:extLst>
          </p:cNvPr>
          <p:cNvPicPr>
            <a:picLocks noChangeAspect="1"/>
          </p:cNvPicPr>
          <p:nvPr/>
        </p:nvPicPr>
        <p:blipFill rotWithShape="1"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7565062" y="3792063"/>
            <a:ext cx="1996122" cy="190328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E02AC73B-6B84-B295-3EFA-3CF0F35CFEFE}"/>
              </a:ext>
            </a:extLst>
          </p:cNvPr>
          <p:cNvPicPr>
            <a:picLocks noChangeAspect="1"/>
          </p:cNvPicPr>
          <p:nvPr/>
        </p:nvPicPr>
        <p:blipFill rotWithShape="1"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9871722" y="3924000"/>
            <a:ext cx="2129876" cy="19032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5031478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lide Number">
            <a:extLst>
              <a:ext uri="{FF2B5EF4-FFF2-40B4-BE49-F238E27FC236}">
                <a16:creationId xmlns:a16="http://schemas.microsoft.com/office/drawing/2014/main" id="{8891F045-A272-4231-985A-53063F832AC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11753030" y="6507000"/>
            <a:ext cx="367414" cy="297000"/>
          </a:xfrm>
        </p:spPr>
        <p:txBody>
          <a:bodyPr vert="horz" lIns="91440" tIns="45720" rIns="91440" bIns="45720" rtlCol="0" anchor="b"/>
          <a:lstStyle>
            <a:lvl1pPr algn="r">
              <a:defRPr sz="1000"/>
            </a:lvl1pPr>
          </a:lstStyle>
          <a:p>
            <a:fld id="{2BF067CD-8E6B-4360-9AA8-C5DF2A48A6D1}" type="slidenum">
              <a:rPr lang="en-US" smtClean="0"/>
              <a:pPr/>
              <a:t>6</a:t>
            </a:fld>
            <a:endParaRPr lang="en-US" dirty="0"/>
          </a:p>
        </p:txBody>
      </p:sp>
      <p:sp>
        <p:nvSpPr>
          <p:cNvPr id="7" name="Slide Body Text">
            <a:extLst>
              <a:ext uri="{FF2B5EF4-FFF2-40B4-BE49-F238E27FC236}">
                <a16:creationId xmlns:a16="http://schemas.microsoft.com/office/drawing/2014/main" id="{320B2856-CE5E-4934-BD1C-1D81E68E529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90402" y="1196125"/>
            <a:ext cx="6535598" cy="5528766"/>
          </a:xfrm>
        </p:spPr>
        <p:txBody>
          <a:bodyPr>
            <a:normAutofit/>
          </a:bodyPr>
          <a:lstStyle/>
          <a:p>
            <a:r>
              <a:rPr lang="bg-BG" sz="2800" b="1" dirty="0"/>
              <a:t>Подходящата тема</a:t>
            </a:r>
            <a:r>
              <a:rPr lang="bg-BG" sz="2800" dirty="0"/>
              <a:t>:</a:t>
            </a:r>
          </a:p>
          <a:p>
            <a:pPr lvl="1"/>
            <a:r>
              <a:rPr lang="bg-BG" sz="2600" b="1" dirty="0">
                <a:solidFill>
                  <a:schemeClr val="bg1"/>
                </a:solidFill>
              </a:rPr>
              <a:t>Съответства</a:t>
            </a:r>
            <a:r>
              <a:rPr lang="bg-BG" sz="2600" dirty="0"/>
              <a:t> на </a:t>
            </a:r>
            <a:r>
              <a:rPr lang="bg-BG" sz="2600" b="1" dirty="0">
                <a:solidFill>
                  <a:schemeClr val="bg1"/>
                </a:solidFill>
              </a:rPr>
              <a:t>предназначението</a:t>
            </a:r>
            <a:r>
              <a:rPr lang="bg-BG" sz="2600" dirty="0"/>
              <a:t> на </a:t>
            </a:r>
            <a:r>
              <a:rPr lang="bg-BG" sz="2600" b="1" dirty="0"/>
              <a:t>уеб сайта</a:t>
            </a:r>
          </a:p>
          <a:p>
            <a:pPr lvl="1"/>
            <a:r>
              <a:rPr lang="bg-BG" sz="2600" dirty="0"/>
              <a:t>Има </a:t>
            </a:r>
            <a:r>
              <a:rPr lang="bg-BG" sz="2600" b="1" dirty="0">
                <a:solidFill>
                  <a:schemeClr val="bg1"/>
                </a:solidFill>
              </a:rPr>
              <a:t>ясно</a:t>
            </a:r>
            <a:r>
              <a:rPr lang="bg-BG" sz="2600" dirty="0"/>
              <a:t> и </a:t>
            </a:r>
            <a:r>
              <a:rPr lang="bg-BG" sz="2600" b="1" dirty="0">
                <a:solidFill>
                  <a:schemeClr val="bg1"/>
                </a:solidFill>
              </a:rPr>
              <a:t>четимо</a:t>
            </a:r>
            <a:r>
              <a:rPr lang="bg-BG" sz="2600" dirty="0"/>
              <a:t> </a:t>
            </a:r>
            <a:r>
              <a:rPr lang="bg-BG" sz="2600" b="1" dirty="0"/>
              <a:t>оформление</a:t>
            </a:r>
          </a:p>
          <a:p>
            <a:pPr lvl="1"/>
            <a:r>
              <a:rPr lang="bg-BG" sz="2600" b="1" dirty="0"/>
              <a:t>Подходяща</a:t>
            </a:r>
            <a:r>
              <a:rPr lang="bg-BG" sz="2600" dirty="0"/>
              <a:t> е за </a:t>
            </a:r>
            <a:r>
              <a:rPr lang="bg-BG" sz="2600" b="1" dirty="0">
                <a:solidFill>
                  <a:schemeClr val="bg1"/>
                </a:solidFill>
              </a:rPr>
              <a:t>различни размери </a:t>
            </a:r>
            <a:r>
              <a:rPr lang="bg-BG" sz="2600" dirty="0"/>
              <a:t>на </a:t>
            </a:r>
            <a:r>
              <a:rPr lang="bg-BG" sz="2600" b="1" dirty="0"/>
              <a:t>екрана</a:t>
            </a:r>
          </a:p>
          <a:p>
            <a:pPr lvl="1"/>
            <a:r>
              <a:rPr lang="bg-BG" sz="2600" b="1" dirty="0"/>
              <a:t>Поддържа</a:t>
            </a:r>
            <a:r>
              <a:rPr lang="bg-BG" sz="2600" dirty="0"/>
              <a:t> необходимите </a:t>
            </a:r>
            <a:r>
              <a:rPr lang="bg-BG" sz="2600" b="1" dirty="0">
                <a:solidFill>
                  <a:schemeClr val="bg1"/>
                </a:solidFill>
              </a:rPr>
              <a:t>настройки</a:t>
            </a:r>
            <a:r>
              <a:rPr lang="bg-BG" sz="2600" dirty="0"/>
              <a:t> и </a:t>
            </a:r>
            <a:r>
              <a:rPr lang="bg-BG" sz="2600" b="1" dirty="0">
                <a:solidFill>
                  <a:schemeClr val="bg1"/>
                </a:solidFill>
              </a:rPr>
              <a:t>възможности</a:t>
            </a:r>
          </a:p>
          <a:p>
            <a:pPr lvl="1"/>
            <a:r>
              <a:rPr lang="bg-BG" sz="2600" b="1" dirty="0">
                <a:solidFill>
                  <a:schemeClr val="bg1"/>
                </a:solidFill>
              </a:rPr>
              <a:t>Актуализира се </a:t>
            </a:r>
            <a:r>
              <a:rPr lang="bg-BG" sz="2600" dirty="0"/>
              <a:t>и е </a:t>
            </a:r>
            <a:r>
              <a:rPr lang="bg-BG" sz="2600" b="1" dirty="0">
                <a:solidFill>
                  <a:schemeClr val="bg1"/>
                </a:solidFill>
              </a:rPr>
              <a:t>съвместима</a:t>
            </a:r>
            <a:r>
              <a:rPr lang="bg-BG" sz="2600" dirty="0"/>
              <a:t> с използваната </a:t>
            </a:r>
            <a:r>
              <a:rPr lang="bg-BG" sz="2600" b="1" dirty="0"/>
              <a:t>версия</a:t>
            </a:r>
            <a:r>
              <a:rPr lang="bg-BG" sz="2600" dirty="0"/>
              <a:t> на </a:t>
            </a:r>
            <a:r>
              <a:rPr lang="en-US" sz="2600" b="1" dirty="0"/>
              <a:t>WordPress</a:t>
            </a:r>
            <a:endParaRPr lang="bg-BG" sz="2600" b="1" dirty="0"/>
          </a:p>
        </p:txBody>
      </p:sp>
      <p:sp>
        <p:nvSpPr>
          <p:cNvPr id="4" name="Slide Title"/>
          <p:cNvSpPr>
            <a:spLocks noGrp="1"/>
          </p:cNvSpPr>
          <p:nvPr>
            <p:ph type="title"/>
          </p:nvPr>
        </p:nvSpPr>
        <p:spPr>
          <a:xfrm>
            <a:off x="190406" y="100750"/>
            <a:ext cx="10270594" cy="882654"/>
          </a:xfrm>
        </p:spPr>
        <p:txBody>
          <a:bodyPr/>
          <a:lstStyle/>
          <a:p>
            <a:r>
              <a:rPr lang="bg-BG" dirty="0"/>
              <a:t>Избиране на подходяща тема</a:t>
            </a:r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2C0A16E-5F9B-4FB5-520B-10AB95B0E405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4888"/>
          <a:stretch/>
        </p:blipFill>
        <p:spPr>
          <a:xfrm>
            <a:off x="6499890" y="3205750"/>
            <a:ext cx="5674749" cy="3598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8291965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lide Number">
            <a:extLst>
              <a:ext uri="{FF2B5EF4-FFF2-40B4-BE49-F238E27FC236}">
                <a16:creationId xmlns:a16="http://schemas.microsoft.com/office/drawing/2014/main" id="{8891F045-A272-4231-985A-53063F832AC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11753030" y="6507000"/>
            <a:ext cx="367414" cy="297000"/>
          </a:xfrm>
        </p:spPr>
        <p:txBody>
          <a:bodyPr vert="horz" lIns="91440" tIns="45720" rIns="91440" bIns="45720" rtlCol="0" anchor="b"/>
          <a:lstStyle>
            <a:lvl1pPr algn="r">
              <a:defRPr sz="1000"/>
            </a:lvl1pPr>
          </a:lstStyle>
          <a:p>
            <a:fld id="{2BF067CD-8E6B-4360-9AA8-C5DF2A48A6D1}" type="slidenum">
              <a:rPr lang="en-US" smtClean="0"/>
              <a:pPr/>
              <a:t>7</a:t>
            </a:fld>
            <a:endParaRPr lang="en-US" dirty="0"/>
          </a:p>
        </p:txBody>
      </p:sp>
      <p:sp>
        <p:nvSpPr>
          <p:cNvPr id="7" name="Slide Body Text">
            <a:extLst>
              <a:ext uri="{FF2B5EF4-FFF2-40B4-BE49-F238E27FC236}">
                <a16:creationId xmlns:a16="http://schemas.microsoft.com/office/drawing/2014/main" id="{320B2856-CE5E-4934-BD1C-1D81E68E529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90402" y="1196125"/>
            <a:ext cx="11562628" cy="5528766"/>
          </a:xfrm>
        </p:spPr>
        <p:txBody>
          <a:bodyPr>
            <a:normAutofit/>
          </a:bodyPr>
          <a:lstStyle/>
          <a:p>
            <a:endParaRPr lang="bg-BG" sz="2600" dirty="0"/>
          </a:p>
        </p:txBody>
      </p:sp>
      <p:sp>
        <p:nvSpPr>
          <p:cNvPr id="4" name="Slide Title"/>
          <p:cNvSpPr>
            <a:spLocks noGrp="1"/>
          </p:cNvSpPr>
          <p:nvPr>
            <p:ph type="title"/>
          </p:nvPr>
        </p:nvSpPr>
        <p:spPr>
          <a:xfrm>
            <a:off x="190406" y="100750"/>
            <a:ext cx="10270594" cy="882654"/>
          </a:xfrm>
        </p:spPr>
        <p:txBody>
          <a:bodyPr/>
          <a:lstStyle/>
          <a:p>
            <a:r>
              <a:rPr lang="bg-BG" dirty="0"/>
              <a:t>Инсталиране и активиране на тема</a:t>
            </a:r>
            <a:endParaRPr lang="en-US" dirty="0"/>
          </a:p>
        </p:txBody>
      </p:sp>
      <p:pic>
        <p:nvPicPr>
          <p:cNvPr id="2" name="Picture 1" descr="crop_a_clean_3d_vector_isometric_ish_illustration_inf_batch_2_s7.jpg">
            <a:extLst>
              <a:ext uri="{FF2B5EF4-FFF2-40B4-BE49-F238E27FC236}">
                <a16:creationId xmlns:a16="http://schemas.microsoft.com/office/drawing/2014/main" id="{5B17374F-EB52-5CE0-AC7C-5528428A1D5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34256" y="2763227"/>
            <a:ext cx="5074920" cy="28986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4070533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Subtitle">
            <a:extLst>
              <a:ext uri="{FF2B5EF4-FFF2-40B4-BE49-F238E27FC236}">
                <a16:creationId xmlns:a16="http://schemas.microsoft.com/office/drawing/2014/main" id="{BEB5BB41-09D4-4E9F-8C80-EE8709171CB3}"/>
              </a:ext>
            </a:extLst>
          </p:cNvPr>
          <p:cNvSpPr>
            <a:spLocks noGrp="1"/>
          </p:cNvSpPr>
          <p:nvPr>
            <p:ph type="subTitle" sz="quarter" idx="11"/>
          </p:nvPr>
        </p:nvSpPr>
        <p:spPr/>
        <p:txBody>
          <a:bodyPr/>
          <a:lstStyle/>
          <a:p>
            <a:r>
              <a:rPr lang="bg-BG" sz="4000" dirty="0"/>
              <a:t>Добавяне на нова функционалност</a:t>
            </a:r>
          </a:p>
        </p:txBody>
      </p:sp>
      <p:sp>
        <p:nvSpPr>
          <p:cNvPr id="6" name="Slide Title">
            <a:extLst>
              <a:ext uri="{FF2B5EF4-FFF2-40B4-BE49-F238E27FC236}">
                <a16:creationId xmlns:a16="http://schemas.microsoft.com/office/drawing/2014/main" id="{028D9EA3-B5E0-4F17-9467-4BE3C280DA68}"/>
              </a:ext>
            </a:extLst>
          </p:cNvPr>
          <p:cNvSpPr>
            <a:spLocks noGrp="1"/>
          </p:cNvSpPr>
          <p:nvPr>
            <p:ph type="title" sz="quarter" idx="10"/>
          </p:nvPr>
        </p:nvSpPr>
        <p:spPr/>
        <p:txBody>
          <a:bodyPr/>
          <a:lstStyle/>
          <a:p>
            <a:r>
              <a:rPr lang="en-GB" sz="4400" dirty="0"/>
              <a:t>WordPress </a:t>
            </a:r>
            <a:r>
              <a:rPr lang="bg-BG" sz="4400" dirty="0"/>
              <a:t>добавки</a:t>
            </a:r>
            <a:endParaRPr lang="en-US" sz="4400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E5B22402-48CB-ADD6-BB35-A51EF3111B3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63663" y="1134000"/>
            <a:ext cx="4264674" cy="28431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2522143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lide Number">
            <a:extLst>
              <a:ext uri="{FF2B5EF4-FFF2-40B4-BE49-F238E27FC236}">
                <a16:creationId xmlns:a16="http://schemas.microsoft.com/office/drawing/2014/main" id="{8891F045-A272-4231-985A-53063F832AC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11753030" y="6507000"/>
            <a:ext cx="367414" cy="297000"/>
          </a:xfrm>
        </p:spPr>
        <p:txBody>
          <a:bodyPr vert="horz" lIns="91440" tIns="45720" rIns="91440" bIns="45720" rtlCol="0" anchor="b"/>
          <a:lstStyle>
            <a:lvl1pPr algn="r">
              <a:defRPr sz="1000"/>
            </a:lvl1pPr>
          </a:lstStyle>
          <a:p>
            <a:fld id="{2BF067CD-8E6B-4360-9AA8-C5DF2A48A6D1}" type="slidenum">
              <a:rPr lang="en-US" smtClean="0"/>
              <a:pPr/>
              <a:t>9</a:t>
            </a:fld>
            <a:endParaRPr lang="en-US" dirty="0"/>
          </a:p>
        </p:txBody>
      </p:sp>
      <p:sp>
        <p:nvSpPr>
          <p:cNvPr id="7" name="Slide Body Text">
            <a:extLst>
              <a:ext uri="{FF2B5EF4-FFF2-40B4-BE49-F238E27FC236}">
                <a16:creationId xmlns:a16="http://schemas.microsoft.com/office/drawing/2014/main" id="{320B2856-CE5E-4934-BD1C-1D81E68E529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90402" y="1196125"/>
            <a:ext cx="11562628" cy="5528766"/>
          </a:xfrm>
        </p:spPr>
        <p:txBody>
          <a:bodyPr>
            <a:normAutofit/>
          </a:bodyPr>
          <a:lstStyle/>
          <a:p>
            <a:r>
              <a:rPr lang="bg-BG" sz="3200" b="1" dirty="0">
                <a:solidFill>
                  <a:srgbClr val="C47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Добавката </a:t>
            </a:r>
            <a:r>
              <a:rPr lang="bg-BG" sz="3200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</a:t>
            </a:r>
            <a:r>
              <a:rPr lang="en-GB" sz="3200" b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plugin</a:t>
            </a:r>
            <a:r>
              <a:rPr lang="bg-BG" sz="3200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 е </a:t>
            </a:r>
            <a:r>
              <a:rPr lang="bg-BG" sz="3200" b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модул</a:t>
            </a:r>
            <a:r>
              <a:rPr lang="bg-BG" sz="3200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за </a:t>
            </a:r>
            <a:r>
              <a:rPr lang="bg-BG" sz="32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допълнителна функционалност</a:t>
            </a:r>
          </a:p>
          <a:p>
            <a:r>
              <a:rPr lang="bg-BG" sz="3200" b="1" dirty="0">
                <a:solidFill>
                  <a:schemeClr val="bg1"/>
                </a:solidFill>
              </a:rPr>
              <a:t>Разширяват</a:t>
            </a:r>
            <a:r>
              <a:rPr lang="bg-BG" sz="3200" dirty="0"/>
              <a:t> </a:t>
            </a:r>
            <a:r>
              <a:rPr lang="bg-BG" sz="3200" b="1" dirty="0"/>
              <a:t>възможностите</a:t>
            </a:r>
            <a:r>
              <a:rPr lang="bg-BG" sz="3200" dirty="0"/>
              <a:t> на </a:t>
            </a:r>
            <a:r>
              <a:rPr lang="bg-BG" sz="3200" b="1" dirty="0"/>
              <a:t>уеб сайта</a:t>
            </a:r>
            <a:r>
              <a:rPr lang="bg-BG" sz="3200" dirty="0"/>
              <a:t>, но </a:t>
            </a:r>
            <a:r>
              <a:rPr lang="bg-BG" sz="3200" b="1" dirty="0">
                <a:solidFill>
                  <a:schemeClr val="bg1"/>
                </a:solidFill>
              </a:rPr>
              <a:t>не променят </a:t>
            </a:r>
            <a:r>
              <a:rPr lang="bg-BG" sz="3200" dirty="0"/>
              <a:t>основния</a:t>
            </a:r>
            <a:r>
              <a:rPr lang="bg-BG" sz="3200" b="1" dirty="0"/>
              <a:t> </a:t>
            </a:r>
            <a:r>
              <a:rPr lang="en-US" sz="3200" b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WordPress </a:t>
            </a:r>
            <a:r>
              <a:rPr lang="bg-BG" sz="3200" b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код</a:t>
            </a:r>
            <a:endParaRPr lang="bg-BG" sz="3200" b="1" dirty="0"/>
          </a:p>
          <a:p>
            <a:r>
              <a:rPr lang="bg-BG" sz="3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Към един </a:t>
            </a:r>
            <a:r>
              <a:rPr lang="bg-BG" sz="32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уеб сайт </a:t>
            </a:r>
            <a:r>
              <a:rPr lang="bg-BG" sz="3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могат да </a:t>
            </a:r>
            <a:r>
              <a:rPr lang="bg-BG" sz="32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работят</a:t>
            </a:r>
            <a:r>
              <a:rPr lang="bg-BG" sz="3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bg-BG" sz="32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няколко добавки</a:t>
            </a:r>
          </a:p>
          <a:p>
            <a:endParaRPr lang="bg-BG" sz="3200" b="1" dirty="0">
              <a:solidFill>
                <a:schemeClr val="bg1"/>
              </a:solidFill>
            </a:endParaRPr>
          </a:p>
        </p:txBody>
      </p:sp>
      <p:sp>
        <p:nvSpPr>
          <p:cNvPr id="4" name="Slide Title"/>
          <p:cNvSpPr>
            <a:spLocks noGrp="1"/>
          </p:cNvSpPr>
          <p:nvPr>
            <p:ph type="title"/>
          </p:nvPr>
        </p:nvSpPr>
        <p:spPr>
          <a:xfrm>
            <a:off x="190406" y="100750"/>
            <a:ext cx="10270594" cy="882654"/>
          </a:xfrm>
        </p:spPr>
        <p:txBody>
          <a:bodyPr/>
          <a:lstStyle/>
          <a:p>
            <a:r>
              <a:rPr lang="en-GB" dirty="0"/>
              <a:t>WordPress </a:t>
            </a:r>
            <a:r>
              <a:rPr lang="bg-BG" dirty="0"/>
              <a:t>добавки</a:t>
            </a:r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53F71A2-5634-DAAC-1A20-72AF75DA3CE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76845" y="3609000"/>
            <a:ext cx="5542309" cy="31158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0965851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BCA4CA9D-181F-774E-71DC-C25E9BE2E64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BF067CD-8E6B-4360-9AA8-C5DF2A48A6D1}" type="slidenum">
              <a:rPr lang="en-US" noProof="0" smtClean="0"/>
              <a:pPr/>
              <a:t>10</a:t>
            </a:fld>
            <a:endParaRPr lang="en-US" noProof="0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B41EF08-0450-A3CC-1462-6F98F57C661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bg-BG" b="1" dirty="0">
                <a:solidFill>
                  <a:schemeClr val="bg1"/>
                </a:solidFill>
              </a:rPr>
              <a:t>Контактна форма</a:t>
            </a:r>
          </a:p>
          <a:p>
            <a:r>
              <a:rPr lang="bg-BG" b="1" dirty="0">
                <a:solidFill>
                  <a:schemeClr val="bg1"/>
                </a:solidFill>
              </a:rPr>
              <a:t>Галерия</a:t>
            </a:r>
          </a:p>
          <a:p>
            <a:r>
              <a:rPr lang="en-US" b="1" dirty="0">
                <a:solidFill>
                  <a:schemeClr val="bg1"/>
                </a:solidFill>
              </a:rPr>
              <a:t>SEO </a:t>
            </a:r>
            <a:r>
              <a:rPr lang="bg-BG" b="1" dirty="0">
                <a:solidFill>
                  <a:schemeClr val="bg1"/>
                </a:solidFill>
              </a:rPr>
              <a:t>панел</a:t>
            </a:r>
          </a:p>
          <a:p>
            <a:r>
              <a:rPr lang="bg-BG" b="1" dirty="0">
                <a:solidFill>
                  <a:schemeClr val="bg1"/>
                </a:solidFill>
              </a:rPr>
              <a:t>Архивиране</a:t>
            </a:r>
            <a:endParaRPr lang="en-BG" b="1" dirty="0">
              <a:solidFill>
                <a:schemeClr val="bg1"/>
              </a:solidFill>
            </a:endParaRP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C66E2439-AC30-DFB6-0D50-C1EEBE56DC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/>
              <a:t>Примери за добавки</a:t>
            </a:r>
            <a:endParaRPr lang="en-BG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832B4B8C-E907-3ED1-63D7-12D830C82B3B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296000" y="1314000"/>
            <a:ext cx="3600000" cy="184500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731B0EC0-A5CE-367B-F184-3893C4D05966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8289791" y="1314000"/>
            <a:ext cx="3600000" cy="184500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7E54ECA1-645E-1E57-1051-3B06BD7DFDAD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296000" y="3707931"/>
            <a:ext cx="3600000" cy="184500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96767716-31EC-F904-35A6-DCB64CE94CF9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8289791" y="3707931"/>
            <a:ext cx="3600000" cy="1845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081835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23EF55F5-757C-8E90-5D7A-6552DF97DBF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BF067CD-8E6B-4360-9AA8-C5DF2A48A6D1}" type="slidenum">
              <a:rPr lang="en-US" noProof="0" smtClean="0"/>
              <a:pPr/>
              <a:t>11</a:t>
            </a:fld>
            <a:endParaRPr lang="en-US" noProof="0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A784DBA-2E34-EB63-3A16-CCACD732321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en-BG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9DB5F900-EC6C-0E41-D35B-8C700ADC0C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/>
              <a:t>Инсталиране и управление на добавка</a:t>
            </a:r>
            <a:endParaRPr lang="en-BG" dirty="0"/>
          </a:p>
        </p:txBody>
      </p:sp>
      <p:pic>
        <p:nvPicPr>
          <p:cNvPr id="5" name="Picture 4" descr="crop_a_clean_3d_vector_illustration_ui_concept_scene_batch_3_s11.jpg">
            <a:extLst>
              <a:ext uri="{FF2B5EF4-FFF2-40B4-BE49-F238E27FC236}">
                <a16:creationId xmlns:a16="http://schemas.microsoft.com/office/drawing/2014/main" id="{9B06F43B-8A17-E98C-D104-ACD352B5747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46000" y="2566048"/>
            <a:ext cx="4892040" cy="27889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4800791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BF3063F9-B571-72DF-A1D4-474186F199F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BF067CD-8E6B-4360-9AA8-C5DF2A48A6D1}" type="slidenum">
              <a:rPr lang="en-US" noProof="0" smtClean="0"/>
              <a:pPr/>
              <a:t>12</a:t>
            </a:fld>
            <a:endParaRPr lang="en-US" noProof="0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E2FC30E-1D80-0DA6-B1A4-A9F9D962E9F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bg-BG" dirty="0">
                <a:highlight>
                  <a:srgbClr val="FFFF00"/>
                </a:highlight>
              </a:rPr>
              <a:t>Отваряме </a:t>
            </a:r>
            <a:r>
              <a:rPr lang="bg-BG" b="1" dirty="0">
                <a:highlight>
                  <a:srgbClr val="FFFF00"/>
                </a:highlight>
              </a:rPr>
              <a:t>[</a:t>
            </a:r>
            <a:r>
              <a:rPr lang="en-GB" b="1" dirty="0">
                <a:highlight>
                  <a:srgbClr val="FFFF00"/>
                </a:highlight>
              </a:rPr>
              <a:t>Plugins] → [Add Plugin]</a:t>
            </a:r>
            <a:br>
              <a:rPr lang="en-GB" dirty="0">
                <a:highlight>
                  <a:srgbClr val="FFFF00"/>
                </a:highlight>
              </a:rPr>
            </a:br>
            <a:r>
              <a:rPr lang="bg-BG" dirty="0">
                <a:highlight>
                  <a:srgbClr val="FFFF00"/>
                </a:highlight>
              </a:rPr>
              <a:t>Търсим необходимата </a:t>
            </a:r>
            <a:r>
              <a:rPr lang="bg-BG" b="1" dirty="0">
                <a:highlight>
                  <a:srgbClr val="FFFF00"/>
                </a:highlight>
              </a:rPr>
              <a:t>добавка</a:t>
            </a:r>
            <a:br>
              <a:rPr lang="bg-BG" dirty="0">
                <a:highlight>
                  <a:srgbClr val="FFFF00"/>
                </a:highlight>
              </a:rPr>
            </a:br>
            <a:r>
              <a:rPr lang="bg-BG" dirty="0">
                <a:highlight>
                  <a:srgbClr val="FFFF00"/>
                </a:highlight>
              </a:rPr>
              <a:t>Избираме </a:t>
            </a:r>
            <a:r>
              <a:rPr lang="bg-BG" b="1" dirty="0">
                <a:highlight>
                  <a:srgbClr val="FFFF00"/>
                </a:highlight>
              </a:rPr>
              <a:t>[</a:t>
            </a:r>
            <a:r>
              <a:rPr lang="en-GB" b="1" dirty="0">
                <a:highlight>
                  <a:srgbClr val="FFFF00"/>
                </a:highlight>
              </a:rPr>
              <a:t>Install Now]</a:t>
            </a:r>
            <a:br>
              <a:rPr lang="en-GB" dirty="0">
                <a:highlight>
                  <a:srgbClr val="FFFF00"/>
                </a:highlight>
              </a:rPr>
            </a:br>
            <a:r>
              <a:rPr lang="bg-BG" dirty="0">
                <a:highlight>
                  <a:srgbClr val="FFFF00"/>
                </a:highlight>
              </a:rPr>
              <a:t>След инсталиране избираме </a:t>
            </a:r>
            <a:r>
              <a:rPr lang="bg-BG" b="1" dirty="0">
                <a:highlight>
                  <a:srgbClr val="FFFF00"/>
                </a:highlight>
              </a:rPr>
              <a:t>[</a:t>
            </a:r>
            <a:r>
              <a:rPr lang="en-GB" b="1" dirty="0">
                <a:highlight>
                  <a:srgbClr val="FFFF00"/>
                </a:highlight>
              </a:rPr>
              <a:t>Activate]</a:t>
            </a:r>
            <a:br>
              <a:rPr lang="en-GB" dirty="0">
                <a:highlight>
                  <a:srgbClr val="FFFF00"/>
                </a:highlight>
              </a:rPr>
            </a:br>
            <a:r>
              <a:rPr lang="bg-BG" dirty="0">
                <a:highlight>
                  <a:srgbClr val="FFFF00"/>
                </a:highlight>
              </a:rPr>
              <a:t>От </a:t>
            </a:r>
            <a:r>
              <a:rPr lang="bg-BG" b="1" dirty="0">
                <a:highlight>
                  <a:srgbClr val="FFFF00"/>
                </a:highlight>
              </a:rPr>
              <a:t>[</a:t>
            </a:r>
            <a:r>
              <a:rPr lang="en-GB" b="1" dirty="0">
                <a:highlight>
                  <a:srgbClr val="FFFF00"/>
                </a:highlight>
              </a:rPr>
              <a:t>Plugins] → [Installed Plugins]</a:t>
            </a:r>
            <a:r>
              <a:rPr lang="en-GB" dirty="0">
                <a:highlight>
                  <a:srgbClr val="FFFF00"/>
                </a:highlight>
              </a:rPr>
              <a:t> </a:t>
            </a:r>
            <a:r>
              <a:rPr lang="bg-BG" dirty="0">
                <a:highlight>
                  <a:srgbClr val="FFFF00"/>
                </a:highlight>
              </a:rPr>
              <a:t>можем да:</a:t>
            </a:r>
            <a:br>
              <a:rPr lang="bg-BG" dirty="0">
                <a:highlight>
                  <a:srgbClr val="FFFF00"/>
                </a:highlight>
              </a:rPr>
            </a:br>
            <a:r>
              <a:rPr lang="bg-BG" dirty="0">
                <a:highlight>
                  <a:srgbClr val="FFFF00"/>
                </a:highlight>
              </a:rPr>
              <a:t> </a:t>
            </a:r>
            <a:r>
              <a:rPr lang="bg-BG" b="1" dirty="0">
                <a:highlight>
                  <a:srgbClr val="FFFF00"/>
                </a:highlight>
              </a:rPr>
              <a:t>активираме</a:t>
            </a:r>
            <a:r>
              <a:rPr lang="bg-BG" dirty="0">
                <a:highlight>
                  <a:srgbClr val="FFFF00"/>
                </a:highlight>
              </a:rPr>
              <a:t> или </a:t>
            </a:r>
            <a:r>
              <a:rPr lang="bg-BG" b="1" dirty="0">
                <a:highlight>
                  <a:srgbClr val="FFFF00"/>
                </a:highlight>
              </a:rPr>
              <a:t>деактивираме</a:t>
            </a:r>
            <a:r>
              <a:rPr lang="bg-BG" dirty="0">
                <a:highlight>
                  <a:srgbClr val="FFFF00"/>
                </a:highlight>
              </a:rPr>
              <a:t> добавка</a:t>
            </a:r>
            <a:br>
              <a:rPr lang="bg-BG" dirty="0">
                <a:highlight>
                  <a:srgbClr val="FFFF00"/>
                </a:highlight>
              </a:rPr>
            </a:br>
            <a:r>
              <a:rPr lang="bg-BG" dirty="0">
                <a:highlight>
                  <a:srgbClr val="FFFF00"/>
                </a:highlight>
              </a:rPr>
              <a:t> </a:t>
            </a:r>
            <a:r>
              <a:rPr lang="bg-BG" b="1" dirty="0">
                <a:highlight>
                  <a:srgbClr val="FFFF00"/>
                </a:highlight>
              </a:rPr>
              <a:t>актуализираме</a:t>
            </a:r>
            <a:r>
              <a:rPr lang="bg-BG" dirty="0">
                <a:highlight>
                  <a:srgbClr val="FFFF00"/>
                </a:highlight>
              </a:rPr>
              <a:t> добавка</a:t>
            </a:r>
            <a:br>
              <a:rPr lang="bg-BG" dirty="0">
                <a:highlight>
                  <a:srgbClr val="FFFF00"/>
                </a:highlight>
              </a:rPr>
            </a:br>
            <a:r>
              <a:rPr lang="bg-BG" dirty="0">
                <a:highlight>
                  <a:srgbClr val="FFFF00"/>
                </a:highlight>
              </a:rPr>
              <a:t> </a:t>
            </a:r>
            <a:r>
              <a:rPr lang="bg-BG" b="1" dirty="0">
                <a:highlight>
                  <a:srgbClr val="FFFF00"/>
                </a:highlight>
              </a:rPr>
              <a:t>изтрием</a:t>
            </a:r>
            <a:r>
              <a:rPr lang="bg-BG" dirty="0">
                <a:highlight>
                  <a:srgbClr val="FFFF00"/>
                </a:highlight>
              </a:rPr>
              <a:t> ненужна добавка</a:t>
            </a:r>
            <a:endParaRPr lang="en-BG" dirty="0">
              <a:highlight>
                <a:srgbClr val="FFFF00"/>
              </a:highlight>
            </a:endParaRP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2EAD0E6A-133D-22C0-5D33-E29136C084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BG"/>
          </a:p>
        </p:txBody>
      </p:sp>
    </p:spTree>
    <p:extLst>
      <p:ext uri="{BB962C8B-B14F-4D97-AF65-F5344CB8AC3E}">
        <p14:creationId xmlns:p14="http://schemas.microsoft.com/office/powerpoint/2010/main" val="262533098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9AADB9A-E71F-FC57-D6E9-98911F882F3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2BF067CD-8E6B-4360-9AA8-C5DF2A48A6D1}" type="slidenum">
              <a:rPr lang="en-US" smtClean="0"/>
              <a:pPr/>
              <a:t>13</a:t>
            </a:fld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319D752-A457-52CF-DD59-16F0AB799035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pPr>
              <a:buClr>
                <a:schemeClr val="tx1"/>
              </a:buClr>
            </a:pPr>
            <a:r>
              <a:rPr lang="bg-BG" sz="3200" b="1" dirty="0">
                <a:solidFill>
                  <a:schemeClr val="bg1"/>
                </a:solidFill>
              </a:rPr>
              <a:t>Добавка</a:t>
            </a:r>
          </a:p>
          <a:p>
            <a:pPr lvl="1"/>
            <a:r>
              <a:rPr lang="bg-BG" sz="3000" b="1" dirty="0"/>
              <a:t>Добавя</a:t>
            </a:r>
            <a:r>
              <a:rPr lang="bg-BG" sz="3000" dirty="0"/>
              <a:t> </a:t>
            </a:r>
            <a:r>
              <a:rPr lang="bg-BG" sz="3000" b="1" dirty="0">
                <a:solidFill>
                  <a:schemeClr val="bg1"/>
                </a:solidFill>
              </a:rPr>
              <a:t>функционалност</a:t>
            </a:r>
          </a:p>
          <a:p>
            <a:pPr lvl="1"/>
            <a:r>
              <a:rPr lang="bg-BG" sz="3000" b="1" dirty="0"/>
              <a:t>Разширява</a:t>
            </a:r>
            <a:r>
              <a:rPr lang="bg-BG" sz="3000" dirty="0"/>
              <a:t> </a:t>
            </a:r>
            <a:r>
              <a:rPr lang="bg-BG" sz="3000" b="1" dirty="0">
                <a:solidFill>
                  <a:schemeClr val="bg1"/>
                </a:solidFill>
              </a:rPr>
              <a:t>възможностите</a:t>
            </a:r>
          </a:p>
          <a:p>
            <a:pPr lvl="1"/>
            <a:r>
              <a:rPr lang="bg-BG" sz="3000" b="1" dirty="0"/>
              <a:t>Могат</a:t>
            </a:r>
            <a:r>
              <a:rPr lang="bg-BG" sz="3000" dirty="0"/>
              <a:t> да </a:t>
            </a:r>
            <a:r>
              <a:rPr lang="bg-BG" sz="3000" b="1" dirty="0">
                <a:solidFill>
                  <a:schemeClr val="bg1"/>
                </a:solidFill>
              </a:rPr>
              <a:t>работят няколко</a:t>
            </a:r>
            <a:endParaRPr lang="en-BG" sz="3000" b="1" dirty="0">
              <a:solidFill>
                <a:schemeClr val="bg1"/>
              </a:solidFill>
            </a:endParaRP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860ACDC-79EF-1508-54E2-F3C3788830E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90402" y="1195931"/>
            <a:ext cx="6265598" cy="4957073"/>
          </a:xfrm>
        </p:spPr>
        <p:txBody>
          <a:bodyPr/>
          <a:lstStyle/>
          <a:p>
            <a:pPr>
              <a:buClr>
                <a:schemeClr val="tx1"/>
              </a:buClr>
            </a:pPr>
            <a:r>
              <a:rPr lang="bg-BG" sz="3200" b="1" dirty="0">
                <a:solidFill>
                  <a:schemeClr val="bg1"/>
                </a:solidFill>
              </a:rPr>
              <a:t>Тема</a:t>
            </a:r>
          </a:p>
          <a:p>
            <a:pPr lvl="1"/>
            <a:r>
              <a:rPr lang="bg-BG" sz="3000" b="1" dirty="0"/>
              <a:t>Променя</a:t>
            </a:r>
            <a:r>
              <a:rPr lang="bg-BG" sz="3000" dirty="0"/>
              <a:t> </a:t>
            </a:r>
            <a:r>
              <a:rPr lang="bg-BG" sz="3000" b="1" dirty="0">
                <a:solidFill>
                  <a:schemeClr val="bg1"/>
                </a:solidFill>
              </a:rPr>
              <a:t>външния вид</a:t>
            </a:r>
          </a:p>
          <a:p>
            <a:pPr lvl="1"/>
            <a:r>
              <a:rPr lang="bg-BG" sz="3000" b="1" dirty="0"/>
              <a:t>Определя</a:t>
            </a:r>
            <a:r>
              <a:rPr lang="bg-BG" sz="3000" dirty="0"/>
              <a:t> </a:t>
            </a:r>
            <a:r>
              <a:rPr lang="bg-BG" sz="3000" b="1" dirty="0">
                <a:solidFill>
                  <a:schemeClr val="bg1"/>
                </a:solidFill>
              </a:rPr>
              <a:t>оформление</a:t>
            </a:r>
            <a:r>
              <a:rPr lang="bg-BG" sz="3000" dirty="0"/>
              <a:t> и </a:t>
            </a:r>
            <a:r>
              <a:rPr lang="bg-BG" sz="3000" b="1" dirty="0">
                <a:solidFill>
                  <a:schemeClr val="bg1"/>
                </a:solidFill>
              </a:rPr>
              <a:t>стил</a:t>
            </a:r>
          </a:p>
          <a:p>
            <a:pPr lvl="1"/>
            <a:r>
              <a:rPr lang="bg-BG" sz="3000" b="1" dirty="0"/>
              <a:t>Активна</a:t>
            </a:r>
            <a:r>
              <a:rPr lang="bg-BG" sz="3000" dirty="0"/>
              <a:t> е </a:t>
            </a:r>
            <a:r>
              <a:rPr lang="bg-BG" sz="3000" b="1" dirty="0">
                <a:solidFill>
                  <a:schemeClr val="bg1"/>
                </a:solidFill>
              </a:rPr>
              <a:t>само една тема</a:t>
            </a:r>
            <a:endParaRPr lang="en-BG" sz="3000" b="1" dirty="0">
              <a:solidFill>
                <a:schemeClr val="bg1"/>
              </a:solidFill>
            </a:endParaRP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D49C927F-7D89-8C45-C012-2077BA638F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/>
              <a:t>Тема v</a:t>
            </a:r>
            <a:r>
              <a:rPr lang="en-US" dirty="0"/>
              <a:t>s. </a:t>
            </a:r>
            <a:r>
              <a:rPr lang="bg-BG" dirty="0"/>
              <a:t>добавка</a:t>
            </a:r>
            <a:endParaRPr lang="en-BG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FD38C278-66CB-DDBA-2D69-AD1404026A35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045856" y="3950834"/>
            <a:ext cx="2194689" cy="206663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8A213148-F26B-9F5B-083A-CB6A90CAB500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8436000" y="3882492"/>
            <a:ext cx="2492468" cy="22033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3285452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Subtitle">
            <a:extLst>
              <a:ext uri="{FF2B5EF4-FFF2-40B4-BE49-F238E27FC236}">
                <a16:creationId xmlns:a16="http://schemas.microsoft.com/office/drawing/2014/main" id="{BEB5BB41-09D4-4E9F-8C80-EE8709171CB3}"/>
              </a:ext>
            </a:extLst>
          </p:cNvPr>
          <p:cNvSpPr>
            <a:spLocks noGrp="1"/>
          </p:cNvSpPr>
          <p:nvPr>
            <p:ph type="subTitle" sz="quarter" idx="11"/>
          </p:nvPr>
        </p:nvSpPr>
        <p:spPr/>
        <p:txBody>
          <a:bodyPr/>
          <a:lstStyle/>
          <a:p>
            <a:r>
              <a:rPr lang="bg-BG" sz="4400" dirty="0"/>
              <a:t>Надеждност, актуализация и проверка</a:t>
            </a:r>
          </a:p>
        </p:txBody>
      </p:sp>
      <p:sp>
        <p:nvSpPr>
          <p:cNvPr id="6" name="Slide Title">
            <a:extLst>
              <a:ext uri="{FF2B5EF4-FFF2-40B4-BE49-F238E27FC236}">
                <a16:creationId xmlns:a16="http://schemas.microsoft.com/office/drawing/2014/main" id="{028D9EA3-B5E0-4F17-9467-4BE3C280DA68}"/>
              </a:ext>
            </a:extLst>
          </p:cNvPr>
          <p:cNvSpPr>
            <a:spLocks noGrp="1"/>
          </p:cNvSpPr>
          <p:nvPr>
            <p:ph type="title" sz="quarter" idx="10"/>
          </p:nvPr>
        </p:nvSpPr>
        <p:spPr/>
        <p:txBody>
          <a:bodyPr/>
          <a:lstStyle/>
          <a:p>
            <a:r>
              <a:rPr lang="bg-BG" sz="6000" dirty="0"/>
              <a:t>Добри практики</a:t>
            </a:r>
            <a:endParaRPr lang="en-GB" sz="6000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70F9A54D-E09E-5707-7A88-DE61F87C5CD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76000" y="1089000"/>
            <a:ext cx="3015000" cy="3015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8625805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CCAABC86-82E0-F099-701A-D4347B60538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BF067CD-8E6B-4360-9AA8-C5DF2A48A6D1}" type="slidenum">
              <a:rPr lang="en-US" noProof="0" smtClean="0"/>
              <a:pPr/>
              <a:t>15</a:t>
            </a:fld>
            <a:endParaRPr lang="en-US" noProof="0" dirty="0"/>
          </a:p>
        </p:txBody>
      </p:sp>
      <p:sp>
        <p:nvSpPr>
          <p:cNvPr id="8" name="Text Placeholder 4">
            <a:extLst>
              <a:ext uri="{FF2B5EF4-FFF2-40B4-BE49-F238E27FC236}">
                <a16:creationId xmlns:a16="http://schemas.microsoft.com/office/drawing/2014/main" id="{9CA50BB8-C95B-C726-A00E-EFF2B734CC7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90402" y="1196125"/>
            <a:ext cx="11440598" cy="5528766"/>
          </a:xfrm>
        </p:spPr>
        <p:txBody>
          <a:bodyPr>
            <a:normAutofit/>
          </a:bodyPr>
          <a:lstStyle/>
          <a:p>
            <a:pPr>
              <a:buClr>
                <a:schemeClr val="tx2"/>
              </a:buClr>
            </a:pPr>
            <a:r>
              <a:rPr lang="bg-BG" sz="2900" b="1" dirty="0"/>
              <a:t>Използват</a:t>
            </a:r>
            <a:r>
              <a:rPr lang="bg-BG" sz="2900" dirty="0"/>
              <a:t> се </a:t>
            </a:r>
            <a:r>
              <a:rPr lang="bg-BG" sz="2900" b="1" dirty="0">
                <a:solidFill>
                  <a:schemeClr val="bg1"/>
                </a:solidFill>
              </a:rPr>
              <a:t>теми</a:t>
            </a:r>
            <a:r>
              <a:rPr lang="bg-BG" sz="2900" dirty="0"/>
              <a:t> и </a:t>
            </a:r>
            <a:r>
              <a:rPr lang="bg-BG" sz="2900" b="1" dirty="0">
                <a:solidFill>
                  <a:schemeClr val="bg1"/>
                </a:solidFill>
              </a:rPr>
              <a:t>добавки</a:t>
            </a:r>
            <a:r>
              <a:rPr lang="bg-BG" sz="2900" dirty="0"/>
              <a:t> </a:t>
            </a:r>
            <a:r>
              <a:rPr lang="bg-BG" sz="2900" b="1" dirty="0"/>
              <a:t>само</a:t>
            </a:r>
            <a:r>
              <a:rPr lang="bg-BG" sz="2900" dirty="0"/>
              <a:t> от </a:t>
            </a:r>
            <a:r>
              <a:rPr lang="bg-BG" sz="2900" b="1" dirty="0">
                <a:solidFill>
                  <a:schemeClr val="bg1"/>
                </a:solidFill>
              </a:rPr>
              <a:t>надеждни източници</a:t>
            </a:r>
          </a:p>
          <a:p>
            <a:pPr>
              <a:buClr>
                <a:schemeClr val="tx2"/>
              </a:buClr>
            </a:pPr>
            <a:r>
              <a:rPr lang="bg-BG" sz="2900" b="1" dirty="0"/>
              <a:t>Инсталират</a:t>
            </a:r>
            <a:r>
              <a:rPr lang="bg-BG" sz="2900" dirty="0"/>
              <a:t> се </a:t>
            </a:r>
            <a:r>
              <a:rPr lang="bg-BG" sz="2900" b="1" dirty="0"/>
              <a:t>само</a:t>
            </a:r>
            <a:r>
              <a:rPr lang="bg-BG" sz="2900" dirty="0"/>
              <a:t> </a:t>
            </a:r>
            <a:r>
              <a:rPr lang="bg-BG" sz="2900" b="1" dirty="0">
                <a:solidFill>
                  <a:schemeClr val="bg1"/>
                </a:solidFill>
              </a:rPr>
              <a:t>необходимите добавки</a:t>
            </a:r>
          </a:p>
          <a:p>
            <a:pPr>
              <a:buClr>
                <a:schemeClr val="tx2"/>
              </a:buClr>
            </a:pPr>
            <a:r>
              <a:rPr lang="bg-BG" sz="2900" b="1" dirty="0"/>
              <a:t>Проверява</a:t>
            </a:r>
            <a:r>
              <a:rPr lang="bg-BG" sz="2900" dirty="0"/>
              <a:t> се </a:t>
            </a:r>
            <a:r>
              <a:rPr lang="bg-BG" sz="2900" b="1" dirty="0">
                <a:solidFill>
                  <a:schemeClr val="bg1"/>
                </a:solidFill>
              </a:rPr>
              <a:t>съвместимостта</a:t>
            </a:r>
            <a:r>
              <a:rPr lang="bg-BG" sz="2900" dirty="0"/>
              <a:t> с </a:t>
            </a:r>
            <a:r>
              <a:rPr lang="bg-BG" sz="2900" b="1" dirty="0"/>
              <a:t>версията</a:t>
            </a:r>
            <a:r>
              <a:rPr lang="bg-BG" sz="2900" dirty="0"/>
              <a:t> на </a:t>
            </a:r>
            <a:r>
              <a:rPr lang="en-GB" sz="2900" b="1" dirty="0"/>
              <a:t>WordPress</a:t>
            </a:r>
          </a:p>
          <a:p>
            <a:pPr>
              <a:buClr>
                <a:schemeClr val="tx2"/>
              </a:buClr>
            </a:pPr>
            <a:r>
              <a:rPr lang="bg-BG" sz="2900" b="1" dirty="0"/>
              <a:t>Темите</a:t>
            </a:r>
            <a:r>
              <a:rPr lang="bg-BG" sz="2900" dirty="0"/>
              <a:t> и </a:t>
            </a:r>
            <a:r>
              <a:rPr lang="bg-BG" sz="2900" b="1" dirty="0"/>
              <a:t>добавките</a:t>
            </a:r>
            <a:r>
              <a:rPr lang="bg-BG" sz="2900" dirty="0"/>
              <a:t> се </a:t>
            </a:r>
            <a:r>
              <a:rPr lang="bg-BG" sz="2900" b="1" dirty="0">
                <a:solidFill>
                  <a:schemeClr val="bg1"/>
                </a:solidFill>
              </a:rPr>
              <a:t>актуализират редовно</a:t>
            </a:r>
          </a:p>
          <a:p>
            <a:pPr>
              <a:buClr>
                <a:schemeClr val="tx2"/>
              </a:buClr>
            </a:pPr>
            <a:r>
              <a:rPr lang="bg-BG" sz="2900" b="1" dirty="0">
                <a:solidFill>
                  <a:schemeClr val="bg1"/>
                </a:solidFill>
              </a:rPr>
              <a:t>Ненужните неактивни компоненти </a:t>
            </a:r>
            <a:r>
              <a:rPr lang="bg-BG" sz="2900" dirty="0"/>
              <a:t>се </a:t>
            </a:r>
            <a:r>
              <a:rPr lang="bg-BG" sz="2900" b="1" dirty="0"/>
              <a:t>премахват</a:t>
            </a:r>
          </a:p>
          <a:p>
            <a:pPr>
              <a:buClr>
                <a:schemeClr val="tx2"/>
              </a:buClr>
            </a:pPr>
            <a:r>
              <a:rPr lang="bg-BG" sz="2900" b="1" dirty="0"/>
              <a:t>Уеб сайтът </a:t>
            </a:r>
            <a:r>
              <a:rPr lang="bg-BG" sz="2900" dirty="0"/>
              <a:t>се </a:t>
            </a:r>
            <a:r>
              <a:rPr lang="bg-BG" sz="2900" b="1" dirty="0"/>
              <a:t>проверява</a:t>
            </a:r>
            <a:r>
              <a:rPr lang="bg-BG" sz="2900" dirty="0"/>
              <a:t> </a:t>
            </a:r>
            <a:r>
              <a:rPr lang="bg-BG" sz="2900" b="1" dirty="0"/>
              <a:t>след</a:t>
            </a:r>
            <a:r>
              <a:rPr lang="bg-BG" sz="2900" dirty="0"/>
              <a:t> </a:t>
            </a:r>
            <a:r>
              <a:rPr lang="bg-BG" sz="2900" b="1" dirty="0">
                <a:solidFill>
                  <a:schemeClr val="bg1"/>
                </a:solidFill>
              </a:rPr>
              <a:t>всяка промяна</a:t>
            </a:r>
          </a:p>
          <a:p>
            <a:pPr>
              <a:buClr>
                <a:schemeClr val="tx2"/>
              </a:buClr>
            </a:pPr>
            <a:endParaRPr lang="bg-BG" sz="3000" dirty="0">
              <a:solidFill>
                <a:schemeClr val="bg1"/>
              </a:solidFill>
            </a:endParaRPr>
          </a:p>
          <a:p>
            <a:pPr>
              <a:buClr>
                <a:schemeClr val="tx2"/>
              </a:buClr>
            </a:pPr>
            <a:endParaRPr lang="bg-BG" sz="3000" dirty="0">
              <a:solidFill>
                <a:schemeClr val="bg1"/>
              </a:solidFill>
            </a:endParaRPr>
          </a:p>
          <a:p>
            <a:pPr>
              <a:buClr>
                <a:schemeClr val="tx2"/>
              </a:buClr>
            </a:pPr>
            <a:endParaRPr lang="bg-BG" sz="3000" b="1" dirty="0">
              <a:solidFill>
                <a:schemeClr val="bg1"/>
              </a:solidFill>
            </a:endParaRP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3BE40675-6620-A9F2-4515-CBA7D8C622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/>
              <a:t>Добри практики</a:t>
            </a:r>
            <a:endParaRPr lang="en-BG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881754D-966B-CBBC-6D5B-14BDCB6FBDC4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8276349" y="4145352"/>
            <a:ext cx="3354651" cy="26269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9469649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Subtitle">
            <a:extLst>
              <a:ext uri="{FF2B5EF4-FFF2-40B4-BE49-F238E27FC236}">
                <a16:creationId xmlns:a16="http://schemas.microsoft.com/office/drawing/2014/main" id="{BEB5BB41-09D4-4E9F-8C80-EE8709171CB3}"/>
              </a:ext>
            </a:extLst>
          </p:cNvPr>
          <p:cNvSpPr>
            <a:spLocks noGrp="1"/>
          </p:cNvSpPr>
          <p:nvPr>
            <p:ph type="subTitle" sz="quarter" idx="11"/>
          </p:nvPr>
        </p:nvSpPr>
        <p:spPr/>
        <p:txBody>
          <a:bodyPr/>
          <a:lstStyle/>
          <a:p>
            <a:r>
              <a:rPr lang="bg-BG" sz="3600" dirty="0"/>
              <a:t>Промяна на външния вид и добавяне на функционалност на </a:t>
            </a:r>
            <a:r>
              <a:rPr lang="en-GB" sz="3600" dirty="0"/>
              <a:t>WordPress </a:t>
            </a:r>
            <a:r>
              <a:rPr lang="bg-BG" sz="3600" dirty="0"/>
              <a:t>сайт</a:t>
            </a:r>
          </a:p>
        </p:txBody>
      </p:sp>
      <p:sp>
        <p:nvSpPr>
          <p:cNvPr id="6" name="Slide Title">
            <a:extLst>
              <a:ext uri="{FF2B5EF4-FFF2-40B4-BE49-F238E27FC236}">
                <a16:creationId xmlns:a16="http://schemas.microsoft.com/office/drawing/2014/main" id="{028D9EA3-B5E0-4F17-9467-4BE3C280DA68}"/>
              </a:ext>
            </a:extLst>
          </p:cNvPr>
          <p:cNvSpPr>
            <a:spLocks noGrp="1"/>
          </p:cNvSpPr>
          <p:nvPr>
            <p:ph type="title" sz="quarter" idx="10"/>
          </p:nvPr>
        </p:nvSpPr>
        <p:spPr/>
        <p:txBody>
          <a:bodyPr/>
          <a:lstStyle/>
          <a:p>
            <a:r>
              <a:rPr lang="bg-BG" sz="6000" dirty="0"/>
              <a:t>Пример</a:t>
            </a:r>
            <a:endParaRPr lang="en-US" sz="5200" dirty="0"/>
          </a:p>
        </p:txBody>
      </p:sp>
    </p:spTree>
    <p:extLst>
      <p:ext uri="{BB962C8B-B14F-4D97-AF65-F5344CB8AC3E}">
        <p14:creationId xmlns:p14="http://schemas.microsoft.com/office/powerpoint/2010/main" val="302085152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6C516F16-CA67-6D94-E034-8AB37376920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BF067CD-8E6B-4360-9AA8-C5DF2A48A6D1}" type="slidenum">
              <a:rPr lang="en-US" noProof="0" smtClean="0"/>
              <a:pPr/>
              <a:t>17</a:t>
            </a:fld>
            <a:endParaRPr lang="en-US" noProof="0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165E27E-ECD7-A588-E955-6399E7CB064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r>
              <a:rPr lang="bg-BG" sz="2600" b="1" dirty="0">
                <a:highlight>
                  <a:srgbClr val="FFFF00"/>
                </a:highlight>
              </a:rPr>
              <a:t>Отваряме [</a:t>
            </a:r>
            <a:r>
              <a:rPr lang="en-US" sz="2600" b="1" dirty="0">
                <a:highlight>
                  <a:srgbClr val="FFFF00"/>
                </a:highlight>
              </a:rPr>
              <a:t>Appearance] → [Themes]</a:t>
            </a:r>
            <a:endParaRPr lang="bg-BG" sz="2600" b="1" dirty="0">
              <a:highlight>
                <a:srgbClr val="FFFF00"/>
              </a:highlight>
            </a:endParaRPr>
          </a:p>
          <a:p>
            <a:r>
              <a:rPr lang="bg-BG" sz="2600" b="1" dirty="0">
                <a:highlight>
                  <a:srgbClr val="FFFF00"/>
                </a:highlight>
              </a:rPr>
              <a:t>Избираме [</a:t>
            </a:r>
            <a:r>
              <a:rPr lang="en-US" sz="2600" b="1" dirty="0">
                <a:highlight>
                  <a:srgbClr val="FFFF00"/>
                </a:highlight>
              </a:rPr>
              <a:t>Add Theme]</a:t>
            </a:r>
            <a:endParaRPr lang="bg-BG" sz="2600" b="1" dirty="0">
              <a:highlight>
                <a:srgbClr val="FFFF00"/>
              </a:highlight>
            </a:endParaRPr>
          </a:p>
          <a:p>
            <a:r>
              <a:rPr lang="bg-BG" sz="2600" b="1" dirty="0">
                <a:highlight>
                  <a:srgbClr val="FFFF00"/>
                </a:highlight>
              </a:rPr>
              <a:t>Намираме подходяща тема за сайта</a:t>
            </a:r>
          </a:p>
          <a:p>
            <a:r>
              <a:rPr lang="bg-BG" sz="2600" b="1" dirty="0">
                <a:highlight>
                  <a:srgbClr val="FFFF00"/>
                </a:highlight>
              </a:rPr>
              <a:t>Избираме [</a:t>
            </a:r>
            <a:r>
              <a:rPr lang="en-US" sz="2600" b="1" dirty="0">
                <a:highlight>
                  <a:srgbClr val="FFFF00"/>
                </a:highlight>
              </a:rPr>
              <a:t>Install] → [Activate]</a:t>
            </a:r>
            <a:endParaRPr lang="bg-BG" sz="2600" b="1" dirty="0">
              <a:highlight>
                <a:srgbClr val="FFFF00"/>
              </a:highlight>
            </a:endParaRPr>
          </a:p>
          <a:p>
            <a:r>
              <a:rPr lang="bg-BG" sz="2600" b="1" dirty="0">
                <a:highlight>
                  <a:srgbClr val="FFFF00"/>
                </a:highlight>
              </a:rPr>
              <a:t>Проверяваме променения външен вид</a:t>
            </a:r>
            <a:endParaRPr lang="en-US" sz="2600" b="1" dirty="0">
              <a:highlight>
                <a:srgbClr val="FFFF00"/>
              </a:highlight>
            </a:endParaRPr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E37E1090-5368-3467-77F6-0CCF23C941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bg-BG" sz="4000" dirty="0"/>
              <a:t>Промяна на външния вид</a:t>
            </a:r>
            <a:endParaRPr lang="en-BG" sz="4000" dirty="0"/>
          </a:p>
        </p:txBody>
      </p:sp>
    </p:spTree>
    <p:extLst>
      <p:ext uri="{BB962C8B-B14F-4D97-AF65-F5344CB8AC3E}">
        <p14:creationId xmlns:p14="http://schemas.microsoft.com/office/powerpoint/2010/main" val="78059972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6C516F16-CA67-6D94-E034-8AB37376920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BF067CD-8E6B-4360-9AA8-C5DF2A48A6D1}" type="slidenum">
              <a:rPr lang="en-US" noProof="0" smtClean="0"/>
              <a:pPr/>
              <a:t>18</a:t>
            </a:fld>
            <a:endParaRPr lang="en-US" noProof="0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165E27E-ECD7-A588-E955-6399E7CB064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r>
              <a:rPr lang="bg-BG" sz="2600" b="1" dirty="0">
                <a:highlight>
                  <a:srgbClr val="FFFF00"/>
                </a:highlight>
              </a:rPr>
              <a:t>Отваряме [</a:t>
            </a:r>
            <a:r>
              <a:rPr lang="en-GB" sz="2600" b="1" dirty="0">
                <a:highlight>
                  <a:srgbClr val="FFFF00"/>
                </a:highlight>
              </a:rPr>
              <a:t>Plugins] → [Add Plugin]</a:t>
            </a:r>
            <a:endParaRPr lang="bg-BG" sz="2600" b="1" dirty="0">
              <a:highlight>
                <a:srgbClr val="FFFF00"/>
              </a:highlight>
            </a:endParaRPr>
          </a:p>
          <a:p>
            <a:r>
              <a:rPr lang="bg-BG" sz="2600" b="1" dirty="0">
                <a:highlight>
                  <a:srgbClr val="FFFF00"/>
                </a:highlight>
              </a:rPr>
              <a:t>Намираме добавка за контактна форма</a:t>
            </a:r>
          </a:p>
          <a:p>
            <a:r>
              <a:rPr lang="bg-BG" sz="2600" b="1" dirty="0">
                <a:highlight>
                  <a:srgbClr val="FFFF00"/>
                </a:highlight>
              </a:rPr>
              <a:t>Избираме [</a:t>
            </a:r>
            <a:r>
              <a:rPr lang="en-GB" sz="2600" b="1" dirty="0">
                <a:highlight>
                  <a:srgbClr val="FFFF00"/>
                </a:highlight>
              </a:rPr>
              <a:t>Install Now] → [Activate</a:t>
            </a:r>
            <a:endParaRPr lang="bg-BG" sz="2600" b="1" dirty="0">
              <a:highlight>
                <a:srgbClr val="FFFF00"/>
              </a:highlight>
            </a:endParaRPr>
          </a:p>
          <a:p>
            <a:r>
              <a:rPr lang="bg-BG" sz="2600" b="1" dirty="0">
                <a:highlight>
                  <a:srgbClr val="FFFF00"/>
                </a:highlight>
              </a:rPr>
              <a:t>Създаваме контактна форма</a:t>
            </a:r>
          </a:p>
          <a:p>
            <a:r>
              <a:rPr lang="bg-BG" sz="2600" b="1" dirty="0">
                <a:highlight>
                  <a:srgbClr val="FFFF00"/>
                </a:highlight>
              </a:rPr>
              <a:t>Добавяме я в страницата „Контакти“</a:t>
            </a:r>
            <a:endParaRPr lang="en-US" sz="2600" b="1" dirty="0">
              <a:highlight>
                <a:srgbClr val="FFFF00"/>
              </a:highlight>
            </a:endParaRPr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E37E1090-5368-3467-77F6-0CCF23C941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bg-BG" sz="4000" dirty="0"/>
              <a:t>Добавяне на функционалност</a:t>
            </a:r>
            <a:endParaRPr lang="en-BG" sz="4000" dirty="0"/>
          </a:p>
        </p:txBody>
      </p:sp>
    </p:spTree>
    <p:extLst>
      <p:ext uri="{BB962C8B-B14F-4D97-AF65-F5344CB8AC3E}">
        <p14:creationId xmlns:p14="http://schemas.microsoft.com/office/powerpoint/2010/main" val="1300862239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Click="0" advTm="5000"/>
    </mc:Choice>
    <mc:Fallback>
      <p:transition spd="slow" advClick="0" advTm="5000"/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69938849-4693-176C-1701-3C40BF78BBD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BF067CD-8E6B-4360-9AA8-C5DF2A48A6D1}" type="slidenum">
              <a:rPr lang="en-US" noProof="0" smtClean="0"/>
              <a:pPr/>
              <a:t>19</a:t>
            </a:fld>
            <a:endParaRPr lang="en-US" noProof="0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117470BA-D0DB-65E1-98A9-5A4986673B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/>
              <a:t>Резултат</a:t>
            </a:r>
            <a:endParaRPr lang="en-BG" dirty="0"/>
          </a:p>
        </p:txBody>
      </p:sp>
    </p:spTree>
    <p:extLst>
      <p:ext uri="{BB962C8B-B14F-4D97-AF65-F5344CB8AC3E}">
        <p14:creationId xmlns:p14="http://schemas.microsoft.com/office/powerpoint/2010/main" val="320782700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Summary Box Group">
            <a:extLst>
              <a:ext uri="{FF2B5EF4-FFF2-40B4-BE49-F238E27FC236}">
                <a16:creationId xmlns:a16="http://schemas.microsoft.com/office/drawing/2014/main" id="{EBAFE522-EB7D-4931-A015-9A7E8A98517D}"/>
              </a:ext>
            </a:extLst>
          </p:cNvPr>
          <p:cNvGrpSpPr/>
          <p:nvPr/>
        </p:nvGrpSpPr>
        <p:grpSpPr>
          <a:xfrm>
            <a:off x="190406" y="1360993"/>
            <a:ext cx="11562624" cy="5394328"/>
            <a:chOff x="472011" y="1508786"/>
            <a:chExt cx="3799787" cy="4865561"/>
          </a:xfrm>
        </p:grpSpPr>
        <p:sp>
          <p:nvSpPr>
            <p:cNvPr id="10" name="Rounded Rectangle Blue">
              <a:extLst>
                <a:ext uri="{FF2B5EF4-FFF2-40B4-BE49-F238E27FC236}">
                  <a16:creationId xmlns:a16="http://schemas.microsoft.com/office/drawing/2014/main" id="{18F78F23-3D09-4B63-8DF9-D49CFBB145EE}"/>
                </a:ext>
              </a:extLst>
            </p:cNvPr>
            <p:cNvSpPr/>
            <p:nvPr/>
          </p:nvSpPr>
          <p:spPr>
            <a:xfrm>
              <a:off x="472011" y="1508786"/>
              <a:ext cx="3799787" cy="4865561"/>
            </a:xfrm>
            <a:prstGeom prst="roundRect">
              <a:avLst>
                <a:gd name="adj" fmla="val 3968"/>
              </a:avLst>
            </a:prstGeom>
            <a:solidFill>
              <a:schemeClr val="tx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 dirty="0"/>
            </a:p>
          </p:txBody>
        </p:sp>
        <p:sp>
          <p:nvSpPr>
            <p:cNvPr id="11" name="Rounded Rectangle Left">
              <a:extLst>
                <a:ext uri="{FF2B5EF4-FFF2-40B4-BE49-F238E27FC236}">
                  <a16:creationId xmlns:a16="http://schemas.microsoft.com/office/drawing/2014/main" id="{F12C06CE-2BBE-46C2-B718-813794C58DF9}"/>
                </a:ext>
              </a:extLst>
            </p:cNvPr>
            <p:cNvSpPr/>
            <p:nvPr/>
          </p:nvSpPr>
          <p:spPr>
            <a:xfrm>
              <a:off x="546866" y="1696737"/>
              <a:ext cx="81601" cy="4489658"/>
            </a:xfrm>
            <a:prstGeom prst="roundRect">
              <a:avLst>
                <a:gd name="adj" fmla="val 50000"/>
              </a:avLst>
            </a:prstGeom>
            <a:solidFill>
              <a:schemeClr val="bg2">
                <a:alpha val="41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 dirty="0">
                <a:solidFill>
                  <a:schemeClr val="bg1"/>
                </a:solidFill>
              </a:endParaRPr>
            </a:p>
          </p:txBody>
        </p:sp>
        <p:sp>
          <p:nvSpPr>
            <p:cNvPr id="12" name="Half Frame Top Right">
              <a:extLst>
                <a:ext uri="{FF2B5EF4-FFF2-40B4-BE49-F238E27FC236}">
                  <a16:creationId xmlns:a16="http://schemas.microsoft.com/office/drawing/2014/main" id="{66CDBB1E-AF3C-43FC-9F34-2DD691F81726}"/>
                </a:ext>
              </a:extLst>
            </p:cNvPr>
            <p:cNvSpPr/>
            <p:nvPr/>
          </p:nvSpPr>
          <p:spPr>
            <a:xfrm rot="5400000">
              <a:off x="3742559" y="1912372"/>
              <a:ext cx="669775" cy="238503"/>
            </a:xfrm>
            <a:prstGeom prst="halfFrame">
              <a:avLst>
                <a:gd name="adj1" fmla="val 23728"/>
                <a:gd name="adj2" fmla="val 24642"/>
              </a:avLst>
            </a:prstGeom>
            <a:solidFill>
              <a:schemeClr val="bg2">
                <a:alpha val="23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 dirty="0">
                <a:solidFill>
                  <a:schemeClr val="tx1"/>
                </a:solidFill>
              </a:endParaRPr>
            </a:p>
          </p:txBody>
        </p:sp>
      </p:grpSp>
      <p:sp>
        <p:nvSpPr>
          <p:cNvPr id="14" name="Text Placeholder Body">
            <a:extLst>
              <a:ext uri="{FF2B5EF4-FFF2-40B4-BE49-F238E27FC236}">
                <a16:creationId xmlns:a16="http://schemas.microsoft.com/office/drawing/2014/main" id="{0E49D336-45B6-44D3-97C4-E28F8DEA202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97877" y="1676785"/>
            <a:ext cx="10826625" cy="4977574"/>
          </a:xfrm>
        </p:spPr>
        <p:txBody>
          <a:bodyPr>
            <a:noAutofit/>
          </a:bodyPr>
          <a:lstStyle>
            <a:lvl1pPr marL="514350" indent="-514350">
              <a:buFont typeface="Wingdings" panose="05000000000000000000" pitchFamily="2" charset="2"/>
              <a:buChar char="§"/>
              <a:defRPr>
                <a:solidFill>
                  <a:schemeClr val="bg2"/>
                </a:solidFill>
              </a:defRPr>
            </a:lvl1pPr>
            <a:lvl2pPr marL="1123935" indent="-514350">
              <a:buFont typeface="Wingdings" panose="05000000000000000000" pitchFamily="2" charset="2"/>
              <a:buChar char="§"/>
              <a:defRPr>
                <a:solidFill>
                  <a:schemeClr val="tx1"/>
                </a:solidFill>
              </a:defRPr>
            </a:lvl2pPr>
            <a:lvl3pPr marL="1733520" indent="-514350">
              <a:buFont typeface="Wingdings" panose="05000000000000000000" pitchFamily="2" charset="2"/>
              <a:buChar char="§"/>
              <a:defRPr>
                <a:solidFill>
                  <a:schemeClr val="tx1"/>
                </a:solidFill>
              </a:defRPr>
            </a:lvl3pPr>
            <a:lvl4pPr marL="2343105" indent="-514350">
              <a:buFont typeface="Wingdings" panose="05000000000000000000" pitchFamily="2" charset="2"/>
              <a:buChar char="§"/>
              <a:defRPr>
                <a:solidFill>
                  <a:schemeClr val="tx1"/>
                </a:solidFill>
              </a:defRPr>
            </a:lvl4pPr>
            <a:lvl5pPr marL="2952689" indent="-514350">
              <a:buFont typeface="Wingdings" panose="05000000000000000000" pitchFamily="2" charset="2"/>
              <a:buChar char="§"/>
              <a:defRPr>
                <a:solidFill>
                  <a:schemeClr val="tx1"/>
                </a:solidFill>
              </a:defRPr>
            </a:lvl5pPr>
          </a:lstStyle>
          <a:p>
            <a:pPr marL="360363" indent="-360363" fontAlgn="base">
              <a:buClr>
                <a:schemeClr val="bg2"/>
              </a:buClr>
            </a:pPr>
            <a:r>
              <a:rPr lang="bg-BG" sz="3000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Темите </a:t>
            </a:r>
            <a:r>
              <a:rPr lang="bg-BG" sz="3000" dirty="0"/>
              <a:t>определят </a:t>
            </a:r>
            <a:r>
              <a:rPr lang="bg-BG" sz="3000" b="1" dirty="0"/>
              <a:t>външния вид </a:t>
            </a:r>
            <a:r>
              <a:rPr lang="bg-BG" sz="3000" dirty="0"/>
              <a:t>на </a:t>
            </a:r>
            <a:r>
              <a:rPr lang="bg-BG" sz="3000" b="1" dirty="0"/>
              <a:t>уеб сайта</a:t>
            </a:r>
          </a:p>
          <a:p>
            <a:pPr marL="360363" indent="-360363" fontAlgn="base">
              <a:buClr>
                <a:schemeClr val="bg2"/>
              </a:buClr>
            </a:pPr>
            <a:r>
              <a:rPr lang="bg-BG" sz="3000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Темите </a:t>
            </a:r>
            <a:r>
              <a:rPr lang="bg-BG" sz="3000" dirty="0"/>
              <a:t>могат да се </a:t>
            </a:r>
            <a:r>
              <a:rPr lang="bg-BG" sz="3000" b="1" dirty="0"/>
              <a:t>инсталират</a:t>
            </a:r>
            <a:r>
              <a:rPr lang="bg-BG" sz="3000" dirty="0"/>
              <a:t>, </a:t>
            </a:r>
            <a:r>
              <a:rPr lang="bg-BG" sz="3000" b="1" dirty="0"/>
              <a:t>активират</a:t>
            </a:r>
            <a:r>
              <a:rPr lang="bg-BG" sz="3000" dirty="0"/>
              <a:t> и </a:t>
            </a:r>
            <a:r>
              <a:rPr lang="bg-BG" sz="3000" b="1" dirty="0"/>
              <a:t>сменят</a:t>
            </a:r>
          </a:p>
          <a:p>
            <a:pPr marL="360363" indent="-360363" fontAlgn="base">
              <a:buClr>
                <a:schemeClr val="bg2"/>
              </a:buClr>
            </a:pPr>
            <a:r>
              <a:rPr lang="bg-BG" sz="3000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Добавките </a:t>
            </a:r>
            <a:r>
              <a:rPr lang="bg-BG" sz="3000" dirty="0"/>
              <a:t>разширяват </a:t>
            </a:r>
            <a:r>
              <a:rPr lang="bg-BG" sz="3000" b="1" dirty="0"/>
              <a:t>функционалността</a:t>
            </a:r>
            <a:r>
              <a:rPr lang="bg-BG" sz="3000" dirty="0"/>
              <a:t> на </a:t>
            </a:r>
            <a:r>
              <a:rPr lang="en-US" sz="3000" b="1" dirty="0"/>
              <a:t>WordPress</a:t>
            </a:r>
            <a:endParaRPr lang="bg-BG" sz="3000" b="1" dirty="0"/>
          </a:p>
          <a:p>
            <a:pPr marL="360363" indent="-360363" fontAlgn="base">
              <a:buClr>
                <a:schemeClr val="bg2"/>
              </a:buClr>
            </a:pPr>
            <a:r>
              <a:rPr lang="bg-BG" sz="3000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Добавките </a:t>
            </a:r>
            <a:r>
              <a:rPr lang="bg-BG" sz="3000" dirty="0"/>
              <a:t>могат да се </a:t>
            </a:r>
            <a:r>
              <a:rPr lang="bg-BG" sz="3000" b="1" dirty="0"/>
              <a:t>активират</a:t>
            </a:r>
            <a:r>
              <a:rPr lang="bg-BG" sz="3000" dirty="0"/>
              <a:t>, </a:t>
            </a:r>
            <a:r>
              <a:rPr lang="bg-BG" sz="3000" b="1" dirty="0"/>
              <a:t>деактивират</a:t>
            </a:r>
            <a:r>
              <a:rPr lang="bg-BG" sz="3000" dirty="0"/>
              <a:t> и </a:t>
            </a:r>
            <a:r>
              <a:rPr lang="bg-BG" sz="3000" b="1" dirty="0"/>
              <a:t>премахват</a:t>
            </a:r>
            <a:endParaRPr lang="bg-BG" sz="3000" b="1" dirty="0">
              <a:solidFill>
                <a:schemeClr val="accent1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4" name="Slide 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bg-BG" dirty="0"/>
              <a:t>Обобщение</a:t>
            </a:r>
            <a:endParaRPr lang="en-US" dirty="0"/>
          </a:p>
        </p:txBody>
      </p:sp>
      <p:sp>
        <p:nvSpPr>
          <p:cNvPr id="2" name="Slide Number">
            <a:extLst>
              <a:ext uri="{FF2B5EF4-FFF2-40B4-BE49-F238E27FC236}">
                <a16:creationId xmlns:a16="http://schemas.microsoft.com/office/drawing/2014/main" id="{E369AAE7-BDDC-FE11-A61E-E20F7F6632E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11753030" y="650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000"/>
            </a:lvl1pPr>
          </a:lstStyle>
          <a:p>
            <a:fld id="{2BF067CD-8E6B-4360-9AA8-C5DF2A48A6D1}" type="slidenum">
              <a:rPr lang="en-US" noProof="0" smtClean="0"/>
              <a:pPr/>
              <a:t>20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272304989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Title">
            <a:extLst>
              <a:ext uri="{FF2B5EF4-FFF2-40B4-BE49-F238E27FC236}">
                <a16:creationId xmlns:a16="http://schemas.microsoft.com/office/drawing/2014/main" id="{FA0703FC-0F8F-4C80-A615-E4B381EC0E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/>
              <a:t>Въпроси</a:t>
            </a:r>
            <a:r>
              <a:rPr lang="en-US" dirty="0"/>
              <a:t>?</a:t>
            </a:r>
          </a:p>
        </p:txBody>
      </p:sp>
      <p:sp>
        <p:nvSpPr>
          <p:cNvPr id="2" name="Rectangle Bottom Copyright">
            <a:extLst>
              <a:ext uri="{FF2B5EF4-FFF2-40B4-BE49-F238E27FC236}">
                <a16:creationId xmlns:a16="http://schemas.microsoft.com/office/drawing/2014/main" id="{664812A4-2991-44D1-BFE9-32E55AADF8A5}"/>
              </a:ext>
            </a:extLst>
          </p:cNvPr>
          <p:cNvSpPr/>
          <p:nvPr/>
        </p:nvSpPr>
        <p:spPr>
          <a:xfrm>
            <a:off x="111000" y="6454758"/>
            <a:ext cx="11970000" cy="304242"/>
          </a:xfrm>
          <a:prstGeom prst="rect">
            <a:avLst/>
          </a:prstGeom>
        </p:spPr>
        <p:txBody>
          <a:bodyPr wrap="square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bg-BG" sz="1600" dirty="0">
                <a:solidFill>
                  <a:schemeClr val="bg2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Проект "</a:t>
            </a:r>
            <a:r>
              <a:rPr lang="bg-BG" sz="1600" dirty="0">
                <a:solidFill>
                  <a:schemeClr val="bg1">
                    <a:lumMod val="20000"/>
                    <a:lumOff val="80000"/>
                  </a:schemeClr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Arial" panose="020B0604020202020204" pitchFamily="34" charset="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Отворено учебно съдържание по програмиране и ИТ</a:t>
            </a:r>
            <a:r>
              <a:rPr lang="bg-BG" sz="1600" dirty="0">
                <a:solidFill>
                  <a:schemeClr val="bg2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", СофтУни Фондация (лиценз </a:t>
            </a:r>
            <a:r>
              <a:rPr lang="en-US" sz="1600" dirty="0">
                <a:solidFill>
                  <a:schemeClr val="bg2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CC-BY-NC-SA</a:t>
            </a:r>
            <a:r>
              <a:rPr lang="bg-BG" sz="1600" dirty="0">
                <a:solidFill>
                  <a:schemeClr val="bg2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)</a:t>
            </a:r>
            <a:endParaRPr lang="bg-BG" sz="2400" dirty="0">
              <a:solidFill>
                <a:schemeClr val="bg2"/>
              </a:solidFill>
              <a:effectLst/>
              <a:latin typeface="Calibri" panose="020F050202020403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7253497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">
            <a:extLst>
              <a:ext uri="{FF2B5EF4-FFF2-40B4-BE49-F238E27FC236}">
                <a16:creationId xmlns:a16="http://schemas.microsoft.com/office/drawing/2014/main" id="{F48C3C93-90A1-4D31-BEA6-B54D1106CE3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11753030" y="650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000"/>
            </a:lvl1pPr>
          </a:lstStyle>
          <a:p>
            <a:fld id="{2BF067CD-8E6B-4360-9AA8-C5DF2A48A6D1}" type="slidenum">
              <a:rPr lang="en-US" smtClean="0"/>
              <a:pPr/>
              <a:t>22</a:t>
            </a:fld>
            <a:endParaRPr lang="en-US" dirty="0"/>
          </a:p>
        </p:txBody>
      </p:sp>
      <p:sp>
        <p:nvSpPr>
          <p:cNvPr id="2" name="Slide Body">
            <a:extLst>
              <a:ext uri="{FF2B5EF4-FFF2-40B4-BE49-F238E27FC236}">
                <a16:creationId xmlns:a16="http://schemas.microsoft.com/office/drawing/2014/main" id="{980F49B1-E4BE-4389-A747-7AB9B71AD92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90402" y="1269001"/>
            <a:ext cx="9865598" cy="2474999"/>
          </a:xfrm>
        </p:spPr>
        <p:txBody>
          <a:bodyPr>
            <a:normAutofit/>
          </a:bodyPr>
          <a:lstStyle/>
          <a:p>
            <a:pPr>
              <a:lnSpc>
                <a:spcPct val="120000"/>
              </a:lnSpc>
            </a:pPr>
            <a:r>
              <a:rPr lang="bg-BG" sz="3200" dirty="0"/>
              <a:t>Този курс</a:t>
            </a:r>
            <a:r>
              <a:rPr lang="en-US" sz="3200" dirty="0"/>
              <a:t> (</a:t>
            </a:r>
            <a:r>
              <a:rPr lang="bg-BG" sz="3200" dirty="0"/>
              <a:t>презентации, примери, демонстрационен код, упражнения, домашни, видео и други активи</a:t>
            </a:r>
            <a:r>
              <a:rPr lang="en-US" sz="3200" dirty="0"/>
              <a:t>) </a:t>
            </a:r>
            <a:r>
              <a:rPr lang="bg-BG" sz="3200" dirty="0"/>
              <a:t>представлява</a:t>
            </a:r>
            <a:r>
              <a:rPr lang="en-US" sz="3200" dirty="0"/>
              <a:t> </a:t>
            </a:r>
            <a:r>
              <a:rPr lang="bg-BG" sz="3200" b="1" dirty="0"/>
              <a:t>свободно учебно съдържание </a:t>
            </a:r>
            <a:r>
              <a:rPr lang="bg-BG" sz="3200" dirty="0"/>
              <a:t>и се разпространява под свободен лиценз </a:t>
            </a:r>
            <a:r>
              <a:rPr lang="en-US" sz="3200" b="1" dirty="0"/>
              <a:t>CC-BY-NC-SA</a:t>
            </a:r>
            <a:endParaRPr lang="bg-BG" sz="3200" dirty="0"/>
          </a:p>
        </p:txBody>
      </p:sp>
      <p:pic>
        <p:nvPicPr>
          <p:cNvPr id="6" name="Picture License" descr="License">
            <a:extLst>
              <a:ext uri="{FF2B5EF4-FFF2-40B4-BE49-F238E27FC236}">
                <a16:creationId xmlns:a16="http://schemas.microsoft.com/office/drawing/2014/main" id="{82BA520F-A037-4E01-AA18-27D9F1E930A6}"/>
              </a:ext>
            </a:extLst>
          </p:cNvPr>
          <p:cNvPicPr>
            <a:picLocks noChangeAspect="1"/>
          </p:cNvPicPr>
          <p:nvPr/>
        </p:nvPicPr>
        <p:blipFill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26175" y="1440120"/>
            <a:ext cx="1198986" cy="1268880"/>
          </a:xfrm>
          <a:prstGeom prst="rect">
            <a:avLst/>
          </a:prstGeom>
        </p:spPr>
      </p:pic>
      <p:sp>
        <p:nvSpPr>
          <p:cNvPr id="3" name="Slide Title">
            <a:extLst>
              <a:ext uri="{FF2B5EF4-FFF2-40B4-BE49-F238E27FC236}">
                <a16:creationId xmlns:a16="http://schemas.microsoft.com/office/drawing/2014/main" id="{E5F1FB41-80C3-4816-BC47-CCC50632E6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/>
              <a:t>Лиценз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C18DF19-B750-4C88-975B-661A6BF61F5E}"/>
              </a:ext>
            </a:extLst>
          </p:cNvPr>
          <p:cNvSpPr txBox="1"/>
          <p:nvPr/>
        </p:nvSpPr>
        <p:spPr>
          <a:xfrm>
            <a:off x="190401" y="3927519"/>
            <a:ext cx="11710599" cy="1979644"/>
          </a:xfrm>
          <a:prstGeom prst="rect">
            <a:avLst/>
          </a:prstGeom>
          <a:noFill/>
          <a:ln w="12700">
            <a:noFill/>
          </a:ln>
        </p:spPr>
        <p:txBody>
          <a:bodyPr wrap="square">
            <a:spAutoFit/>
          </a:bodyPr>
          <a:lstStyle/>
          <a:p>
            <a:pPr marL="360363" indent="-360363" defTabSz="1218438">
              <a:lnSpc>
                <a:spcPct val="1200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§"/>
              <a:defRPr/>
            </a:pPr>
            <a:r>
              <a:rPr lang="bg-BG" sz="3200" dirty="0"/>
              <a:t>Проект "</a:t>
            </a:r>
            <a:r>
              <a:rPr lang="bg-BG" sz="3200" b="1" dirty="0"/>
              <a:t>Отворено учебно съдържание по програмиране и ИТ</a:t>
            </a:r>
            <a:r>
              <a:rPr lang="bg-BG" sz="3200" dirty="0"/>
              <a:t>" към Фондация "Софтуерен университет"</a:t>
            </a:r>
            <a:r>
              <a:rPr lang="en-US" sz="3200" dirty="0"/>
              <a:t>:</a:t>
            </a:r>
            <a:endParaRPr lang="bg-BG" sz="3200" dirty="0"/>
          </a:p>
          <a:p>
            <a:pPr marL="817563" lvl="1" indent="-360363" defTabSz="1218438">
              <a:lnSpc>
                <a:spcPct val="1200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§"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234465"/>
                </a:solidFill>
                <a:effectLst/>
                <a:uLnTx/>
                <a:uFillTx/>
                <a:latin typeface="Calibri"/>
                <a:ea typeface="+mn-ea"/>
                <a:cs typeface="+mn-cs"/>
                <a:hlinkClick r:id="rId4"/>
              </a:rPr>
              <a:t>https://github.com/BG-IT-Edu</a:t>
            </a:r>
            <a:endParaRPr kumimoji="0" lang="bg-BG" sz="3200" b="0" i="0" u="none" strike="noStrike" kern="1200" cap="none" spc="0" normalizeH="0" baseline="0" noProof="0" dirty="0">
              <a:ln>
                <a:noFill/>
              </a:ln>
              <a:solidFill>
                <a:srgbClr val="234465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pic>
        <p:nvPicPr>
          <p:cNvPr id="7" name="Picture 6" title="CC-BY-NC-SA License">
            <a:hlinkClick r:id="rId5" tooltip="This work is licensed under the &quot;Creative Commons Attribution-NonCommercial-ShareAlike 4.0 International&quot; license"/>
            <a:extLst>
              <a:ext uri="{FF2B5EF4-FFF2-40B4-BE49-F238E27FC236}">
                <a16:creationId xmlns:a16="http://schemas.microsoft.com/office/drawing/2014/main" id="{F6C77C47-F7D8-A176-5C69-7FDE5C7E800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31000" y="2908593"/>
            <a:ext cx="1989336" cy="696022"/>
          </a:xfrm>
          <a:prstGeom prst="roundRect">
            <a:avLst>
              <a:gd name="adj" fmla="val 3940"/>
            </a:avLst>
          </a:prstGeom>
          <a:solidFill>
            <a:srgbClr val="231F20">
              <a:alpha val="50000"/>
            </a:srgbClr>
          </a:solidFill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87927604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1.8|0.4|0.3|0.5|0.3|0.3|0.4|0.4"/>
</p:tagLst>
</file>

<file path=ppt/theme/theme1.xml><?xml version="1.0" encoding="utf-8"?>
<a:theme xmlns:a="http://schemas.openxmlformats.org/drawingml/2006/main" name="SoftUni">
  <a:themeElements>
    <a:clrScheme name="Custom 2">
      <a:dk1>
        <a:srgbClr val="234465"/>
      </a:dk1>
      <a:lt1>
        <a:srgbClr val="BF7800"/>
      </a:lt1>
      <a:dk2>
        <a:srgbClr val="234465"/>
      </a:dk2>
      <a:lt2>
        <a:srgbClr val="FFFFFF"/>
      </a:lt2>
      <a:accent1>
        <a:srgbClr val="FFA000"/>
      </a:accent1>
      <a:accent2>
        <a:srgbClr val="00B050"/>
      </a:accent2>
      <a:accent3>
        <a:srgbClr val="44A9F8"/>
      </a:accent3>
      <a:accent4>
        <a:srgbClr val="7030A0"/>
      </a:accent4>
      <a:accent5>
        <a:srgbClr val="67748E"/>
      </a:accent5>
      <a:accent6>
        <a:srgbClr val="F4F5F7"/>
      </a:accent6>
      <a:hlink>
        <a:srgbClr val="BF7800"/>
      </a:hlink>
      <a:folHlink>
        <a:srgbClr val="EF9511"/>
      </a:folHlink>
    </a:clrScheme>
    <a:fontScheme name="SoftUni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solidFill>
          <a:schemeClr val="dk2">
            <a:alpha val="80000"/>
          </a:schemeClr>
        </a:solidFill>
        <a:ln w="19050">
          <a:solidFill>
            <a:schemeClr val="tx1">
              <a:lumMod val="75000"/>
              <a:alpha val="80000"/>
            </a:schemeClr>
          </a:solidFill>
        </a:ln>
        <a:effectLst/>
      </a:spPr>
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 sz="2800" b="1" dirty="0">
            <a:solidFill>
              <a:srgbClr val="FFFFFF"/>
            </a:solidFill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</a:defRPr>
        </a:defPPr>
      </a:lstStyle>
      <a:style>
        <a:lnRef idx="2">
          <a:schemeClr val="accent1">
            <a:shade val="50000"/>
          </a:schemeClr>
        </a:lnRef>
        <a:fillRef idx="1001">
          <a:schemeClr val="dk2"/>
        </a:fillRef>
        <a:effectRef idx="0">
          <a:schemeClr val="accent1"/>
        </a:effectRef>
        <a:fontRef idx="minor">
          <a:schemeClr val="lt1"/>
        </a:fontRef>
      </a:style>
    </a:spDef>
    <a:txDef>
      <a:spPr>
        <a:solidFill>
          <a:schemeClr val="accent6">
            <a:lumMod val="75000"/>
            <a:alpha val="15000"/>
          </a:schemeClr>
        </a:solidFill>
        <a:ln w="12700">
          <a:solidFill>
            <a:schemeClr val="tx1">
              <a:lumMod val="75000"/>
            </a:schemeClr>
          </a:solidFill>
        </a:ln>
      </a:spPr>
      <a:bodyPr vert="horz" wrap="square" lIns="144000" tIns="108000" rIns="144000" bIns="108000" rtlCol="0">
        <a:spAutoFit/>
      </a:bodyPr>
      <a:lstStyle>
        <a:defPPr algn="l" eaLnBrk="0" hangingPunct="0">
          <a:lnSpc>
            <a:spcPct val="110000"/>
          </a:lnSpc>
          <a:buClr>
            <a:schemeClr val="accent5">
              <a:lumMod val="40000"/>
              <a:lumOff val="60000"/>
            </a:schemeClr>
          </a:buClr>
          <a:buSzPct val="70000"/>
          <a:defRPr sz="2400" dirty="0"/>
        </a:defPPr>
      </a:lstStyle>
    </a:txDef>
  </a:objectDefaults>
  <a:extraClrSchemeLst/>
  <a:extLst>
    <a:ext uri="{05A4C25C-085E-4340-85A3-A5531E510DB2}">
      <thm15:themeFamily xmlns:thm15="http://schemas.microsoft.com/office/thememl/2012/main" name="SoftUni" id="{D61FAD9B-6E74-4E03-BFE4-B363D484F1DA}" vid="{7089C1A3-635B-4B03-A017-DAF10A3A396B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60807</TotalTime>
  <Words>850</Words>
  <Application>Microsoft Macintosh PowerPoint</Application>
  <PresentationFormat>Widescreen</PresentationFormat>
  <Paragraphs>136</Paragraphs>
  <Slides>22</Slides>
  <Notes>14</Notes>
  <HiddenSlides>1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7" baseType="lpstr">
      <vt:lpstr>Arial</vt:lpstr>
      <vt:lpstr>Calibri</vt:lpstr>
      <vt:lpstr>Consolas</vt:lpstr>
      <vt:lpstr>Wingdings</vt:lpstr>
      <vt:lpstr>SoftUni</vt:lpstr>
      <vt:lpstr>WordPress теми и добавки</vt:lpstr>
      <vt:lpstr>Съдържание</vt:lpstr>
      <vt:lpstr>WordPress теми</vt:lpstr>
      <vt:lpstr>WordPress теми</vt:lpstr>
      <vt:lpstr>Елементи, които определя темата</vt:lpstr>
      <vt:lpstr>Избиране на подходяща тема</vt:lpstr>
      <vt:lpstr>Инсталиране и активиране на тема</vt:lpstr>
      <vt:lpstr>WordPress добавки</vt:lpstr>
      <vt:lpstr>WordPress добавки</vt:lpstr>
      <vt:lpstr>Примери за добавки</vt:lpstr>
      <vt:lpstr>Инсталиране и управление на добавка</vt:lpstr>
      <vt:lpstr>PowerPoint Presentation</vt:lpstr>
      <vt:lpstr>Тема vs. добавка</vt:lpstr>
      <vt:lpstr>Добри практики</vt:lpstr>
      <vt:lpstr>Добри практики</vt:lpstr>
      <vt:lpstr>Пример</vt:lpstr>
      <vt:lpstr>Промяна на външния вид</vt:lpstr>
      <vt:lpstr>Добавяне на функционалност</vt:lpstr>
      <vt:lpstr>Резултат</vt:lpstr>
      <vt:lpstr>Обобщение</vt:lpstr>
      <vt:lpstr>Въпроси?</vt:lpstr>
      <vt:lpstr>Лиценз</vt:lpstr>
    </vt:vector>
  </TitlesOfParts>
  <Manager/>
  <Company>BG-IT-Edu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WordPress теми и добавки</dc:title>
  <dc:subject>Модул 3: Информационни технологии</dc:subject>
  <dc:creator>BG-IT-Edu</dc:creator>
  <cp:keywords>programming; training; course</cp:keywords>
  <dc:description>Open Programming and IT Courseware for IT Teachers (BG-IT-Edu): https://github.com/BG-IT-Edu
With the kind support of SoftUni: https://softuni.bg</dc:description>
  <cp:lastModifiedBy>Mirela Damyanova</cp:lastModifiedBy>
  <cp:revision>461</cp:revision>
  <dcterms:created xsi:type="dcterms:W3CDTF">2018-05-23T13:08:44Z</dcterms:created>
  <dcterms:modified xsi:type="dcterms:W3CDTF">2026-08-21T11:04:55Z</dcterms:modified>
  <cp:category/>
</cp:coreProperties>
</file>