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  <Override PartName="/ppt/slides/slide6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docProps/custom.xml" ContentType="application/vnd.openxmlformats-officedocument.custom-propertie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4.xml" ContentType="application/vnd.openxmlformats-officedocument.presentationml.slide+xml"/>
  <Override PartName="/customXml/itemProps1.xml" ContentType="application/vnd.openxmlformats-officedocument.customXmlProperties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3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5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2"/>
  </p:sldMasterIdLst>
  <p:notesMasterIdLst>
    <p:notesMasterId r:id="rId15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</p:sldIdLst>
  <p:sldSz cx="12188825" cy="6858000"/>
  <p:notesSz cx="6858000" cy="9144000"/>
  <p:custDataLst>
    <p:custData r:id="rId1"/>
  </p:custDataLst>
  <p:defaultTextStyle>
    <a:defPPr>
      <a:defRPr lang="en-US"/>
    </a:defPPr>
    <a:lvl1pPr marL="0" algn="l" defTabSz="1218987" rtl="0">
      <a:defRPr sz="24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>
      <a:defRPr sz="24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>
      <a:defRPr sz="24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>
      <a:defRPr sz="24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>
      <a:defRPr sz="24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>
      <a:defRPr sz="24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>
      <a:defRPr sz="24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>
      <a:defRPr sz="24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>
      <a:defRPr sz="24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86" d="100"/>
          <a:sy n="86" d="100"/>
        </p:scale>
        <p:origin x="490" y="58"/>
      </p:cViewPr>
      <p:guideLst>
        <p:guide pos="2160" orient="horz"/>
        <p:guide pos="3839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slideMaster" Target="slideMasters/slideMaster1.xml"/><Relationship Id="rId3" Type="http://schemas.openxmlformats.org/officeDocument/2006/relationships/theme" Target="theme/theme1.xml"/><Relationship Id="rId4" Type="http://schemas.openxmlformats.org/officeDocument/2006/relationships/theme" Target="theme/theme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 /><Relationship Id="rId17" Type="http://schemas.openxmlformats.org/officeDocument/2006/relationships/tableStyles" Target="tableStyles.xml" /><Relationship Id="rId1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hyperlink" Target="https://softuni.foundation/" TargetMode="External"/><Relationship Id="rId3" Type="http://schemas.openxmlformats.org/officeDocument/2006/relationships/hyperlink" Target="http://creativecommons.org/licenses/by-nc-sa/4.0/" TargetMode="Externa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2657276" name="Slide Number Placeholder"/>
          <p:cNvSpPr>
            <a:spLocks noGrp="1"/>
          </p:cNvSpPr>
          <p:nvPr>
            <p:ph type="sldNum" sz="quarter" idx="5"/>
          </p:nvPr>
        </p:nvSpPr>
        <p:spPr bwMode="auto">
          <a:xfrm>
            <a:off x="6308999" y="8747999"/>
            <a:ext cx="547413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pPr>
              <a:defRPr/>
            </a:pPr>
            <a:fld id="{3EBA5BD7-F043-4D1B-AA17-CD412FC534DE}" type="slidenum">
              <a:rPr lang="en-US"/>
              <a:t>‹#›</a:t>
            </a:fld>
            <a:endParaRPr lang="en-US"/>
          </a:p>
        </p:txBody>
      </p:sp>
      <p:sp>
        <p:nvSpPr>
          <p:cNvPr id="1089205500" name="Footer Placeholder"/>
          <p:cNvSpPr>
            <a:spLocks noGrp="1"/>
          </p:cNvSpPr>
          <p:nvPr>
            <p:ph type="ftr" sz="quarter" idx="4"/>
          </p:nvPr>
        </p:nvSpPr>
        <p:spPr bwMode="auto"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pPr>
              <a:defRPr/>
            </a:pPr>
            <a:r>
              <a:rPr lang="en-US"/>
              <a:t>Created by the </a:t>
            </a:r>
            <a:r>
              <a:rPr lang="en-US" b="1"/>
              <a:t>Software University Foundation</a:t>
            </a:r>
            <a:r>
              <a:rPr lang="en-US"/>
              <a:t> – </a:t>
            </a:r>
            <a:r>
              <a:rPr lang="en-US" u="sng">
                <a:hlinkClick r:id="rId2" tooltip=""/>
              </a:rPr>
              <a:t>https://softuni.foundation</a:t>
            </a:r>
            <a:endParaRPr lang="en-US"/>
          </a:p>
          <a:p>
            <a:pPr>
              <a:defRPr/>
            </a:pPr>
            <a:r>
              <a:rPr lang="en-US"/>
              <a:t>This work is licensed under the </a:t>
            </a:r>
            <a:r>
              <a:rPr lang="en-US" u="sng">
                <a:hlinkClick r:id="rId3" tooltip=""/>
              </a:rPr>
              <a:t>Creative Commons Attribution-NonCommercial-ShareAlike</a:t>
            </a:r>
            <a:r>
              <a:rPr lang="en-US"/>
              <a:t> </a:t>
            </a:r>
            <a:r>
              <a:rPr lang="en-US"/>
              <a:t>license.</a:t>
            </a:r>
            <a:endParaRPr/>
          </a:p>
        </p:txBody>
      </p:sp>
      <p:sp>
        <p:nvSpPr>
          <p:cNvPr id="924488557" name="Slide Notes Placeholder"/>
          <p:cNvSpPr>
            <a:spLocks noGrp="1"/>
          </p:cNvSpPr>
          <p:nvPr>
            <p:ph type="body" sz="quarter" idx="3"/>
          </p:nvPr>
        </p:nvSpPr>
        <p:spPr bwMode="auto">
          <a:xfrm>
            <a:off x="381000" y="4343400"/>
            <a:ext cx="60960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048481924" name="Slide Image Placeholder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381748698" name="Date Placeholder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2520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000"/>
            </a:lvl1pPr>
          </a:lstStyle>
          <a:p>
            <a:pPr>
              <a:defRPr/>
            </a:pPr>
            <a:fld id="{F2D8D46A-B586-417D-BFBD-8C8FE0AAF762}" type="datetimeFigureOut">
              <a:rPr lang="en-US"/>
              <a:t>21-Nov-20</a:t>
            </a:fld>
            <a:endParaRPr lang="en-US"/>
          </a:p>
        </p:txBody>
      </p:sp>
      <p:sp>
        <p:nvSpPr>
          <p:cNvPr id="1706802018" name="Header Placeholder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2520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000"/>
            </a:lvl1pPr>
          </a:lstStyle>
          <a:p>
            <a:pPr>
              <a:defRPr/>
            </a:pPr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 ftr="1" hdr="0" sldNum="1"/>
  <p:notesStyle>
    <a:lvl1pPr marL="0" algn="l" defTabSz="1218987" rtl="0">
      <a:defRPr sz="1600">
        <a:solidFill>
          <a:schemeClr val="tx1"/>
        </a:solidFill>
        <a:latin typeface="+mn-lt"/>
        <a:ea typeface="+mn-ea"/>
        <a:cs typeface="+mn-cs"/>
      </a:defRPr>
    </a:lvl1pPr>
    <a:lvl2pPr marL="177800" indent="0" algn="l" defTabSz="1218987" rtl="0">
      <a:defRPr sz="1600">
        <a:solidFill>
          <a:schemeClr val="tx1"/>
        </a:solidFill>
        <a:latin typeface="+mn-lt"/>
        <a:ea typeface="+mn-ea"/>
        <a:cs typeface="+mn-cs"/>
      </a:defRPr>
    </a:lvl2pPr>
    <a:lvl3pPr marL="361950" indent="0" algn="l" defTabSz="1218987" rtl="0">
      <a:defRPr sz="1600">
        <a:solidFill>
          <a:schemeClr val="tx1"/>
        </a:solidFill>
        <a:latin typeface="+mn-lt"/>
        <a:ea typeface="+mn-ea"/>
        <a:cs typeface="+mn-cs"/>
      </a:defRPr>
    </a:lvl3pPr>
    <a:lvl4pPr marL="539750" indent="0" algn="l" defTabSz="1218987" rtl="0">
      <a:defRPr sz="1600">
        <a:solidFill>
          <a:schemeClr val="tx1"/>
        </a:solidFill>
        <a:latin typeface="+mn-lt"/>
        <a:ea typeface="+mn-ea"/>
        <a:cs typeface="+mn-cs"/>
      </a:defRPr>
    </a:lvl4pPr>
    <a:lvl5pPr marL="717550" indent="0" algn="l" defTabSz="1218987" rtl="0">
      <a:defRPr sz="16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>
      <a:defRPr sz="16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>
      <a:defRPr sz="16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>
      <a:defRPr sz="16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>
      <a:defRPr sz="16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Relationship Id="rId3" Type="http://schemas.openxmlformats.org/officeDocument/2006/relationships/hyperlink" Target="https://softuni.foundation/" TargetMode="External"/><Relationship Id="rId4" Type="http://schemas.openxmlformats.org/officeDocument/2006/relationships/hyperlink" Target="http://creativecommons.org/licenses/by-nc-sa/4.0/" TargetMode="Externa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Relationship Id="rId3" Type="http://schemas.openxmlformats.org/officeDocument/2006/relationships/hyperlink" Target="https://softuni.foundation/" TargetMode="External"/><Relationship Id="rId4" Type="http://schemas.openxmlformats.org/officeDocument/2006/relationships/hyperlink" Target="http://creativecommons.org/licenses/by-nc-sa/4.0/" TargetMode="Externa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Relationship Id="rId3" Type="http://schemas.openxmlformats.org/officeDocument/2006/relationships/hyperlink" Target="https://softuni.foundation/" TargetMode="External"/><Relationship Id="rId4" Type="http://schemas.openxmlformats.org/officeDocument/2006/relationships/hyperlink" Target="http://creativecommons.org/licenses/by-nc-sa/4.0/" TargetMode="Externa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Relationship Id="rId3" Type="http://schemas.openxmlformats.org/officeDocument/2006/relationships/hyperlink" Target="https://softuni.foundation/" TargetMode="External"/><Relationship Id="rId4" Type="http://schemas.openxmlformats.org/officeDocument/2006/relationships/hyperlink" Target="http://creativecommons.org/licenses/by-nc-sa/4.0/" TargetMode="Externa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Relationship Id="rId3" Type="http://schemas.openxmlformats.org/officeDocument/2006/relationships/hyperlink" Target="https://softuni.foundation/" TargetMode="External"/><Relationship Id="rId4" Type="http://schemas.openxmlformats.org/officeDocument/2006/relationships/hyperlink" Target="http://creativecommons.org/licenses/by-nc-sa/4.0/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434646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192604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15038273" name="Slide Number Placeholder 5"/>
          <p:cNvSpPr>
            <a:spLocks noGrp="1"/>
          </p:cNvSpPr>
          <p:nvPr>
            <p:ph type="sldNum" sz="quarter" idx="11"/>
          </p:nvPr>
        </p:nvSpPr>
        <p:spPr bwMode="auto"/>
        <p:txBody>
          <a:bodyPr/>
          <a:lstStyle/>
          <a:p>
            <a:pPr>
              <a:defRPr/>
            </a:pPr>
            <a:fld id="{3EBA5BD7-F043-4D1B-AA17-CD412FC534DE}" type="slidenum">
              <a:rPr lang="en-US">
                <a:solidFill>
                  <a:prstClr val="black"/>
                </a:solidFill>
              </a:rPr>
              <a:t>1</a:t>
            </a:fld>
            <a:endParaRPr lang="en-US">
              <a:solidFill>
                <a:prstClr val="black"/>
              </a:solidFill>
            </a:endParaRPr>
          </a:p>
        </p:txBody>
      </p:sp>
      <p:sp>
        <p:nvSpPr>
          <p:cNvPr id="151891583" name="Footer Placeholder"/>
          <p:cNvSpPr>
            <a:spLocks noGrp="1"/>
          </p:cNvSpPr>
          <p:nvPr>
            <p:ph type="ftr" sz="quarter" idx="4"/>
          </p:nvPr>
        </p:nvSpPr>
        <p:spPr bwMode="auto"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pPr>
              <a:defRPr/>
            </a:pPr>
            <a:r>
              <a:rPr lang="en-US"/>
              <a:t>Created by the </a:t>
            </a:r>
            <a:r>
              <a:rPr lang="en-US" b="1"/>
              <a:t>Software University Foundation</a:t>
            </a:r>
            <a:r>
              <a:rPr lang="en-US"/>
              <a:t> – </a:t>
            </a:r>
            <a:r>
              <a:rPr lang="en-US" u="sng">
                <a:hlinkClick r:id="rId3" tooltip=""/>
              </a:rPr>
              <a:t>https://softuni.foundation</a:t>
            </a:r>
            <a:endParaRPr lang="en-US"/>
          </a:p>
          <a:p>
            <a:pPr>
              <a:defRPr/>
            </a:pPr>
            <a:r>
              <a:rPr lang="en-US"/>
              <a:t>This work is licensed under the </a:t>
            </a:r>
            <a:r>
              <a:rPr lang="en-US" u="sng">
                <a:hlinkClick r:id="rId4" tooltip=""/>
              </a:rPr>
              <a:t>Creative Commons Attribution-NonCommercial-ShareAlike</a:t>
            </a:r>
            <a:r>
              <a:rPr lang="en-US"/>
              <a:t> </a:t>
            </a:r>
            <a:r>
              <a:rPr lang="en-US"/>
              <a:t>license.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5148210" name="Rectangle 2"/>
          <p:cNvSpPr>
            <a:spLocks noChangeArrowheads="1" noChangeAspect="1" noGrp="1" noRot="1" noTextEdit="1"/>
          </p:cNvSpPr>
          <p:nvPr>
            <p:ph type="sldImg"/>
          </p:nvPr>
        </p:nvSpPr>
        <p:spPr bwMode="auto"/>
      </p:sp>
      <p:sp>
        <p:nvSpPr>
          <p:cNvPr id="1911673683" name="Rectangle 3"/>
          <p:cNvSpPr>
            <a:spLocks noChangeArrowheads="1"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bg-BG"/>
          </a:p>
        </p:txBody>
      </p:sp>
      <p:sp>
        <p:nvSpPr>
          <p:cNvPr id="387341806" name="Footer Placeholder"/>
          <p:cNvSpPr>
            <a:spLocks noGrp="1"/>
          </p:cNvSpPr>
          <p:nvPr>
            <p:ph type="ftr" sz="quarter" idx="4"/>
          </p:nvPr>
        </p:nvSpPr>
        <p:spPr bwMode="auto"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pPr>
              <a:defRPr/>
            </a:pPr>
            <a:r>
              <a:rPr lang="en-US"/>
              <a:t>Created by the </a:t>
            </a:r>
            <a:r>
              <a:rPr lang="en-US" b="1"/>
              <a:t>Software University Foundation</a:t>
            </a:r>
            <a:r>
              <a:rPr lang="en-US"/>
              <a:t> – </a:t>
            </a:r>
            <a:r>
              <a:rPr lang="en-US" u="sng">
                <a:hlinkClick r:id="rId3" tooltip=""/>
              </a:rPr>
              <a:t>https://softuni.foundation</a:t>
            </a:r>
            <a:endParaRPr lang="en-US"/>
          </a:p>
          <a:p>
            <a:pPr>
              <a:defRPr/>
            </a:pPr>
            <a:r>
              <a:rPr lang="en-US"/>
              <a:t>This work is licensed under the </a:t>
            </a:r>
            <a:r>
              <a:rPr lang="en-US" u="sng">
                <a:hlinkClick r:id="rId4" tooltip=""/>
              </a:rPr>
              <a:t>Creative Commons Attribution-NonCommercial-ShareAlike</a:t>
            </a:r>
            <a:r>
              <a:rPr lang="en-US"/>
              <a:t> </a:t>
            </a:r>
            <a:r>
              <a:rPr lang="en-US"/>
              <a:t>license.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EE807E4-1D6D-EA56-76B4-26CB12630E5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BE5B05-851F-5895-120B-41ABBF3637A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B7B3BE-EAA7-BC4D-4304-6DF30688919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1AECFB5-216D-2606-5CD7-41DA7C32AB4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2F0EA77-00CA-C050-5CFB-F75F4603A35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767468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547016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03033722" name="Footer Placeholder"/>
          <p:cNvSpPr>
            <a:spLocks noGrp="1"/>
          </p:cNvSpPr>
          <p:nvPr>
            <p:ph type="ftr" sz="quarter" idx="4"/>
          </p:nvPr>
        </p:nvSpPr>
        <p:spPr bwMode="auto"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pPr>
              <a:defRPr/>
            </a:pPr>
            <a:r>
              <a:rPr lang="en-US"/>
              <a:t>Created by the </a:t>
            </a:r>
            <a:r>
              <a:rPr lang="en-US" b="1"/>
              <a:t>Software University Foundation</a:t>
            </a:r>
            <a:r>
              <a:rPr lang="en-US"/>
              <a:t> – </a:t>
            </a:r>
            <a:r>
              <a:rPr lang="en-US" u="sng">
                <a:hlinkClick r:id="rId3" tooltip=""/>
              </a:rPr>
              <a:t>https://softuni.foundation</a:t>
            </a:r>
            <a:endParaRPr lang="en-US"/>
          </a:p>
          <a:p>
            <a:pPr>
              <a:defRPr/>
            </a:pPr>
            <a:r>
              <a:rPr lang="en-US"/>
              <a:t>This work is licensed under the </a:t>
            </a:r>
            <a:r>
              <a:rPr lang="en-US" u="sng">
                <a:hlinkClick r:id="rId4" tooltip=""/>
              </a:rPr>
              <a:t>Creative Commons Attribution-NonCommercial-ShareAlike</a:t>
            </a:r>
            <a:r>
              <a:rPr lang="en-US"/>
              <a:t> </a:t>
            </a:r>
            <a:r>
              <a:rPr lang="en-US"/>
              <a:t>license.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574213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32903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69793407" name="Slide Number Placeholder 4"/>
          <p:cNvSpPr>
            <a:spLocks noGrp="1"/>
          </p:cNvSpPr>
          <p:nvPr>
            <p:ph type="sldNum" sz="quarter" idx="11"/>
          </p:nvPr>
        </p:nvSpPr>
        <p:spPr bwMode="auto"/>
        <p:txBody>
          <a:bodyPr/>
          <a:lstStyle/>
          <a:p>
            <a:pPr>
              <a:defRPr/>
            </a:pPr>
            <a:fld id="{3EBA5BD7-F043-4D1B-AA17-CD412FC534DE}" type="slidenum">
              <a:rPr lang="en-US">
                <a:solidFill>
                  <a:prstClr val="black"/>
                </a:solidFill>
              </a:rPr>
              <a:t>9</a:t>
            </a:fld>
            <a:endParaRPr lang="en-US">
              <a:solidFill>
                <a:prstClr val="black"/>
              </a:solidFill>
            </a:endParaRPr>
          </a:p>
        </p:txBody>
      </p:sp>
      <p:sp>
        <p:nvSpPr>
          <p:cNvPr id="1344488097" name="Footer Placeholder"/>
          <p:cNvSpPr>
            <a:spLocks noGrp="1"/>
          </p:cNvSpPr>
          <p:nvPr>
            <p:ph type="ftr" sz="quarter" idx="4"/>
          </p:nvPr>
        </p:nvSpPr>
        <p:spPr bwMode="auto"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pPr>
              <a:defRPr/>
            </a:pPr>
            <a:r>
              <a:rPr lang="en-US"/>
              <a:t>Created by the </a:t>
            </a:r>
            <a:r>
              <a:rPr lang="en-US" b="1"/>
              <a:t>Software University Foundation</a:t>
            </a:r>
            <a:r>
              <a:rPr lang="en-US"/>
              <a:t> – </a:t>
            </a:r>
            <a:r>
              <a:rPr lang="en-US" u="sng">
                <a:hlinkClick r:id="rId3" tooltip=""/>
              </a:rPr>
              <a:t>https://softuni.foundation</a:t>
            </a:r>
            <a:endParaRPr lang="en-US"/>
          </a:p>
          <a:p>
            <a:pPr>
              <a:defRPr/>
            </a:pPr>
            <a:r>
              <a:rPr lang="en-US"/>
              <a:t>This work is licensed under the </a:t>
            </a:r>
            <a:r>
              <a:rPr lang="en-US" u="sng">
                <a:hlinkClick r:id="rId4" tooltip=""/>
              </a:rPr>
              <a:t>Creative Commons Attribution-NonCommercial-ShareAlike</a:t>
            </a:r>
            <a:r>
              <a:rPr lang="en-US"/>
              <a:t> </a:t>
            </a:r>
            <a:r>
              <a:rPr lang="en-US"/>
              <a:t>license.</a:t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414964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445193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94179959" name="Slide Number Placeholder 4"/>
          <p:cNvSpPr>
            <a:spLocks noGrp="1"/>
          </p:cNvSpPr>
          <p:nvPr>
            <p:ph type="sldNum" sz="quarter" idx="11"/>
          </p:nvPr>
        </p:nvSpPr>
        <p:spPr bwMode="auto"/>
        <p:txBody>
          <a:bodyPr/>
          <a:lstStyle/>
          <a:p>
            <a:pPr>
              <a:defRPr/>
            </a:pPr>
            <a:fld id="{3EBA5BD7-F043-4D1B-AA17-CD412FC534DE}" type="slidenum">
              <a:rPr lang="en-US"/>
              <a:t>10</a:t>
            </a:fld>
            <a:endParaRPr lang="en-US"/>
          </a:p>
        </p:txBody>
      </p:sp>
      <p:sp>
        <p:nvSpPr>
          <p:cNvPr id="1100342574" name="Footer Placeholder"/>
          <p:cNvSpPr>
            <a:spLocks noGrp="1"/>
          </p:cNvSpPr>
          <p:nvPr>
            <p:ph type="ftr" sz="quarter" idx="4"/>
          </p:nvPr>
        </p:nvSpPr>
        <p:spPr bwMode="auto"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pPr>
              <a:defRPr/>
            </a:pPr>
            <a:r>
              <a:rPr lang="en-US"/>
              <a:t>Created by the </a:t>
            </a:r>
            <a:r>
              <a:rPr lang="en-US" b="1"/>
              <a:t>Software University Foundation</a:t>
            </a:r>
            <a:r>
              <a:rPr lang="en-US"/>
              <a:t> – </a:t>
            </a:r>
            <a:r>
              <a:rPr lang="en-US" u="sng">
                <a:hlinkClick r:id="rId3" tooltip=""/>
              </a:rPr>
              <a:t>https://softuni.foundation</a:t>
            </a:r>
            <a:endParaRPr lang="en-US"/>
          </a:p>
          <a:p>
            <a:pPr>
              <a:defRPr/>
            </a:pPr>
            <a:r>
              <a:rPr lang="en-US"/>
              <a:t>This work is licensed under the </a:t>
            </a:r>
            <a:r>
              <a:rPr lang="en-US" u="sng">
                <a:hlinkClick r:id="rId4" tooltip=""/>
              </a:rPr>
              <a:t>Creative Commons Attribution-NonCommercial-ShareAlike</a:t>
            </a:r>
            <a:r>
              <a:rPr lang="en-US"/>
              <a:t> </a:t>
            </a:r>
            <a:r>
              <a:rPr lang="en-US"/>
              <a:t>license.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hyperlink" Target="http://softuni.bg/" TargetMode="External"/><Relationship Id="rId4" Type="http://schemas.openxmlformats.org/officeDocument/2006/relationships/hyperlink" Target="http://softuni.org/" TargetMode="External"/><Relationship Id="rId5" Type="http://schemas.openxmlformats.org/officeDocument/2006/relationships/hyperlink" Target="http://www.nakov.com/" TargetMode="External"/><Relationship Id="rId6" Type="http://schemas.openxmlformats.org/officeDocument/2006/relationships/hyperlink" Target="http://forum.softuni.bg/" TargetMode="External"/><Relationship Id="rId7" Type="http://schemas.openxmlformats.org/officeDocument/2006/relationships/hyperlink" Target="http://judge.softuni.bg/" TargetMode="External"/><Relationship Id="rId8" Type="http://schemas.openxmlformats.org/officeDocument/2006/relationships/hyperlink" Target="https://www.facebook.com/SoftwareUniversity" TargetMode="External"/><Relationship Id="rId9" Type="http://schemas.openxmlformats.org/officeDocument/2006/relationships/hyperlink" Target="https://twitter.com/softunibg" TargetMode="External"/><Relationship Id="rId10" Type="http://schemas.openxmlformats.org/officeDocument/2006/relationships/hyperlink" Target="http://www.youtube.com/SoftwareUniversity" TargetMode="External"/><Relationship Id="rId11" Type="http://schemas.openxmlformats.org/officeDocument/2006/relationships/hyperlink" Target="http://www.introprogramming.info/" TargetMode="External"/><Relationship Id="rId12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Presentation Title Slide">
    <p:bg bwMode="grayWhite"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1792715" name="Company Web Site Placeholder"/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760412" y="5735767"/>
            <a:ext cx="3187613" cy="331235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spAutoFit/>
          </a:bodyPr>
          <a:lstStyle>
            <a:lvl1pPr marL="0" indent="0" algn="l" rtl="0">
              <a:spcBef>
                <a:spcPts val="0"/>
              </a:spcBef>
              <a:spcAft>
                <a:spcPts val="0"/>
              </a:spcAft>
              <a:buNone/>
              <a:defRPr lang="en-US" sz="1600" b="1">
                <a:solidFill>
                  <a:srgbClr val="F27A44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>
              <a:defRPr/>
            </a:pPr>
            <a:r>
              <a:rPr lang="en-US"/>
              <a:t>Company Web Site</a:t>
            </a:r>
            <a:endParaRPr/>
          </a:p>
        </p:txBody>
      </p:sp>
      <p:sp>
        <p:nvSpPr>
          <p:cNvPr id="1673878058" name="Company Name Placeholder"/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760412" y="5394605"/>
            <a:ext cx="3187613" cy="363552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spAutoFit/>
          </a:bodyPr>
          <a:lstStyle>
            <a:lvl1pPr marL="0" indent="0" algn="l" rtl="0">
              <a:spcBef>
                <a:spcPts val="0"/>
              </a:spcBef>
              <a:spcAft>
                <a:spcPts val="0"/>
              </a:spcAft>
              <a:buNone/>
              <a:defRPr lang="en-US" sz="1800" b="1">
                <a:solidFill>
                  <a:srgbClr val="F27A44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>
              <a:defRPr/>
            </a:pPr>
            <a:r>
              <a:rPr lang="en-US"/>
              <a:t>Company Name</a:t>
            </a:r>
            <a:endParaRPr/>
          </a:p>
        </p:txBody>
      </p:sp>
      <p:sp>
        <p:nvSpPr>
          <p:cNvPr id="1871495823" name="Author Web Site Placeholder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760412" y="5024988"/>
            <a:ext cx="3187613" cy="369235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spAutoFit/>
          </a:bodyPr>
          <a:lstStyle>
            <a:lvl1pPr marL="0" indent="0" algn="l" rtl="0">
              <a:spcBef>
                <a:spcPts val="0"/>
              </a:spcBef>
              <a:spcAft>
                <a:spcPts val="0"/>
              </a:spcAft>
              <a:buNone/>
              <a:defRPr lang="en-US" sz="2000" b="1">
                <a:solidFill>
                  <a:schemeClr val="accent1">
                    <a:lumMod val="40000"/>
                    <a:lumOff val="6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>
              <a:defRPr/>
            </a:pPr>
            <a:r>
              <a:rPr lang="en-US"/>
              <a:t>Web Site</a:t>
            </a:r>
            <a:endParaRPr/>
          </a:p>
        </p:txBody>
      </p:sp>
      <p:sp>
        <p:nvSpPr>
          <p:cNvPr id="1188057022" name="Author Position Placeholder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760413" y="4668556"/>
            <a:ext cx="3187614" cy="375194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spAutoFit/>
          </a:bodyPr>
          <a:lstStyle>
            <a:lvl1pPr marL="0" indent="0" algn="l" rtl="0">
              <a:spcBef>
                <a:spcPts val="0"/>
              </a:spcBef>
              <a:spcAft>
                <a:spcPts val="0"/>
              </a:spcAft>
              <a:buNone/>
              <a:defRPr lang="en-US" sz="2300" b="1">
                <a:solidFill>
                  <a:srgbClr val="F4B36C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>
              <a:defRPr/>
            </a:pPr>
            <a:r>
              <a:rPr lang="en-US"/>
              <a:t>Position</a:t>
            </a:r>
            <a:endParaRPr/>
          </a:p>
        </p:txBody>
      </p:sp>
      <p:sp>
        <p:nvSpPr>
          <p:cNvPr id="552926185" name="Author Name Placeholder"/>
          <p:cNvSpPr>
            <a:spLocks noGrp="1"/>
          </p:cNvSpPr>
          <p:nvPr>
            <p:ph type="body" sz="quarter" idx="10" hasCustomPrompt="1"/>
          </p:nvPr>
        </p:nvSpPr>
        <p:spPr bwMode="auto">
          <a:xfrm>
            <a:off x="760412" y="4176826"/>
            <a:ext cx="3187613" cy="499649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b" anchorCtr="0">
            <a:spAutoFit/>
          </a:bodyPr>
          <a:lstStyle>
            <a:lvl1pPr marL="0" indent="0" algn="l" rtl="0">
              <a:spcBef>
                <a:spcPts val="0"/>
              </a:spcBef>
              <a:spcAft>
                <a:spcPts val="0"/>
              </a:spcAft>
              <a:buNone/>
              <a:defRPr lang="en-US" sz="2800" b="1">
                <a:solidFill>
                  <a:srgbClr val="EE792A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>
              <a:defRPr/>
            </a:pPr>
            <a:r>
              <a:rPr lang="en-US"/>
              <a:t>Author Name</a:t>
            </a:r>
            <a:endParaRPr/>
          </a:p>
        </p:txBody>
      </p:sp>
      <p:sp>
        <p:nvSpPr>
          <p:cNvPr id="553463267" name="Slide Picture Placeholder"/>
          <p:cNvSpPr>
            <a:spLocks noGrp="1"/>
          </p:cNvSpPr>
          <p:nvPr>
            <p:ph type="pic" sz="quarter" idx="16" hasCustomPrompt="1"/>
          </p:nvPr>
        </p:nvSpPr>
        <p:spPr bwMode="auto">
          <a:xfrm>
            <a:off x="4366413" y="4191000"/>
            <a:ext cx="7382341" cy="1905000"/>
          </a:xfrm>
          <a:prstGeom prst="rect">
            <a:avLst/>
          </a:prstGeom>
        </p:spPr>
        <p:txBody>
          <a:bodyPr lIns="108000" tIns="36000" rIns="108000" bIns="36000"/>
          <a:lstStyle>
            <a:lvl1pPr marL="0" indent="0">
              <a:buNone/>
              <a:defRPr/>
            </a:lvl1pPr>
          </a:lstStyle>
          <a:p>
            <a:pPr>
              <a:defRPr/>
            </a:pPr>
            <a:r>
              <a:rPr lang="en-US"/>
              <a:t>Insert a Picture Here</a:t>
            </a:r>
            <a:endParaRPr/>
          </a:p>
        </p:txBody>
      </p:sp>
      <p:sp>
        <p:nvSpPr>
          <p:cNvPr id="442341440" name="Presentation Subtitle"/>
          <p:cNvSpPr>
            <a:spLocks noGrp="1"/>
          </p:cNvSpPr>
          <p:nvPr>
            <p:ph type="subTitle" idx="1" hasCustomPrompt="1"/>
          </p:nvPr>
        </p:nvSpPr>
        <p:spPr bwMode="auto">
          <a:xfrm>
            <a:off x="4366413" y="2346299"/>
            <a:ext cx="7382341" cy="1752599"/>
          </a:xfrm>
        </p:spPr>
        <p:txBody>
          <a:bodyPr lIns="0" tIns="0" rIns="0" bIns="0">
            <a:normAutofit/>
          </a:bodyPr>
          <a:lstStyle>
            <a:lvl1pPr marL="0" indent="0" algn="r">
              <a:spcBef>
                <a:spcPts val="0"/>
              </a:spcBef>
              <a:buNone/>
              <a:defRPr sz="4000" cap="none" spc="200">
                <a:solidFill>
                  <a:schemeClr val="accent1"/>
                </a:solidFill>
              </a:defRPr>
            </a:lvl1pPr>
            <a:lvl2pPr marL="609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1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7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3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9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5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1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Presentation Subtitle</a:t>
            </a:r>
            <a:endParaRPr/>
          </a:p>
        </p:txBody>
      </p:sp>
      <p:sp>
        <p:nvSpPr>
          <p:cNvPr id="113710137" name="Presentation Title"/>
          <p:cNvSpPr>
            <a:spLocks noGrp="1"/>
          </p:cNvSpPr>
          <p:nvPr>
            <p:ph type="ctrTitle" hasCustomPrompt="1"/>
          </p:nvPr>
        </p:nvSpPr>
        <p:spPr bwMode="auto">
          <a:xfrm>
            <a:off x="4366413" y="314301"/>
            <a:ext cx="7382341" cy="2000251"/>
          </a:xfrm>
        </p:spPr>
        <p:txBody>
          <a:bodyPr lIns="0" tIns="0" rIns="0" bIns="0">
            <a:normAutofit/>
          </a:bodyPr>
          <a:lstStyle>
            <a:lvl1pPr algn="r">
              <a:defRPr sz="5400">
                <a:solidFill>
                  <a:srgbClr val="F6D18E"/>
                </a:solidFill>
              </a:defRPr>
            </a:lvl1pPr>
          </a:lstStyle>
          <a:p>
            <a:pPr>
              <a:defRPr/>
            </a:pPr>
            <a:r>
              <a:rPr lang="en-US"/>
              <a:t>Presentation Title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Title and Content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4121176" name="Slide Number Placeholder"/>
          <p:cNvSpPr>
            <a:spLocks noGrp="1"/>
          </p:cNvSpPr>
          <p:nvPr>
            <p:ph type="sldNum" sz="quarter" idx="4"/>
          </p:nvPr>
        </p:nvSpPr>
        <p:spPr bwMode="auto">
          <a:xfrm>
            <a:off x="11566412" y="6525002"/>
            <a:ext cx="428822" cy="196477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014DD1E-5D91-48A3-AD6D-45FBA980D106}" type="slidenum">
              <a:rPr lang="en-US">
                <a:solidFill>
                  <a:prstClr val="white">
                    <a:tint val="75000"/>
                  </a:prstClr>
                </a:solidFill>
              </a:rPr>
              <a:t>‹#›</a:t>
            </a:fld>
            <a:endParaRPr lang="en-US">
              <a:solidFill>
                <a:prstClr val="white">
                  <a:tint val="75000"/>
                </a:prstClr>
              </a:solidFill>
            </a:endParaRPr>
          </a:p>
        </p:txBody>
      </p:sp>
      <p:sp>
        <p:nvSpPr>
          <p:cNvPr id="303255626" name="Slide Content Placeholder"/>
          <p:cNvSpPr>
            <a:spLocks noGrp="1"/>
          </p:cNvSpPr>
          <p:nvPr>
            <p:ph idx="1" hasCustomPrompt="1"/>
          </p:nvPr>
        </p:nvSpPr>
        <p:spPr bwMode="auto">
          <a:xfrm>
            <a:off x="190413" y="1151121"/>
            <a:ext cx="11804822" cy="5570355"/>
          </a:xfrm>
        </p:spPr>
        <p:txBody>
          <a:bodyPr/>
          <a:lstStyle>
            <a:lvl1pPr>
              <a:defRPr sz="3400"/>
            </a:lvl1pPr>
            <a:lvl2pPr>
              <a:defRPr sz="3200"/>
            </a:lvl2pPr>
            <a:lvl3pPr>
              <a:defRPr sz="3000"/>
            </a:lvl3pPr>
            <a:lvl4pPr>
              <a:defRPr sz="2800"/>
            </a:lvl4pPr>
            <a:lvl5pPr>
              <a:defRPr sz="2600"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>
              <a:defRPr/>
            </a:pPr>
            <a:r>
              <a:rPr lang="en-US"/>
              <a:t>First Level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Level`</a:t>
            </a:r>
            <a:endParaRPr/>
          </a:p>
        </p:txBody>
      </p:sp>
      <p:sp>
        <p:nvSpPr>
          <p:cNvPr id="820185946" name="Slide Title"/>
          <p:cNvSpPr>
            <a:spLocks noGrp="1"/>
          </p:cNvSpPr>
          <p:nvPr>
            <p:ph type="title" hasCustomPrompt="1"/>
          </p:nvPr>
        </p:nvSpPr>
        <p:spPr bwMode="auto">
          <a:xfrm>
            <a:off x="188815" y="40341"/>
            <a:ext cx="11804822" cy="1110780"/>
          </a:xfrm>
        </p:spPr>
        <p:txBody>
          <a:bodyPr/>
          <a:lstStyle>
            <a:lvl1pPr>
              <a:defRPr>
                <a:solidFill>
                  <a:srgbClr val="F3BE60"/>
                </a:solidFill>
              </a:defRPr>
            </a:lvl1pPr>
          </a:lstStyle>
          <a:p>
            <a:pPr>
              <a:defRPr/>
            </a:pPr>
            <a:r>
              <a:rPr lang="en-US"/>
              <a:t>Slide Title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Title Slide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416350" name="Slide Subtitle"/>
          <p:cNvSpPr>
            <a:spLocks noGrp="1"/>
          </p:cNvSpPr>
          <p:nvPr>
            <p:ph type="body" idx="1" hasCustomPrompt="1"/>
          </p:nvPr>
        </p:nvSpPr>
        <p:spPr bwMode="auto">
          <a:xfrm>
            <a:off x="912812" y="5754968"/>
            <a:ext cx="10363200" cy="719034"/>
          </a:xfrm>
        </p:spPr>
        <p:txBody>
          <a:bodyPr wrap="square" lIns="36000" tIns="36000" rIns="36000" bIns="36000" anchor="t">
            <a:spAutoFit/>
          </a:bodyPr>
          <a:lstStyle>
            <a:lvl1pPr marL="0" indent="0" algn="ctr">
              <a:spcBef>
                <a:spcPts val="0"/>
              </a:spcBef>
              <a:buNone/>
              <a:defRPr sz="4000" cap="none" spc="200">
                <a:solidFill>
                  <a:schemeClr val="accent1"/>
                </a:solidFill>
              </a:defRPr>
            </a:lvl1pPr>
            <a:lvl2pPr marL="609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2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3pPr>
            <a:lvl4pPr marL="1828164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4pPr>
            <a:lvl5pPr marL="2437764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5pPr>
            <a:lvl6pPr marL="3047365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6pPr>
            <a:lvl7pPr marL="3656965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7pPr>
            <a:lvl8pPr marL="4266565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8pPr>
            <a:lvl9pPr marL="4876165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Section Subtitle</a:t>
            </a:r>
            <a:endParaRPr/>
          </a:p>
        </p:txBody>
      </p:sp>
      <p:sp>
        <p:nvSpPr>
          <p:cNvPr id="1780770342" name="Slide Title"/>
          <p:cNvSpPr>
            <a:spLocks noGrp="1"/>
          </p:cNvSpPr>
          <p:nvPr>
            <p:ph type="title" hasCustomPrompt="1"/>
          </p:nvPr>
        </p:nvSpPr>
        <p:spPr bwMode="auto">
          <a:xfrm>
            <a:off x="912812" y="4953000"/>
            <a:ext cx="10363200" cy="820600"/>
          </a:xfrm>
        </p:spPr>
        <p:txBody>
          <a:bodyPr wrap="square" lIns="36000" tIns="36000" rIns="36000" bIns="36000" anchor="b">
            <a:spAutoFit/>
          </a:bodyPr>
          <a:lstStyle>
            <a:lvl1pPr algn="ctr">
              <a:defRPr sz="5400" b="1" cap="none"/>
            </a:lvl1pPr>
          </a:lstStyle>
          <a:p>
            <a:pPr>
              <a:defRPr/>
            </a:pPr>
            <a:r>
              <a:rPr lang="en-US"/>
              <a:t>Click to Edit Section Title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 Slide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Questions Slide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0525111" name="Text Placeholder 29"/>
          <p:cNvSpPr>
            <a:spLocks noGrp="1"/>
          </p:cNvSpPr>
          <p:nvPr>
            <p:ph type="body" sz="quarter" idx="10" hasCustomPrompt="1"/>
          </p:nvPr>
        </p:nvSpPr>
        <p:spPr bwMode="auto">
          <a:xfrm>
            <a:off x="1529384" y="6400802"/>
            <a:ext cx="10482604" cy="363552"/>
          </a:xfrm>
          <a:prstGeom prst="rect">
            <a:avLst/>
          </a:prstGeom>
        </p:spPr>
        <p:txBody>
          <a:bodyPr wrap="square" lIns="36000" rIns="36000">
            <a:spAutoFit/>
          </a:bodyPr>
          <a:lstStyle>
            <a:lvl1pPr marL="0" indent="0" algn="r">
              <a:buNone/>
              <a:defRPr sz="1800">
                <a:latin typeface="+mn-lt"/>
              </a:defRPr>
            </a:lvl1pPr>
          </a:lstStyle>
          <a:p>
            <a:pPr lvl="0">
              <a:defRPr/>
            </a:pPr>
            <a:r>
              <a:rPr lang="en-US"/>
              <a:t>Course Web Site</a:t>
            </a:r>
            <a:endParaRPr/>
          </a:p>
        </p:txBody>
      </p:sp>
      <p:sp>
        <p:nvSpPr>
          <p:cNvPr id="1885418663" name="Title 1"/>
          <p:cNvSpPr>
            <a:spLocks noGrp="1"/>
          </p:cNvSpPr>
          <p:nvPr>
            <p:ph type="title" hasCustomPrompt="1"/>
          </p:nvPr>
        </p:nvSpPr>
        <p:spPr bwMode="auto">
          <a:xfrm>
            <a:off x="188815" y="40341"/>
            <a:ext cx="11823173" cy="1110780"/>
          </a:xfrm>
        </p:spPr>
        <p:txBody>
          <a:bodyPr/>
          <a:lstStyle>
            <a:lvl1pPr>
              <a:defRPr>
                <a:solidFill>
                  <a:srgbClr val="F3BE60"/>
                </a:solidFill>
              </a:defRPr>
            </a:lvl1pPr>
          </a:lstStyle>
          <a:p>
            <a:pPr>
              <a:defRPr/>
            </a:pPr>
            <a:r>
              <a:rPr lang="en-US"/>
              <a:t>Presentation Title</a:t>
            </a:r>
            <a:endParaRPr/>
          </a:p>
        </p:txBody>
      </p:sp>
      <p:sp>
        <p:nvSpPr>
          <p:cNvPr id="1397056913" name="TextBox 1">
            <a:hlinkClick r:id="rId3" tooltip="Software University - Quality Education, Profession and Job for Software Engineers"/>
          </p:cNvPr>
          <p:cNvSpPr txBox="1"/>
          <p:nvPr userDrawn="1"/>
        </p:nvSpPr>
        <p:spPr bwMode="auto">
          <a:xfrm rot="322982">
            <a:off x="10066442" y="2253546"/>
            <a:ext cx="3032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2000" b="1">
                <a:solidFill>
                  <a:srgbClr val="603A14"/>
                </a:solidFill>
              </a:rPr>
              <a:t>?</a:t>
            </a:r>
            <a:endParaRPr/>
          </a:p>
        </p:txBody>
      </p:sp>
      <p:sp>
        <p:nvSpPr>
          <p:cNvPr id="1191110724" name="TextBox 26">
            <a:hlinkClick r:id="rId4" tooltip="Software University Foundaton"/>
          </p:cNvPr>
          <p:cNvSpPr txBox="1"/>
          <p:nvPr userDrawn="1"/>
        </p:nvSpPr>
        <p:spPr bwMode="auto">
          <a:xfrm rot="20630519">
            <a:off x="7568290" y="4341197"/>
            <a:ext cx="3032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2000" b="1">
                <a:solidFill>
                  <a:srgbClr val="603A14"/>
                </a:solidFill>
              </a:rPr>
              <a:t>?</a:t>
            </a:r>
            <a:endParaRPr/>
          </a:p>
        </p:txBody>
      </p:sp>
      <p:sp>
        <p:nvSpPr>
          <p:cNvPr id="178380402" name="TextBox 50">
            <a:hlinkClick r:id="rId5" tooltip="Svetlin Nakov - Programming and Education for Developers"/>
          </p:cNvPr>
          <p:cNvSpPr txBox="1"/>
          <p:nvPr userDrawn="1"/>
        </p:nvSpPr>
        <p:spPr bwMode="auto">
          <a:xfrm>
            <a:off x="11500162" y="4679637"/>
            <a:ext cx="2551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1200">
                <a:solidFill>
                  <a:srgbClr val="603A14"/>
                </a:solidFill>
              </a:rPr>
              <a:t>?</a:t>
            </a:r>
            <a:endParaRPr/>
          </a:p>
        </p:txBody>
      </p:sp>
      <p:sp>
        <p:nvSpPr>
          <p:cNvPr id="1630383168" name="TextBox 51">
            <a:hlinkClick r:id="rId6" tooltip="Software University - Discussion Forum"/>
          </p:cNvPr>
          <p:cNvSpPr txBox="1"/>
          <p:nvPr userDrawn="1"/>
        </p:nvSpPr>
        <p:spPr bwMode="auto">
          <a:xfrm rot="20971262">
            <a:off x="6094412" y="6109081"/>
            <a:ext cx="2680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1400">
                <a:solidFill>
                  <a:srgbClr val="603A14"/>
                </a:solidFill>
              </a:rPr>
              <a:t>?</a:t>
            </a:r>
            <a:endParaRPr/>
          </a:p>
        </p:txBody>
      </p:sp>
      <p:sp>
        <p:nvSpPr>
          <p:cNvPr id="1207513122" name="TextBox 52">
            <a:hlinkClick r:id="rId7" tooltip="Software University - Online Judge System"/>
          </p:cNvPr>
          <p:cNvSpPr txBox="1"/>
          <p:nvPr userDrawn="1"/>
        </p:nvSpPr>
        <p:spPr bwMode="auto">
          <a:xfrm rot="569019">
            <a:off x="9155998" y="4032736"/>
            <a:ext cx="292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1800" b="1">
                <a:solidFill>
                  <a:srgbClr val="603A14"/>
                </a:solidFill>
              </a:rPr>
              <a:t>?</a:t>
            </a:r>
            <a:endParaRPr/>
          </a:p>
        </p:txBody>
      </p:sp>
      <p:sp>
        <p:nvSpPr>
          <p:cNvPr id="1965522074" name="TextBox 53">
            <a:hlinkClick r:id="rId8" tooltip="Software University @ Facebook"/>
          </p:cNvPr>
          <p:cNvSpPr txBox="1"/>
          <p:nvPr userDrawn="1"/>
        </p:nvSpPr>
        <p:spPr bwMode="auto">
          <a:xfrm rot="219682">
            <a:off x="7047355" y="2560119"/>
            <a:ext cx="3273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b="1">
                <a:solidFill>
                  <a:srgbClr val="603A14"/>
                </a:solidFill>
              </a:rPr>
              <a:t>?</a:t>
            </a:r>
            <a:endParaRPr/>
          </a:p>
        </p:txBody>
      </p:sp>
      <p:sp>
        <p:nvSpPr>
          <p:cNvPr id="417180671" name="TextBox 55">
            <a:hlinkClick r:id="rId9" tooltip="Software University @ Twitter"/>
          </p:cNvPr>
          <p:cNvSpPr txBox="1"/>
          <p:nvPr userDrawn="1"/>
        </p:nvSpPr>
        <p:spPr bwMode="auto">
          <a:xfrm rot="20972266">
            <a:off x="11754532" y="2320841"/>
            <a:ext cx="2680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1400">
                <a:solidFill>
                  <a:srgbClr val="603A14"/>
                </a:solidFill>
              </a:rPr>
              <a:t>?</a:t>
            </a:r>
            <a:endParaRPr/>
          </a:p>
        </p:txBody>
      </p:sp>
      <p:sp>
        <p:nvSpPr>
          <p:cNvPr id="1161196093" name="TextBox 56">
            <a:hlinkClick r:id="rId10" tooltip="Software University @ YouTube - free training courses and video lessons for software engineers"/>
          </p:cNvPr>
          <p:cNvSpPr txBox="1"/>
          <p:nvPr userDrawn="1"/>
        </p:nvSpPr>
        <p:spPr bwMode="auto">
          <a:xfrm rot="562174">
            <a:off x="11774596" y="3447926"/>
            <a:ext cx="2551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1200">
                <a:solidFill>
                  <a:srgbClr val="603A14"/>
                </a:solidFill>
              </a:rPr>
              <a:t>?</a:t>
            </a:r>
            <a:endParaRPr/>
          </a:p>
        </p:txBody>
      </p:sp>
      <p:sp>
        <p:nvSpPr>
          <p:cNvPr id="958485522" name="TextBox 57">
            <a:hlinkClick r:id="rId11" tooltip="Programming Fundamentals Book and Vide Lessons: Learn C#, Programming, Data Structures, Algorithms and Quality Coding"/>
          </p:cNvPr>
          <p:cNvSpPr txBox="1"/>
          <p:nvPr userDrawn="1"/>
        </p:nvSpPr>
        <p:spPr bwMode="auto">
          <a:xfrm rot="571210">
            <a:off x="11136783" y="5625911"/>
            <a:ext cx="2680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1400">
                <a:solidFill>
                  <a:srgbClr val="603A14"/>
                </a:solidFill>
              </a:rPr>
              <a:t>?</a:t>
            </a:r>
            <a:endParaRPr/>
          </a:p>
        </p:txBody>
      </p:sp>
      <p:sp>
        <p:nvSpPr>
          <p:cNvPr id="1954096590" name="Rectangle 15"/>
          <p:cNvSpPr/>
          <p:nvPr userDrawn="1"/>
        </p:nvSpPr>
        <p:spPr bwMode="auto">
          <a:xfrm rot="20949716">
            <a:off x="2718532" y="3306088"/>
            <a:ext cx="4540980" cy="948072"/>
          </a:xfrm>
          <a:prstGeom prst="rect">
            <a:avLst/>
          </a:prstGeom>
        </p:spPr>
        <p:txBody>
          <a:bodyPr wrap="none" lIns="0" tIns="0" rIns="0" bIns="0" anchor="ctr" anchorCtr="0">
            <a:noAutofit/>
          </a:bodyPr>
          <a:lstStyle/>
          <a:p>
            <a:pPr algn="ctr">
              <a:buClr>
                <a:srgbClr val="A19574">
                  <a:lumMod val="40000"/>
                  <a:lumOff val="60000"/>
                </a:srgbClr>
              </a:buClr>
              <a:buSzPct val="70000"/>
              <a:buFont typeface="Wingdings 2"/>
              <a:buNone/>
              <a:defRPr/>
            </a:pPr>
            <a:r>
              <a:rPr lang="bg-BG" sz="6600" b="1">
                <a:solidFill>
                  <a:srgbClr val="F3BE60"/>
                </a:solidFill>
              </a:rPr>
              <a:t>Въпроси</a:t>
            </a:r>
            <a:r>
              <a:rPr lang="en-US" sz="6600" b="1">
                <a:solidFill>
                  <a:srgbClr val="F3BE60"/>
                </a:solidFill>
              </a:rPr>
              <a:t>?</a:t>
            </a:r>
            <a:endParaRPr lang="en-US" sz="6600" b="1" spc="150">
              <a:ln w="11430"/>
              <a:solidFill>
                <a:prstClr val="white">
                  <a:lumMod val="40000"/>
                  <a:lumOff val="60000"/>
                </a:prstClr>
              </a:solidFill>
            </a:endParaRPr>
          </a:p>
        </p:txBody>
      </p:sp>
      <p:pic>
        <p:nvPicPr>
          <p:cNvPr id="35629190" name="Picture 17"/>
          <p:cNvPicPr>
            <a:picLocks noChangeAspect="1"/>
          </p:cNvPicPr>
          <p:nvPr userDrawn="1"/>
        </p:nvPicPr>
        <p:blipFill rotWithShape="1">
          <a:blip r:embed="rId12"/>
          <a:stretch/>
        </p:blipFill>
        <p:spPr bwMode="auto">
          <a:xfrm rot="20967714">
            <a:off x="504277" y="2018007"/>
            <a:ext cx="2849278" cy="3305665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7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5089790" name="Slide Number Placeholder"/>
          <p:cNvSpPr>
            <a:spLocks noGrp="1"/>
          </p:cNvSpPr>
          <p:nvPr>
            <p:ph type="sldNum" sz="quarter" idx="4"/>
          </p:nvPr>
        </p:nvSpPr>
        <p:spPr bwMode="auto">
          <a:xfrm>
            <a:off x="11566412" y="6525002"/>
            <a:ext cx="428822" cy="196477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1218565">
              <a:defRPr/>
            </a:pPr>
            <a:fld id="{C014DD1E-5D91-48A3-AD6D-45FBA980D106}" type="slidenum">
              <a:rPr lang="en-US">
                <a:solidFill>
                  <a:prstClr val="white">
                    <a:tint val="75000"/>
                  </a:prstClr>
                </a:solidFill>
              </a:rPr>
              <a:t>‹#›</a:t>
            </a:fld>
            <a:endParaRPr lang="en-US">
              <a:solidFill>
                <a:prstClr val="white">
                  <a:tint val="75000"/>
                </a:prstClr>
              </a:solidFill>
            </a:endParaRPr>
          </a:p>
        </p:txBody>
      </p:sp>
      <p:sp>
        <p:nvSpPr>
          <p:cNvPr id="1309539625" name="Slide Text Placeholder"/>
          <p:cNvSpPr>
            <a:spLocks noGrp="1"/>
          </p:cNvSpPr>
          <p:nvPr>
            <p:ph type="body" idx="1"/>
          </p:nvPr>
        </p:nvSpPr>
        <p:spPr bwMode="auto">
          <a:xfrm>
            <a:off x="190413" y="1151123"/>
            <a:ext cx="11804822" cy="5570353"/>
          </a:xfrm>
          <a:prstGeom prst="rect">
            <a:avLst/>
          </a:prstGeom>
        </p:spPr>
        <p:txBody>
          <a:bodyPr vert="horz" lIns="108000" tIns="36000" rIns="108000" bIns="36000" rtlCol="0">
            <a:normAutofit/>
          </a:bodyPr>
          <a:lstStyle/>
          <a:p>
            <a:pPr lvl="0">
              <a:defRPr/>
            </a:pPr>
            <a:r>
              <a:rPr lang="en-US"/>
              <a:t>First Level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326143970" name="Slide Title Placeholder"/>
          <p:cNvSpPr>
            <a:spLocks noGrp="1"/>
          </p:cNvSpPr>
          <p:nvPr>
            <p:ph type="title"/>
          </p:nvPr>
        </p:nvSpPr>
        <p:spPr bwMode="auto">
          <a:xfrm>
            <a:off x="190403" y="39574"/>
            <a:ext cx="11806432" cy="1111549"/>
          </a:xfrm>
          <a:prstGeom prst="rect">
            <a:avLst/>
          </a:prstGeom>
        </p:spPr>
        <p:txBody>
          <a:bodyPr vert="horz" lIns="108000" tIns="36000" rIns="108000" bIns="36000" rtlCol="0" anchor="ctr" anchorCtr="0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dt="0" ftr="0" hdr="0" sldNum="1"/>
  <p:txStyles>
    <p:titleStyle>
      <a:lvl1pPr algn="l" defTabSz="1218565" rtl="0">
        <a:lnSpc>
          <a:spcPct val="90000"/>
        </a:lnSpc>
        <a:spcBef>
          <a:spcPts val="0"/>
        </a:spcBef>
        <a:buNone/>
        <a:defRPr sz="4000" b="1">
          <a:solidFill>
            <a:srgbClr val="F3BE60"/>
          </a:solidFill>
          <a:latin typeface="+mj-lt"/>
          <a:ea typeface="+mj-ea"/>
          <a:cs typeface="+mj-cs"/>
        </a:defRPr>
      </a:lvl1pPr>
    </p:titleStyle>
    <p:bodyStyle>
      <a:lvl1pPr marL="304800" indent="-304800" algn="l" defTabSz="1218565" rtl="0">
        <a:lnSpc>
          <a:spcPct val="105000"/>
        </a:lnSpc>
        <a:spcBef>
          <a:spcPts val="600"/>
        </a:spcBef>
        <a:spcAft>
          <a:spcPts val="600"/>
        </a:spcAft>
        <a:buClr>
          <a:srgbClr val="F2B254"/>
        </a:buClr>
        <a:buSzPct val="100000"/>
        <a:buFont typeface="Wingdings"/>
        <a:buChar char="§"/>
        <a:defRPr sz="3400" b="0">
          <a:solidFill>
            <a:schemeClr val="tx1"/>
          </a:solidFill>
          <a:latin typeface="+mn-lt"/>
          <a:ea typeface="+mn-ea"/>
          <a:cs typeface="+mn-cs"/>
        </a:defRPr>
      </a:lvl1pPr>
      <a:lvl2pPr marL="609600" indent="-231775" algn="l" defTabSz="1218565" rtl="0">
        <a:lnSpc>
          <a:spcPct val="105000"/>
        </a:lnSpc>
        <a:spcBef>
          <a:spcPts val="600"/>
        </a:spcBef>
        <a:spcAft>
          <a:spcPts val="600"/>
        </a:spcAft>
        <a:buClr>
          <a:schemeClr val="accent1"/>
        </a:buClr>
        <a:buSzPct val="80000"/>
        <a:buFont typeface="Wingdings"/>
        <a:buChar char="§"/>
        <a:defRPr sz="3200" b="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231775" algn="l" defTabSz="1218565" rtl="0">
        <a:lnSpc>
          <a:spcPct val="105000"/>
        </a:lnSpc>
        <a:spcBef>
          <a:spcPts val="600"/>
        </a:spcBef>
        <a:spcAft>
          <a:spcPts val="600"/>
        </a:spcAft>
        <a:buClr>
          <a:srgbClr val="EF9A1D"/>
        </a:buClr>
        <a:buSzPct val="80000"/>
        <a:buFont typeface="Wingdings"/>
        <a:buChar char="§"/>
        <a:defRPr sz="3000" b="0">
          <a:solidFill>
            <a:schemeClr val="tx1"/>
          </a:solidFill>
          <a:latin typeface="+mn-lt"/>
          <a:ea typeface="+mn-ea"/>
          <a:cs typeface="+mn-cs"/>
        </a:defRPr>
      </a:lvl3pPr>
      <a:lvl4pPr marL="1219200" indent="-231775" algn="l" defTabSz="1218565" rtl="0">
        <a:lnSpc>
          <a:spcPct val="105000"/>
        </a:lnSpc>
        <a:spcBef>
          <a:spcPts val="600"/>
        </a:spcBef>
        <a:spcAft>
          <a:spcPts val="600"/>
        </a:spcAft>
        <a:buClr>
          <a:srgbClr val="ED9411"/>
        </a:buClr>
        <a:buSzPct val="80000"/>
        <a:buFont typeface="Wingdings"/>
        <a:buChar char="§"/>
        <a:defRPr sz="2800" b="0">
          <a:solidFill>
            <a:schemeClr val="tx1"/>
          </a:solidFill>
          <a:latin typeface="+mn-lt"/>
          <a:ea typeface="+mn-ea"/>
          <a:cs typeface="+mn-cs"/>
        </a:defRPr>
      </a:lvl4pPr>
      <a:lvl5pPr marL="1524000" indent="-231775" algn="l" defTabSz="1218565" rtl="0">
        <a:lnSpc>
          <a:spcPct val="105000"/>
        </a:lnSpc>
        <a:spcBef>
          <a:spcPts val="600"/>
        </a:spcBef>
        <a:spcAft>
          <a:spcPts val="600"/>
        </a:spcAft>
        <a:buClr>
          <a:srgbClr val="E28D10"/>
        </a:buClr>
        <a:buSzPct val="80000"/>
        <a:buFont typeface="Wingdings"/>
        <a:buChar char="§"/>
        <a:defRPr sz="2600" b="0">
          <a:solidFill>
            <a:schemeClr val="tx1"/>
          </a:solidFill>
          <a:latin typeface="+mn-lt"/>
          <a:ea typeface="+mn-ea"/>
          <a:cs typeface="+mn-cs"/>
        </a:defRPr>
      </a:lvl5pPr>
      <a:lvl6pPr marL="1828164" indent="-231775" algn="l" defTabSz="1218565" rtl="0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132965" indent="-231775" algn="l" defTabSz="1218565" rtl="0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2437764" indent="-231775" algn="l" defTabSz="1218565" rtl="0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2742565" indent="-231775" algn="l" defTabSz="1218565" rtl="0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218565" rtl="0">
        <a:defRPr sz="24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8565" rtl="0"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219200" algn="l" defTabSz="1218565" rtl="0"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828164" algn="l" defTabSz="1218565" rtl="0">
        <a:defRPr sz="2400">
          <a:solidFill>
            <a:schemeClr val="tx1"/>
          </a:solidFill>
          <a:latin typeface="+mn-lt"/>
          <a:ea typeface="+mn-ea"/>
          <a:cs typeface="+mn-cs"/>
        </a:defRPr>
      </a:lvl4pPr>
      <a:lvl5pPr marL="2437764" algn="l" defTabSz="1218565" rtl="0">
        <a:defRPr sz="2400">
          <a:solidFill>
            <a:schemeClr val="tx1"/>
          </a:solidFill>
          <a:latin typeface="+mn-lt"/>
          <a:ea typeface="+mn-ea"/>
          <a:cs typeface="+mn-cs"/>
        </a:defRPr>
      </a:lvl5pPr>
      <a:lvl6pPr marL="3047365" algn="l" defTabSz="1218565" rtl="0">
        <a:defRPr sz="2400">
          <a:solidFill>
            <a:schemeClr val="tx1"/>
          </a:solidFill>
          <a:latin typeface="+mn-lt"/>
          <a:ea typeface="+mn-ea"/>
          <a:cs typeface="+mn-cs"/>
        </a:defRPr>
      </a:lvl6pPr>
      <a:lvl7pPr marL="3656965" algn="l" defTabSz="1218565" rtl="0">
        <a:defRPr sz="2400">
          <a:solidFill>
            <a:schemeClr val="tx1"/>
          </a:solidFill>
          <a:latin typeface="+mn-lt"/>
          <a:ea typeface="+mn-ea"/>
          <a:cs typeface="+mn-cs"/>
        </a:defRPr>
      </a:lvl7pPr>
      <a:lvl8pPr marL="4266565" algn="l" defTabSz="1218565" rtl="0">
        <a:defRPr sz="2400">
          <a:solidFill>
            <a:schemeClr val="tx1"/>
          </a:solidFill>
          <a:latin typeface="+mn-lt"/>
          <a:ea typeface="+mn-ea"/>
          <a:cs typeface="+mn-cs"/>
        </a:defRPr>
      </a:lvl8pPr>
      <a:lvl9pPr marL="4876165" algn="l" defTabSz="1218565" rtl="0">
        <a:defRPr sz="24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hyperlink" Target="http://creativecommons.org/licenses/by-nc-sa/4.0/" TargetMode="External"/><Relationship Id="rId7" Type="http://schemas.openxmlformats.org/officeDocument/2006/relationships/image" Target="../media/image9.png"/><Relationship Id="rId8" Type="http://schemas.openxmlformats.org/officeDocument/2006/relationships/hyperlink" Target="https://it-kariera.mon.bg/e-learning/" TargetMode="External"/><Relationship Id="rId9" Type="http://schemas.openxmlformats.org/officeDocument/2006/relationships/hyperlink" Target="https://github.com/BG-IT-Edu/School-Programming/tree/main/Courses/Applied-Programmer/Programming-Fundamentals" TargetMode="Externa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5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jpg"/><Relationship Id="rId4" Type="http://schemas.openxmlformats.org/officeDocument/2006/relationships/image" Target="../media/image17.png"/><Relationship Id="rId5" Type="http://schemas.openxmlformats.org/officeDocument/2006/relationships/image" Target="../media/image18.jpg"/><Relationship Id="rId6" Type="http://schemas.openxmlformats.org/officeDocument/2006/relationships/image" Target="../media/image19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github.com/BG-IT-Edu/School-Programming/tree/main/Courses/Applied-Programmer/Programming-Fundamentals" TargetMode="Externa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reativecommons.org/licenses/by-nc-sa/4.0" TargetMode="External"/><Relationship Id="rId4" Type="http://schemas.openxmlformats.org/officeDocument/2006/relationships/image" Target="../media/image20.png"/><Relationship Id="rId5" Type="http://schemas.openxmlformats.org/officeDocument/2006/relationships/hyperlink" Target="https://softuni.foundation/" TargetMode="External"/><Relationship Id="rId6" Type="http://schemas.openxmlformats.org/officeDocument/2006/relationships/image" Target="../media/image21.png"/><Relationship Id="rId7" Type="http://schemas.openxmlformats.org/officeDocument/2006/relationships/hyperlink" Target="https://mon.bg/" TargetMode="External"/><Relationship Id="rId8" Type="http://schemas.openxmlformats.org/officeDocument/2006/relationships/image" Target="../media/image22.png"/><Relationship Id="rId9" Type="http://schemas.openxmlformats.org/officeDocument/2006/relationships/hyperlink" Target="https://it-kariera.mon.bg/e-learning" TargetMode="External"/><Relationship Id="rId10" Type="http://schemas.openxmlformats.org/officeDocument/2006/relationships/image" Target="../media/image2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640701" name="Title 4"/>
          <p:cNvSpPr>
            <a:spLocks noGrp="1"/>
          </p:cNvSpPr>
          <p:nvPr>
            <p:ph type="ctrTitle"/>
          </p:nvPr>
        </p:nvSpPr>
        <p:spPr bwMode="auto">
          <a:xfrm>
            <a:off x="912812" y="705812"/>
            <a:ext cx="10577299" cy="788071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bg-BG">
                <a:latin typeface="+mn-ea"/>
              </a:rPr>
              <a:t>Символни низове </a:t>
            </a:r>
            <a:endParaRPr>
              <a:latin typeface="+mn-ea"/>
            </a:endParaRPr>
          </a:p>
        </p:txBody>
      </p:sp>
      <p:sp>
        <p:nvSpPr>
          <p:cNvPr id="52433220" name="Subtitle 5"/>
          <p:cNvSpPr>
            <a:spLocks noGrp="1"/>
          </p:cNvSpPr>
          <p:nvPr>
            <p:ph type="subTitle" idx="1"/>
          </p:nvPr>
        </p:nvSpPr>
        <p:spPr bwMode="auto">
          <a:xfrm>
            <a:off x="1446212" y="1802729"/>
            <a:ext cx="10043898" cy="788071"/>
          </a:xfrm>
        </p:spPr>
        <p:txBody>
          <a:bodyPr>
            <a:normAutofit fontScale="82500" lnSpcReduction="10000"/>
          </a:bodyPr>
          <a:lstStyle/>
          <a:p>
            <a:pPr>
              <a:defRPr/>
            </a:pPr>
            <a:r>
              <a:rPr lang="bg-BG">
                <a:latin typeface="+mn-ea"/>
              </a:rPr>
              <a:t>Символни низове </a:t>
            </a:r>
            <a:r>
              <a:rPr lang="bg-BG">
                <a:latin typeface="+mn-ea"/>
              </a:rPr>
              <a:t>и текстообработка. Увод</a:t>
            </a:r>
            <a:endParaRPr>
              <a:latin typeface="+mn-ea"/>
            </a:endParaRPr>
          </a:p>
        </p:txBody>
      </p:sp>
      <p:sp>
        <p:nvSpPr>
          <p:cNvPr id="1014590291" name="TextBox 19"/>
          <p:cNvSpPr txBox="1"/>
          <p:nvPr/>
        </p:nvSpPr>
        <p:spPr bwMode="auto">
          <a:xfrm rot="1403126">
            <a:off x="4454673" y="3575296"/>
            <a:ext cx="2666402" cy="4090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1218565">
              <a:lnSpc>
                <a:spcPct val="85000"/>
              </a:lnSpc>
              <a:defRPr/>
            </a:pPr>
            <a:r>
              <a:rPr lang="bg-BG" b="1" spc="50">
                <a:ln w="9525" cmpd="sng">
                  <a:solidFill>
                    <a:srgbClr val="FFA72A"/>
                  </a:solidFill>
                  <a:prstDash val="solid"/>
                </a:ln>
                <a:solidFill>
                  <a:srgbClr val="FFF0D9"/>
                </a:solidFill>
              </a:rPr>
              <a:t>Програмиране</a:t>
            </a:r>
            <a:endParaRPr lang="en-US" b="1" spc="50">
              <a:ln w="9525" cmpd="sng">
                <a:solidFill>
                  <a:srgbClr val="FFA72A"/>
                </a:solidFill>
                <a:prstDash val="solid"/>
              </a:ln>
              <a:solidFill>
                <a:srgbClr val="FFF0D9"/>
              </a:solidFill>
            </a:endParaRPr>
          </a:p>
        </p:txBody>
      </p:sp>
      <p:grpSp>
        <p:nvGrpSpPr>
          <p:cNvPr id="158825901" name="Group 11"/>
          <p:cNvGrpSpPr/>
          <p:nvPr/>
        </p:nvGrpSpPr>
        <p:grpSpPr bwMode="auto">
          <a:xfrm>
            <a:off x="6881365" y="4073648"/>
            <a:ext cx="4896437" cy="1939884"/>
            <a:chOff x="2036175" y="1204913"/>
            <a:chExt cx="7758546" cy="3667125"/>
          </a:xfrm>
        </p:grpSpPr>
        <p:pic>
          <p:nvPicPr>
            <p:cNvPr id="14" name="Picture 2" descr="Image result for string icon"/>
            <p:cNvPicPr>
              <a:picLocks noChangeAspect="1" noChangeArrowheads="1"/>
            </p:cNvPicPr>
            <p:nvPr/>
          </p:nvPicPr>
          <p:blipFill rotWithShape="1">
            <a:blip r:embed="rId3"/>
            <a:stretch/>
          </p:blipFill>
          <p:spPr bwMode="auto">
            <a:xfrm>
              <a:off x="2036175" y="1204913"/>
              <a:ext cx="7758546" cy="3667125"/>
            </a:xfrm>
            <a:prstGeom prst="rect">
              <a:avLst/>
            </a:prstGeom>
            <a:noFill/>
          </p:spPr>
        </p:pic>
        <p:pic>
          <p:nvPicPr>
            <p:cNvPr id="15" name="Picture 14"/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 bwMode="auto">
            <a:xfrm>
              <a:off x="2704454" y="1544784"/>
              <a:ext cx="6569764" cy="2371378"/>
            </a:xfrm>
            <a:prstGeom prst="rect">
              <a:avLst/>
            </a:prstGeom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</p:grpSp>
      <p:grpSp>
        <p:nvGrpSpPr>
          <p:cNvPr id="2052809116" name="Group 18"/>
          <p:cNvGrpSpPr/>
          <p:nvPr/>
        </p:nvGrpSpPr>
        <p:grpSpPr bwMode="auto">
          <a:xfrm>
            <a:off x="303212" y="3583505"/>
            <a:ext cx="5501027" cy="2686664"/>
            <a:chOff x="288583" y="3624633"/>
            <a:chExt cx="5501027" cy="2686664"/>
          </a:xfrm>
        </p:grpSpPr>
        <p:pic>
          <p:nvPicPr>
            <p:cNvPr id="21" name="Picture 20" descr="http://softuni.bg"/>
            <p:cNvPicPr>
              <a:picLocks noChangeAspect="1"/>
            </p:cNvPicPr>
            <p:nvPr/>
          </p:nvPicPr>
          <p:blipFill rotWithShape="1">
            <a:blip r:embed="rId5"/>
            <a:stretch/>
          </p:blipFill>
          <p:spPr bwMode="auto">
            <a:xfrm flipH="1">
              <a:off x="3960812" y="3624633"/>
              <a:ext cx="1828798" cy="2006988"/>
            </a:xfrm>
            <a:prstGeom prst="rect">
              <a:avLst/>
            </a:prstGeom>
          </p:spPr>
        </p:pic>
        <p:pic>
          <p:nvPicPr>
            <p:cNvPr id="22" name="Picture 4" title="CC-BY-NC-SA License">
              <a:hlinkClick r:id="rId6" tooltip="This work is licensed under the &quot;Creative Commons Attribution-NonCommercial-ShareAlike 4.0 International&quot; license"/>
            </p:cNvPr>
            <p:cNvPicPr>
              <a:picLocks noChangeAspect="1" noChangeArrowheads="1"/>
            </p:cNvPicPr>
            <p:nvPr/>
          </p:nvPicPr>
          <p:blipFill rotWithShape="1">
            <a:blip r:embed="rId7"/>
            <a:stretch/>
          </p:blipFill>
          <p:spPr bwMode="auto">
            <a:xfrm>
              <a:off x="303270" y="4307862"/>
              <a:ext cx="2175525" cy="761165"/>
            </a:xfrm>
            <a:prstGeom prst="roundRect">
              <a:avLst>
                <a:gd name="adj" fmla="val 3940"/>
              </a:avLst>
            </a:prstGeom>
            <a:solidFill>
              <a:srgbClr val="231F20">
                <a:alpha val="50000"/>
              </a:srgbClr>
            </a:solidFill>
            <a:ln>
              <a:solidFill>
                <a:schemeClr val="accent1">
                  <a:lumMod val="75000"/>
                  <a:alpha val="50000"/>
                </a:schemeClr>
              </a:solidFill>
            </a:ln>
          </p:spPr>
        </p:pic>
        <p:sp>
          <p:nvSpPr>
            <p:cNvPr id="24" name="Text Placeholder 7"/>
            <p:cNvSpPr txBox="1"/>
            <p:nvPr/>
          </p:nvSpPr>
          <p:spPr bwMode="auto">
            <a:xfrm>
              <a:off x="303270" y="5099341"/>
              <a:ext cx="3187614" cy="444343"/>
            </a:xfrm>
            <a:prstGeom prst="rect">
              <a:avLst/>
            </a:prstGeom>
            <a:noFill/>
            <a:effectLst/>
          </p:spPr>
          <p:txBody>
            <a:bodyPr vert="horz" wrap="square" lIns="36000" tIns="36000" rIns="36000" bIns="36000" rtlCol="0" anchor="ctr" anchorCtr="0">
              <a:spAutoFit/>
            </a:bodyPr>
            <a:lstStyle>
              <a:lvl1pPr marL="0" indent="0" algn="l" defTabSz="1218987" rtl="0">
                <a:lnSpc>
                  <a:spcPct val="10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2B254"/>
                </a:buClr>
                <a:buSzPct val="100000"/>
                <a:buFont typeface="Wingdings"/>
                <a:buNone/>
                <a:defRPr lang="en-US" sz="2300" b="1">
                  <a:solidFill>
                    <a:srgbClr val="F4B36C"/>
                  </a:solidFill>
                  <a:latin typeface="+mn-lt"/>
                  <a:ea typeface="+mn-ea"/>
                  <a:cs typeface="+mn-cs"/>
                </a:defRPr>
              </a:lvl1pPr>
              <a:lvl2pPr marL="609493" indent="-231606" algn="l" defTabSz="1218987" rtl="0">
                <a:lnSpc>
                  <a:spcPct val="105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Pct val="80000"/>
                <a:buFont typeface="Wingdings"/>
                <a:buChar char="§"/>
                <a:defRPr sz="3200" b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240" indent="-231606" algn="l" defTabSz="1218987" rtl="0">
                <a:lnSpc>
                  <a:spcPct val="105000"/>
                </a:lnSpc>
                <a:spcBef>
                  <a:spcPts val="600"/>
                </a:spcBef>
                <a:spcAft>
                  <a:spcPts val="600"/>
                </a:spcAft>
                <a:buClr>
                  <a:srgbClr val="EF9A1D"/>
                </a:buClr>
                <a:buSzPct val="80000"/>
                <a:buFont typeface="Wingdings"/>
                <a:buChar char="§"/>
                <a:defRPr sz="3000" b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18987" indent="-231606" algn="l" defTabSz="1218987" rtl="0">
                <a:lnSpc>
                  <a:spcPct val="105000"/>
                </a:lnSpc>
                <a:spcBef>
                  <a:spcPts val="600"/>
                </a:spcBef>
                <a:spcAft>
                  <a:spcPts val="600"/>
                </a:spcAft>
                <a:buClr>
                  <a:srgbClr val="ED9411"/>
                </a:buClr>
                <a:buSzPct val="80000"/>
                <a:buFont typeface="Wingdings"/>
                <a:buChar char="§"/>
                <a:defRPr sz="2800" b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523733" indent="-231606" algn="l" defTabSz="1218987" rtl="0">
                <a:lnSpc>
                  <a:spcPct val="105000"/>
                </a:lnSpc>
                <a:spcBef>
                  <a:spcPts val="600"/>
                </a:spcBef>
                <a:spcAft>
                  <a:spcPts val="600"/>
                </a:spcAft>
                <a:buClr>
                  <a:srgbClr val="E28D10"/>
                </a:buClr>
                <a:buSzPct val="80000"/>
                <a:buFont typeface="Wingdings"/>
                <a:buChar char="§"/>
                <a:defRPr sz="2600" b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828480" indent="-231606" algn="l" defTabSz="1218987" rtl="0">
                <a:lnSpc>
                  <a:spcPct val="90000"/>
                </a:lnSpc>
                <a:spcBef>
                  <a:spcPts val="800"/>
                </a:spcBef>
                <a:buClr>
                  <a:schemeClr val="accent1"/>
                </a:buClr>
                <a:buSzPct val="80000"/>
                <a:buFont typeface="Arial"/>
                <a:buChar char="•"/>
                <a:defRPr sz="20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3227" indent="-231606" algn="l" defTabSz="1218987" rtl="0">
                <a:lnSpc>
                  <a:spcPct val="90000"/>
                </a:lnSpc>
                <a:spcBef>
                  <a:spcPts val="800"/>
                </a:spcBef>
                <a:buClr>
                  <a:schemeClr val="accent1"/>
                </a:buClr>
                <a:buSzPct val="80000"/>
                <a:buFont typeface="Arial"/>
                <a:buChar char="•"/>
                <a:defRPr sz="20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37972" indent="-231606" algn="l" defTabSz="1218987" rtl="0">
                <a:lnSpc>
                  <a:spcPct val="90000"/>
                </a:lnSpc>
                <a:spcBef>
                  <a:spcPts val="800"/>
                </a:spcBef>
                <a:buClr>
                  <a:schemeClr val="accent1"/>
                </a:buClr>
                <a:buSzPct val="80000"/>
                <a:buFont typeface="Arial"/>
                <a:buChar char="•"/>
                <a:defRPr sz="20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742720" indent="-231606" algn="l" defTabSz="1218987" rtl="0">
                <a:lnSpc>
                  <a:spcPct val="90000"/>
                </a:lnSpc>
                <a:spcBef>
                  <a:spcPts val="800"/>
                </a:spcBef>
                <a:buClr>
                  <a:schemeClr val="accent1"/>
                </a:buClr>
                <a:buSzPct val="80000"/>
                <a:buFont typeface="Arial"/>
                <a:buChar char="•"/>
                <a:defRPr sz="20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/>
              </a:pPr>
              <a:r>
                <a:rPr lang="bg-BG"/>
                <a:t>Учителски</a:t>
              </a:r>
              <a:r>
                <a:rPr lang="bg-BG"/>
                <a:t> екип</a:t>
              </a:r>
              <a:endParaRPr/>
            </a:p>
          </p:txBody>
        </p:sp>
        <p:sp>
          <p:nvSpPr>
            <p:cNvPr id="25" name="Text Placeholder 10"/>
            <p:cNvSpPr txBox="1"/>
            <p:nvPr/>
          </p:nvSpPr>
          <p:spPr bwMode="auto">
            <a:xfrm>
              <a:off x="288583" y="5477062"/>
              <a:ext cx="3187613" cy="382787"/>
            </a:xfrm>
            <a:prstGeom prst="rect">
              <a:avLst/>
            </a:prstGeom>
            <a:noFill/>
            <a:effectLst/>
          </p:spPr>
          <p:txBody>
            <a:bodyPr vert="horz" wrap="square" lIns="36000" tIns="36000" rIns="36000" bIns="36000" rtlCol="0" anchor="ctr" anchorCtr="0">
              <a:spAutoFit/>
            </a:bodyPr>
            <a:lstStyle>
              <a:lvl1pPr marL="0" indent="0" algn="l" defTabSz="1218987" rtl="0">
                <a:lnSpc>
                  <a:spcPct val="10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2B254"/>
                </a:buClr>
                <a:buSzPct val="100000"/>
                <a:buFont typeface="Wingdings"/>
                <a:buNone/>
                <a:defRPr lang="en-US" sz="2000" b="1">
                  <a:solidFill>
                    <a:schemeClr val="accent1">
                      <a:lumMod val="40000"/>
                      <a:lumOff val="60000"/>
                    </a:schemeClr>
                  </a:solidFill>
                  <a:latin typeface="+mn-lt"/>
                  <a:ea typeface="+mn-ea"/>
                  <a:cs typeface="+mn-cs"/>
                </a:defRPr>
              </a:lvl1pPr>
              <a:lvl2pPr marL="609493" indent="-231606" algn="l" defTabSz="1218987" rtl="0">
                <a:lnSpc>
                  <a:spcPct val="105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Pct val="80000"/>
                <a:buFont typeface="Wingdings"/>
                <a:buChar char="§"/>
                <a:defRPr sz="3200" b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240" indent="-231606" algn="l" defTabSz="1218987" rtl="0">
                <a:lnSpc>
                  <a:spcPct val="105000"/>
                </a:lnSpc>
                <a:spcBef>
                  <a:spcPts val="600"/>
                </a:spcBef>
                <a:spcAft>
                  <a:spcPts val="600"/>
                </a:spcAft>
                <a:buClr>
                  <a:srgbClr val="EF9A1D"/>
                </a:buClr>
                <a:buSzPct val="80000"/>
                <a:buFont typeface="Wingdings"/>
                <a:buChar char="§"/>
                <a:defRPr sz="3000" b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18987" indent="-231606" algn="l" defTabSz="1218987" rtl="0">
                <a:lnSpc>
                  <a:spcPct val="105000"/>
                </a:lnSpc>
                <a:spcBef>
                  <a:spcPts val="600"/>
                </a:spcBef>
                <a:spcAft>
                  <a:spcPts val="600"/>
                </a:spcAft>
                <a:buClr>
                  <a:srgbClr val="ED9411"/>
                </a:buClr>
                <a:buSzPct val="80000"/>
                <a:buFont typeface="Wingdings"/>
                <a:buChar char="§"/>
                <a:defRPr sz="2800" b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523733" indent="-231606" algn="l" defTabSz="1218987" rtl="0">
                <a:lnSpc>
                  <a:spcPct val="105000"/>
                </a:lnSpc>
                <a:spcBef>
                  <a:spcPts val="600"/>
                </a:spcBef>
                <a:spcAft>
                  <a:spcPts val="600"/>
                </a:spcAft>
                <a:buClr>
                  <a:srgbClr val="E28D10"/>
                </a:buClr>
                <a:buSzPct val="80000"/>
                <a:buFont typeface="Wingdings"/>
                <a:buChar char="§"/>
                <a:defRPr sz="2600" b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828480" indent="-231606" algn="l" defTabSz="1218987" rtl="0">
                <a:lnSpc>
                  <a:spcPct val="90000"/>
                </a:lnSpc>
                <a:spcBef>
                  <a:spcPts val="800"/>
                </a:spcBef>
                <a:buClr>
                  <a:schemeClr val="accent1"/>
                </a:buClr>
                <a:buSzPct val="80000"/>
                <a:buFont typeface="Arial"/>
                <a:buChar char="•"/>
                <a:defRPr sz="20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3227" indent="-231606" algn="l" defTabSz="1218987" rtl="0">
                <a:lnSpc>
                  <a:spcPct val="90000"/>
                </a:lnSpc>
                <a:spcBef>
                  <a:spcPts val="800"/>
                </a:spcBef>
                <a:buClr>
                  <a:schemeClr val="accent1"/>
                </a:buClr>
                <a:buSzPct val="80000"/>
                <a:buFont typeface="Arial"/>
                <a:buChar char="•"/>
                <a:defRPr sz="20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37972" indent="-231606" algn="l" defTabSz="1218987" rtl="0">
                <a:lnSpc>
                  <a:spcPct val="90000"/>
                </a:lnSpc>
                <a:spcBef>
                  <a:spcPts val="800"/>
                </a:spcBef>
                <a:buClr>
                  <a:schemeClr val="accent1"/>
                </a:buClr>
                <a:buSzPct val="80000"/>
                <a:buFont typeface="Arial"/>
                <a:buChar char="•"/>
                <a:defRPr sz="20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742720" indent="-231606" algn="l" defTabSz="1218987" rtl="0">
                <a:lnSpc>
                  <a:spcPct val="90000"/>
                </a:lnSpc>
                <a:spcBef>
                  <a:spcPts val="800"/>
                </a:spcBef>
                <a:buClr>
                  <a:schemeClr val="accent1"/>
                </a:buClr>
                <a:buSzPct val="80000"/>
                <a:buFont typeface="Arial"/>
                <a:buChar char="•"/>
                <a:defRPr sz="20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/>
              </a:pPr>
              <a:r>
                <a:rPr lang="bg-BG"/>
                <a:t>Обучение за ИТ кариера</a:t>
              </a:r>
              <a:endParaRPr/>
            </a:p>
          </p:txBody>
        </p:sp>
        <p:sp>
          <p:nvSpPr>
            <p:cNvPr id="30" name="Text Placeholder 11"/>
            <p:cNvSpPr txBox="1"/>
            <p:nvPr/>
          </p:nvSpPr>
          <p:spPr bwMode="auto">
            <a:xfrm>
              <a:off x="288583" y="5852835"/>
              <a:ext cx="3810000" cy="458462"/>
            </a:xfrm>
            <a:prstGeom prst="rect">
              <a:avLst/>
            </a:prstGeom>
            <a:noFill/>
            <a:effectLst/>
          </p:spPr>
          <p:txBody>
            <a:bodyPr vert="horz" wrap="square" lIns="36000" tIns="36000" rIns="36000" bIns="36000" rtlCol="0" anchor="ctr" anchorCtr="0">
              <a:spAutoFit/>
            </a:bodyPr>
            <a:lstStyle>
              <a:lvl1pPr marL="0" indent="0" algn="l" defTabSz="1218987" rtl="0">
                <a:lnSpc>
                  <a:spcPct val="10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2B254"/>
                </a:buClr>
                <a:buSzPct val="100000"/>
                <a:buFont typeface="Wingdings"/>
                <a:buNone/>
                <a:defRPr lang="en-US" sz="1800" b="1">
                  <a:solidFill>
                    <a:srgbClr val="F27A44"/>
                  </a:solidFill>
                  <a:latin typeface="+mn-lt"/>
                  <a:ea typeface="+mn-ea"/>
                  <a:cs typeface="+mn-cs"/>
                </a:defRPr>
              </a:lvl1pPr>
              <a:lvl2pPr marL="609493" indent="-231606" algn="l" defTabSz="1218987" rtl="0">
                <a:lnSpc>
                  <a:spcPct val="105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Pct val="80000"/>
                <a:buFont typeface="Wingdings"/>
                <a:buChar char="§"/>
                <a:defRPr sz="3200" b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240" indent="-231606" algn="l" defTabSz="1218987" rtl="0">
                <a:lnSpc>
                  <a:spcPct val="105000"/>
                </a:lnSpc>
                <a:spcBef>
                  <a:spcPts val="600"/>
                </a:spcBef>
                <a:spcAft>
                  <a:spcPts val="600"/>
                </a:spcAft>
                <a:buClr>
                  <a:srgbClr val="EF9A1D"/>
                </a:buClr>
                <a:buSzPct val="80000"/>
                <a:buFont typeface="Wingdings"/>
                <a:buChar char="§"/>
                <a:defRPr sz="3000" b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18987" indent="-231606" algn="l" defTabSz="1218987" rtl="0">
                <a:lnSpc>
                  <a:spcPct val="105000"/>
                </a:lnSpc>
                <a:spcBef>
                  <a:spcPts val="600"/>
                </a:spcBef>
                <a:spcAft>
                  <a:spcPts val="600"/>
                </a:spcAft>
                <a:buClr>
                  <a:srgbClr val="ED9411"/>
                </a:buClr>
                <a:buSzPct val="80000"/>
                <a:buFont typeface="Wingdings"/>
                <a:buChar char="§"/>
                <a:defRPr sz="2800" b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523733" indent="-231606" algn="l" defTabSz="1218987" rtl="0">
                <a:lnSpc>
                  <a:spcPct val="105000"/>
                </a:lnSpc>
                <a:spcBef>
                  <a:spcPts val="600"/>
                </a:spcBef>
                <a:spcAft>
                  <a:spcPts val="600"/>
                </a:spcAft>
                <a:buClr>
                  <a:srgbClr val="E28D10"/>
                </a:buClr>
                <a:buSzPct val="80000"/>
                <a:buFont typeface="Wingdings"/>
                <a:buChar char="§"/>
                <a:defRPr sz="2600" b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828480" indent="-231606" algn="l" defTabSz="1218987" rtl="0">
                <a:lnSpc>
                  <a:spcPct val="90000"/>
                </a:lnSpc>
                <a:spcBef>
                  <a:spcPts val="800"/>
                </a:spcBef>
                <a:buClr>
                  <a:schemeClr val="accent1"/>
                </a:buClr>
                <a:buSzPct val="80000"/>
                <a:buFont typeface="Arial"/>
                <a:buChar char="•"/>
                <a:defRPr sz="20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3227" indent="-231606" algn="l" defTabSz="1218987" rtl="0">
                <a:lnSpc>
                  <a:spcPct val="90000"/>
                </a:lnSpc>
                <a:spcBef>
                  <a:spcPts val="800"/>
                </a:spcBef>
                <a:buClr>
                  <a:schemeClr val="accent1"/>
                </a:buClr>
                <a:buSzPct val="80000"/>
                <a:buFont typeface="Arial"/>
                <a:buChar char="•"/>
                <a:defRPr sz="20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37972" indent="-231606" algn="l" defTabSz="1218987" rtl="0">
                <a:lnSpc>
                  <a:spcPct val="90000"/>
                </a:lnSpc>
                <a:spcBef>
                  <a:spcPts val="800"/>
                </a:spcBef>
                <a:buClr>
                  <a:schemeClr val="accent1"/>
                </a:buClr>
                <a:buSzPct val="80000"/>
                <a:buFont typeface="Arial"/>
                <a:buChar char="•"/>
                <a:defRPr sz="20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742720" indent="-231606" algn="l" defTabSz="1218987" rtl="0">
                <a:lnSpc>
                  <a:spcPct val="90000"/>
                </a:lnSpc>
                <a:spcBef>
                  <a:spcPts val="800"/>
                </a:spcBef>
                <a:buClr>
                  <a:schemeClr val="accent1"/>
                </a:buClr>
                <a:buSzPct val="80000"/>
                <a:buFont typeface="Arial"/>
                <a:buChar char="•"/>
                <a:defRPr sz="20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/>
              </a:pPr>
              <a:r>
                <a:rPr lang="en-GB" u="sng">
                  <a:hlinkClick r:id="rId8" tooltip=""/>
                </a:rPr>
                <a:t>https://it-kariera.mon.bg/e-learning/</a:t>
              </a:r>
              <a:endParaRPr lang="en-GB"/>
            </a:p>
          </p:txBody>
        </p:sp>
      </p:grpSp>
      <p:sp>
        <p:nvSpPr>
          <p:cNvPr id="383952787" name="Text Placeholder 11"/>
          <p:cNvSpPr txBox="1"/>
          <p:nvPr/>
        </p:nvSpPr>
        <p:spPr bwMode="auto">
          <a:xfrm>
            <a:off x="303212" y="6229618"/>
            <a:ext cx="11885613" cy="349701"/>
          </a:xfrm>
          <a:prstGeom prst="rect">
            <a:avLst/>
          </a:prstGeom>
          <a:noFill/>
          <a:effectLst/>
        </p:spPr>
        <p:txBody>
          <a:bodyPr vert="horz" wrap="square" lIns="36000" tIns="36000" rIns="36000" bIns="36000" rtlCol="0" anchor="ctr" anchorCtr="0">
            <a:spAutoFit/>
          </a:bodyPr>
          <a:lstStyle>
            <a:defPPr>
              <a:defRPr lang="en-US"/>
            </a:defPPr>
            <a:lvl1pPr marL="0" algn="l" defTabSz="1218987" rtl="0"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1800" b="1" u="sng">
                <a:hlinkClick r:id="rId9" tooltip=""/>
              </a:rPr>
              <a:t>https://github.com/BG-IT-Edu/School-Programming/tree/main/Courses/Applied-Programmer/Programming-Fundamentals</a:t>
            </a:r>
            <a:endParaRPr lang="en-GB" sz="1800" b="1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1126898" name="Rectangle 2"/>
          <p:cNvSpPr>
            <a:spLocks noChangeArrowheads="1" noGrp="1"/>
          </p:cNvSpPr>
          <p:nvPr>
            <p:ph type="title"/>
          </p:nvPr>
        </p:nvSpPr>
        <p:spPr bwMode="auto">
          <a:xfrm>
            <a:off x="189230" y="41275"/>
            <a:ext cx="5053965" cy="1110615"/>
          </a:xfrm>
        </p:spPr>
        <p:txBody>
          <a:bodyPr>
            <a:normAutofit/>
          </a:bodyPr>
          <a:lstStyle/>
          <a:p>
            <a:pPr>
              <a:defRPr/>
            </a:pPr>
            <a:r>
              <a:rPr>
                <a:cs typeface="+mn-lt"/>
              </a:rPr>
              <a:t>Съдържание</a:t>
            </a:r>
            <a:endParaRPr/>
          </a:p>
        </p:txBody>
      </p:sp>
      <p:sp>
        <p:nvSpPr>
          <p:cNvPr id="4771781" name="Rectangle 3"/>
          <p:cNvSpPr>
            <a:spLocks noChangeArrowheads="1" noGrp="1"/>
          </p:cNvSpPr>
          <p:nvPr>
            <p:ph idx="4294967295"/>
          </p:nvPr>
        </p:nvSpPr>
        <p:spPr bwMode="auto">
          <a:xfrm>
            <a:off x="190414" y="1191467"/>
            <a:ext cx="9942598" cy="5530010"/>
          </a:xfrm>
        </p:spPr>
        <p:txBody>
          <a:bodyPr>
            <a:normAutofit/>
          </a:bodyPr>
          <a:lstStyle/>
          <a:p>
            <a:pPr marL="446088" indent="-446088">
              <a:lnSpc>
                <a:spcPct val="120000"/>
              </a:lnSpc>
              <a:buFontTx/>
              <a:buAutoNum type="arabicPeriod"/>
              <a:defRPr/>
            </a:pPr>
            <a:r>
              <a:rPr lang="bg-BG"/>
              <a:t>Какво е </a:t>
            </a:r>
            <a:r>
              <a:rPr lang="en-US">
                <a:solidFill>
                  <a:schemeClr val="tx2">
                    <a:lumMod val="75000"/>
                  </a:schemeClr>
                </a:solidFill>
              </a:rPr>
              <a:t>String</a:t>
            </a:r>
            <a:r>
              <a:rPr lang="en-US"/>
              <a:t>?</a:t>
            </a:r>
            <a:endParaRPr lang="bg-BG"/>
          </a:p>
          <a:p>
            <a:pPr marL="446088" indent="-446088">
              <a:lnSpc>
                <a:spcPct val="120000"/>
              </a:lnSpc>
              <a:buFontTx/>
              <a:buAutoNum type="arabicPeriod"/>
              <a:defRPr/>
            </a:pPr>
            <a:r>
              <a:rPr lang="bg-BG"/>
              <a:t>Какво означава </a:t>
            </a:r>
            <a:r>
              <a:rPr lang="en-US">
                <a:solidFill>
                  <a:schemeClr val="tx2">
                    <a:lumMod val="75000"/>
                  </a:schemeClr>
                </a:solidFill>
              </a:rPr>
              <a:t>Immutable</a:t>
            </a:r>
            <a:r>
              <a:rPr lang="bg-BG">
                <a:solidFill>
                  <a:schemeClr val="tx2">
                    <a:lumMod val="75000"/>
                  </a:schemeClr>
                </a:solidFill>
              </a:rPr>
              <a:t>?</a:t>
            </a:r>
            <a:endParaRPr lang="en-US">
              <a:solidFill>
                <a:schemeClr val="tx2">
                  <a:lumMod val="75000"/>
                </a:schemeClr>
              </a:solidFill>
            </a:endParaRPr>
          </a:p>
          <a:p>
            <a:pPr marL="446088" indent="-446088">
              <a:lnSpc>
                <a:spcPct val="120000"/>
              </a:lnSpc>
              <a:buFontTx/>
              <a:buAutoNum type="arabicPeriod"/>
              <a:defRPr/>
            </a:pPr>
            <a:r>
              <a:rPr lang="bg-BG"/>
              <a:t>Въведение в обработката на </a:t>
            </a:r>
            <a:r>
              <a:rPr lang="en-US"/>
              <a:t> </a:t>
            </a:r>
            <a:r>
              <a:rPr lang="bg-BG"/>
              <a:t>символни низове</a:t>
            </a:r>
            <a:endParaRPr/>
          </a:p>
          <a:p>
            <a:pPr marL="762000" lvl="1" indent="-457200">
              <a:lnSpc>
                <a:spcPct val="120000"/>
              </a:lnSpc>
              <a:defRPr/>
            </a:pPr>
            <a:r>
              <a:rPr lang="bg-BG"/>
              <a:t>Сравняване</a:t>
            </a:r>
            <a:endParaRPr/>
          </a:p>
          <a:p>
            <a:pPr marL="762000" lvl="1" indent="-457200">
              <a:lnSpc>
                <a:spcPct val="120000"/>
              </a:lnSpc>
              <a:defRPr/>
            </a:pPr>
            <a:r>
              <a:rPr lang="bg-BG"/>
              <a:t>Съединяване</a:t>
            </a:r>
            <a:endParaRPr lang="en-US"/>
          </a:p>
        </p:txBody>
      </p:sp>
      <p:pic>
        <p:nvPicPr>
          <p:cNvPr id="1185451715" name="Picture 2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8609011" y="2821904"/>
            <a:ext cx="3406801" cy="3515818"/>
          </a:xfrm>
          <a:prstGeom prst="rect">
            <a:avLst/>
          </a:prstGeom>
        </p:spPr>
      </p:pic>
      <p:pic>
        <p:nvPicPr>
          <p:cNvPr id="78887932" name="Picture 3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027612" y="3048000"/>
            <a:ext cx="4992957" cy="2676352"/>
          </a:xfrm>
          <a:prstGeom prst="rect">
            <a:avLst/>
          </a:prstGeom>
        </p:spPr>
      </p:pic>
      <p:sp>
        <p:nvSpPr>
          <p:cNvPr id="874502788" name="Slide Number Placeholder"/>
          <p:cNvSpPr>
            <a:spLocks noGrp="1"/>
          </p:cNvSpPr>
          <p:nvPr>
            <p:ph type="sldNum" sz="quarter" idx="4"/>
          </p:nvPr>
        </p:nvSpPr>
        <p:spPr bwMode="auto">
          <a:xfrm>
            <a:off x="11566412" y="6525002"/>
            <a:ext cx="428822" cy="196477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014DD1E-5D91-48A3-AD6D-45FBA980D106}" type="slidenum">
              <a:rPr lang="en-US">
                <a:solidFill>
                  <a:prstClr val="white">
                    <a:tint val="75000"/>
                  </a:prstClr>
                </a:solidFill>
              </a:rPr>
              <a:t>2</a:t>
            </a:fld>
            <a:endParaRPr lang="en-US">
              <a:solidFill>
                <a:prstClr val="white">
                  <a:tint val="75000"/>
                </a:prstClr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7178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7178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7178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7178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9426357" name="Rectangle 3"/>
          <p:cNvSpPr>
            <a:spLocks noChangeArrowheads="1" noGrp="1"/>
          </p:cNvSpPr>
          <p:nvPr>
            <p:ph idx="1"/>
          </p:nvPr>
        </p:nvSpPr>
        <p:spPr bwMode="auto"/>
        <p:txBody>
          <a:bodyPr>
            <a:normAutofit/>
          </a:bodyPr>
          <a:lstStyle/>
          <a:p>
            <a:pPr>
              <a:defRPr/>
            </a:pPr>
            <a:r>
              <a:rPr lang="bg-BG">
                <a:solidFill>
                  <a:schemeClr val="tx2">
                    <a:lumMod val="75000"/>
                  </a:schemeClr>
                </a:solidFill>
              </a:rPr>
              <a:t>Символните низове</a:t>
            </a:r>
            <a:r>
              <a:rPr lang="en-US"/>
              <a:t> </a:t>
            </a:r>
            <a:r>
              <a:rPr lang="bg-BG"/>
              <a:t>са поредица от символи </a:t>
            </a:r>
            <a:r>
              <a:rPr lang="en-US"/>
              <a:t>(</a:t>
            </a:r>
            <a:r>
              <a:rPr lang="bg-BG"/>
              <a:t>текстове</a:t>
            </a:r>
            <a:r>
              <a:rPr lang="en-US"/>
              <a:t>)</a:t>
            </a:r>
            <a:endParaRPr/>
          </a:p>
          <a:p>
            <a:pPr>
              <a:defRPr/>
            </a:pPr>
            <a:r>
              <a:rPr lang="en-US">
                <a:solidFill>
                  <a:schemeClr val="tx2">
                    <a:lumMod val="75000"/>
                  </a:schemeClr>
                </a:solidFill>
              </a:rPr>
              <a:t>string data type</a:t>
            </a:r>
            <a:r>
              <a:rPr lang="en-US"/>
              <a:t> in C#</a:t>
            </a:r>
            <a:endParaRPr/>
          </a:p>
          <a:p>
            <a:pPr lvl="1">
              <a:defRPr/>
            </a:pPr>
            <a:r>
              <a:rPr lang="bg-BG"/>
              <a:t>Декларират се с  ключовата дума </a:t>
            </a:r>
            <a:r>
              <a:rPr lang="en-US" b="1">
                <a:solidFill>
                  <a:schemeClr val="tx2">
                    <a:lumMod val="75000"/>
                  </a:schemeClr>
                </a:solidFill>
                <a:latin typeface="Consolas"/>
                <a:cs typeface="Consolas"/>
              </a:rPr>
              <a:t>string</a:t>
            </a:r>
            <a:endParaRPr lang="bg-BG"/>
          </a:p>
          <a:p>
            <a:pPr lvl="1">
              <a:defRPr/>
            </a:pPr>
            <a:r>
              <a:rPr lang="bg-BG"/>
              <a:t>Синоним на типа данни </a:t>
            </a:r>
            <a:r>
              <a:rPr lang="en-US" b="1">
                <a:solidFill>
                  <a:schemeClr val="tx2">
                    <a:lumMod val="75000"/>
                  </a:schemeClr>
                </a:solidFill>
                <a:latin typeface="Consolas"/>
              </a:rPr>
              <a:t>System.String</a:t>
            </a:r>
            <a:r>
              <a:rPr lang="en-US"/>
              <a:t> </a:t>
            </a:r>
            <a:r>
              <a:rPr lang="bg-BG"/>
              <a:t>в </a:t>
            </a:r>
            <a:r>
              <a:rPr lang="en-US"/>
              <a:t>.NET</a:t>
            </a:r>
            <a:endParaRPr/>
          </a:p>
          <a:p>
            <a:pPr>
              <a:defRPr/>
            </a:pPr>
            <a:r>
              <a:rPr lang="bg-BG"/>
              <a:t>Символните низове се заграждат в кавички </a:t>
            </a:r>
            <a:r>
              <a:rPr lang="en-US"/>
              <a:t>:</a:t>
            </a:r>
            <a:endParaRPr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bg-BG"/>
              <a:t>Съединени с оператор</a:t>
            </a:r>
            <a:r>
              <a:rPr lang="en-US"/>
              <a:t> "</a:t>
            </a:r>
            <a:r>
              <a:rPr lang="en-US" b="1">
                <a:solidFill>
                  <a:schemeClr val="tx2">
                    <a:lumMod val="75000"/>
                  </a:schemeClr>
                </a:solidFill>
                <a:latin typeface="Consolas"/>
              </a:rPr>
              <a:t>+</a:t>
            </a:r>
            <a:r>
              <a:rPr lang="en-US"/>
              <a:t>":</a:t>
            </a:r>
            <a:endParaRPr/>
          </a:p>
        </p:txBody>
      </p:sp>
      <p:sp>
        <p:nvSpPr>
          <p:cNvPr id="512837166" name="Rectangle 2"/>
          <p:cNvSpPr>
            <a:spLocks noChangeArrowheads="1"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bg-BG"/>
              <a:t>Символни низове</a:t>
            </a:r>
            <a:endParaRPr/>
          </a:p>
        </p:txBody>
      </p:sp>
      <p:sp>
        <p:nvSpPr>
          <p:cNvPr id="1695076340" name="Rectangle 4"/>
          <p:cNvSpPr>
            <a:spLocks noChangeArrowheads="1"/>
          </p:cNvSpPr>
          <p:nvPr/>
        </p:nvSpPr>
        <p:spPr bwMode="auto">
          <a:xfrm>
            <a:off x="684213" y="4534060"/>
            <a:ext cx="6248400" cy="540148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  <a:defRPr/>
            </a:pPr>
            <a:r>
              <a:rPr lang="en-US" sz="2800" b="1">
                <a:solidFill>
                  <a:schemeClr val="tx2">
                    <a:lumMod val="75000"/>
                  </a:schemeClr>
                </a:solidFill>
                <a:latin typeface="Consolas"/>
                <a:cs typeface="Consolas"/>
              </a:rPr>
              <a:t>string</a:t>
            </a:r>
            <a:r>
              <a:rPr lang="en-US" sz="2800" b="1">
                <a:solidFill>
                  <a:schemeClr val="tx2"/>
                </a:solidFill>
                <a:latin typeface="Consolas"/>
                <a:cs typeface="Consolas"/>
              </a:rPr>
              <a:t> s = "Hello, C#";</a:t>
            </a:r>
            <a:endParaRPr/>
          </a:p>
        </p:txBody>
      </p:sp>
      <p:grpSp>
        <p:nvGrpSpPr>
          <p:cNvPr id="688988245" name="Group 15"/>
          <p:cNvGrpSpPr/>
          <p:nvPr/>
        </p:nvGrpSpPr>
        <p:grpSpPr bwMode="auto">
          <a:xfrm>
            <a:off x="7892861" y="1407055"/>
            <a:ext cx="4295964" cy="4862014"/>
            <a:chOff x="7008812" y="1600200"/>
            <a:chExt cx="4458687" cy="4660133"/>
          </a:xfrm>
        </p:grpSpPr>
        <p:cxnSp>
          <p:nvCxnSpPr>
            <p:cNvPr id="4" name="Straight Connector 3"/>
            <p:cNvCxnSpPr/>
            <p:nvPr/>
          </p:nvCxnSpPr>
          <p:spPr bwMode="auto">
            <a:xfrm flipV="1">
              <a:off x="8147357" y="2959396"/>
              <a:ext cx="881742" cy="2481735"/>
            </a:xfrm>
            <a:prstGeom prst="line">
              <a:avLst/>
            </a:prstGeom>
            <a:ln w="38100"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/>
          </p:nvCxnSpPr>
          <p:spPr bwMode="auto">
            <a:xfrm flipH="1" flipV="1">
              <a:off x="9063712" y="2988421"/>
              <a:ext cx="2334561" cy="1783125"/>
            </a:xfrm>
            <a:prstGeom prst="line">
              <a:avLst/>
            </a:prstGeom>
            <a:ln w="38100"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" name="Picture 1"/>
            <p:cNvPicPr>
              <a:picLocks noChangeAspect="1"/>
            </p:cNvPicPr>
            <p:nvPr/>
          </p:nvPicPr>
          <p:blipFill rotWithShape="1">
            <a:blip r:embed="rId3"/>
            <a:stretch/>
          </p:blipFill>
          <p:spPr bwMode="auto">
            <a:xfrm>
              <a:off x="7443413" y="1600200"/>
              <a:ext cx="3932261" cy="2304488"/>
            </a:xfrm>
            <a:prstGeom prst="rect">
              <a:avLst/>
            </a:prstGeom>
            <a:ln w="38100"/>
          </p:spPr>
        </p:pic>
        <p:pic>
          <p:nvPicPr>
            <p:cNvPr id="6" name="Picture 5"/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 bwMode="auto">
            <a:xfrm>
              <a:off x="7008812" y="4650955"/>
              <a:ext cx="4458687" cy="1609378"/>
            </a:xfrm>
            <a:prstGeom prst="rect">
              <a:avLst/>
            </a:prstGeom>
          </p:spPr>
        </p:pic>
        <p:sp>
          <p:nvSpPr>
            <p:cNvPr id="20" name="TextBox 19"/>
            <p:cNvSpPr txBox="1"/>
            <p:nvPr/>
          </p:nvSpPr>
          <p:spPr bwMode="auto">
            <a:xfrm rot="20877217">
              <a:off x="8983936" y="4355729"/>
              <a:ext cx="1390765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defRPr/>
              </a:pPr>
              <a:r>
                <a:rPr lang="en-US" sz="3600" b="1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chemeClr val="accent1">
                      <a:lumMod val="40000"/>
                      <a:lumOff val="60000"/>
                    </a:schemeClr>
                  </a:solidFill>
                </a:rPr>
                <a:t>string</a:t>
              </a:r>
              <a:endParaRPr lang="en-US" sz="2800" b="1">
                <a:ln w="10160">
                  <a:solidFill>
                    <a:schemeClr val="accent5"/>
                  </a:solidFill>
                  <a:prstDash val="solid"/>
                </a:ln>
                <a:solidFill>
                  <a:schemeClr val="accent1">
                    <a:lumMod val="40000"/>
                    <a:lumOff val="60000"/>
                  </a:schemeClr>
                </a:solidFill>
              </a:endParaRPr>
            </a:p>
          </p:txBody>
        </p:sp>
      </p:grpSp>
      <p:sp>
        <p:nvSpPr>
          <p:cNvPr id="2001872913" name="Rectangle 4"/>
          <p:cNvSpPr>
            <a:spLocks noChangeArrowheads="1"/>
          </p:cNvSpPr>
          <p:nvPr/>
        </p:nvSpPr>
        <p:spPr bwMode="auto">
          <a:xfrm>
            <a:off x="684212" y="5912477"/>
            <a:ext cx="6248401" cy="566309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  <a:defRPr/>
            </a:pPr>
            <a:r>
              <a:rPr lang="en-US" sz="2800" b="1">
                <a:solidFill>
                  <a:schemeClr val="tx2">
                    <a:lumMod val="75000"/>
                  </a:schemeClr>
                </a:solidFill>
                <a:latin typeface="Consolas"/>
                <a:cs typeface="Consolas"/>
              </a:rPr>
              <a:t>string</a:t>
            </a:r>
            <a:r>
              <a:rPr lang="en-US" sz="2800" b="1">
                <a:solidFill>
                  <a:schemeClr val="tx2"/>
                </a:solidFill>
                <a:latin typeface="Consolas"/>
                <a:cs typeface="Consolas"/>
              </a:rPr>
              <a:t> s = "Hello"</a:t>
            </a:r>
            <a:r>
              <a:rPr lang="en-US" sz="2800" b="1">
                <a:solidFill>
                  <a:schemeClr val="tx2"/>
                </a:solidFill>
                <a:cs typeface="Consolas"/>
              </a:rPr>
              <a:t> </a:t>
            </a:r>
            <a:r>
              <a:rPr lang="en-US" sz="2800" b="1">
                <a:solidFill>
                  <a:schemeClr val="tx2">
                    <a:lumMod val="75000"/>
                  </a:schemeClr>
                </a:solidFill>
                <a:latin typeface="Consolas"/>
                <a:cs typeface="Consolas"/>
              </a:rPr>
              <a:t>+</a:t>
            </a:r>
            <a:r>
              <a:rPr lang="en-US" sz="2800" b="1">
                <a:solidFill>
                  <a:schemeClr val="tx2"/>
                </a:solidFill>
                <a:cs typeface="Consolas"/>
              </a:rPr>
              <a:t> </a:t>
            </a:r>
            <a:r>
              <a:rPr lang="en-US" sz="2800" b="1">
                <a:solidFill>
                  <a:schemeClr val="tx2"/>
                </a:solidFill>
                <a:latin typeface="Consolas"/>
                <a:cs typeface="Consolas"/>
              </a:rPr>
              <a:t>" "</a:t>
            </a:r>
            <a:r>
              <a:rPr lang="en-US" sz="2800" b="1">
                <a:solidFill>
                  <a:schemeClr val="tx2"/>
                </a:solidFill>
                <a:cs typeface="Consolas"/>
              </a:rPr>
              <a:t> </a:t>
            </a:r>
            <a:r>
              <a:rPr lang="en-US" sz="2800" b="1">
                <a:solidFill>
                  <a:schemeClr val="tx2">
                    <a:lumMod val="75000"/>
                  </a:schemeClr>
                </a:solidFill>
                <a:latin typeface="Consolas"/>
                <a:cs typeface="Consolas"/>
              </a:rPr>
              <a:t>+</a:t>
            </a:r>
            <a:r>
              <a:rPr lang="en-US" sz="2800" b="1">
                <a:solidFill>
                  <a:schemeClr val="tx2"/>
                </a:solidFill>
                <a:cs typeface="Consolas"/>
              </a:rPr>
              <a:t> </a:t>
            </a:r>
            <a:r>
              <a:rPr lang="en-US" sz="2800" b="1">
                <a:solidFill>
                  <a:schemeClr val="tx2"/>
                </a:solidFill>
                <a:latin typeface="Consolas"/>
                <a:cs typeface="Consolas"/>
              </a:rPr>
              <a:t>"C#";</a:t>
            </a:r>
            <a:endParaRPr/>
          </a:p>
        </p:txBody>
      </p:sp>
      <p:sp>
        <p:nvSpPr>
          <p:cNvPr id="410796521" name="Slide Number Placeholder"/>
          <p:cNvSpPr>
            <a:spLocks noGrp="1"/>
          </p:cNvSpPr>
          <p:nvPr>
            <p:ph type="sldNum" sz="quarter" idx="4"/>
          </p:nvPr>
        </p:nvSpPr>
        <p:spPr bwMode="auto">
          <a:xfrm>
            <a:off x="11566412" y="6525002"/>
            <a:ext cx="428822" cy="196477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014DD1E-5D91-48A3-AD6D-45FBA980D106}" type="slidenum">
              <a:rPr lang="en-US">
                <a:solidFill>
                  <a:prstClr val="white">
                    <a:tint val="75000"/>
                  </a:prstClr>
                </a:solidFill>
              </a:rPr>
              <a:t>3</a:t>
            </a:fld>
            <a:endParaRPr lang="en-US">
              <a:solidFill>
                <a:prstClr val="white">
                  <a:tint val="75000"/>
                </a:prstClr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94263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94263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94263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94263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5076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94263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18729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95076340" grpId="0" animBg="1"/>
      <p:bldP spid="200187291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0713249" name="Content Placeholder 2"/>
          <p:cNvSpPr>
            <a:spLocks noGrp="1"/>
          </p:cNvSpPr>
          <p:nvPr>
            <p:ph idx="1"/>
          </p:nvPr>
        </p:nvSpPr>
        <p:spPr bwMode="auto"/>
        <p:txBody>
          <a:bodyPr>
            <a:normAutofit lnSpcReduction="10000"/>
          </a:bodyPr>
          <a:lstStyle/>
          <a:p>
            <a:pPr marL="304747" lvl="1">
              <a:defRPr/>
            </a:pPr>
            <a:r>
              <a:rPr lang="bg-BG" sz="3600"/>
              <a:t>Символните низове са </a:t>
            </a:r>
            <a:r>
              <a:rPr lang="en-US" sz="3600" b="1">
                <a:solidFill>
                  <a:schemeClr val="tx2">
                    <a:lumMod val="75000"/>
                  </a:schemeClr>
                </a:solidFill>
              </a:rPr>
              <a:t>immutable</a:t>
            </a:r>
            <a:r>
              <a:rPr lang="en-US" sz="360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en-US" sz="3600"/>
              <a:t>(read-only) </a:t>
            </a:r>
            <a:r>
              <a:rPr lang="bg-BG" sz="3600"/>
              <a:t>поредици от символи</a:t>
            </a:r>
            <a:endParaRPr lang="en-US" sz="3600"/>
          </a:p>
          <a:p>
            <a:pPr marL="609494" lvl="2">
              <a:defRPr/>
            </a:pPr>
            <a:r>
              <a:rPr lang="bg-BG" sz="3400"/>
              <a:t>Достъпни по индекс</a:t>
            </a:r>
            <a:r>
              <a:rPr lang="en-US" sz="3400"/>
              <a:t> (read-only)</a:t>
            </a:r>
            <a:endParaRPr/>
          </a:p>
          <a:p>
            <a:pPr marL="304747" lvl="1" indent="-304747">
              <a:buClr>
                <a:srgbClr val="F2B254"/>
              </a:buClr>
              <a:buSzPct val="100000"/>
              <a:defRPr/>
            </a:pPr>
            <a:endParaRPr lang="en-US" sz="3600"/>
          </a:p>
          <a:p>
            <a:pPr marL="304747" lvl="1" indent="-304747">
              <a:buClr>
                <a:srgbClr val="F2B254"/>
              </a:buClr>
              <a:buSzPct val="100000"/>
              <a:defRPr/>
            </a:pPr>
            <a:endParaRPr lang="en-US" sz="3600"/>
          </a:p>
          <a:p>
            <a:pPr marL="304747" lvl="1" indent="-304747">
              <a:buClr>
                <a:srgbClr val="F2B254"/>
              </a:buClr>
              <a:buSzPct val="100000"/>
              <a:defRPr/>
            </a:pPr>
            <a:endParaRPr lang="en-US" sz="3600"/>
          </a:p>
          <a:p>
            <a:pPr>
              <a:spcBef>
                <a:spcPts val="1800"/>
              </a:spcBef>
              <a:defRPr/>
            </a:pPr>
            <a:r>
              <a:rPr lang="bg-BG" sz="3600"/>
              <a:t>Символните низове </a:t>
            </a:r>
            <a:r>
              <a:rPr lang="en-US" sz="3600">
                <a:solidFill>
                  <a:schemeClr val="tx2">
                    <a:lumMod val="75000"/>
                  </a:schemeClr>
                </a:solidFill>
              </a:rPr>
              <a:t>Unicode </a:t>
            </a:r>
            <a:r>
              <a:rPr lang="en-US" sz="3600"/>
              <a:t>(</a:t>
            </a:r>
            <a:r>
              <a:rPr lang="bg-BG" sz="3600"/>
              <a:t>може да се ползват мого азбуки, например Арабски</a:t>
            </a:r>
            <a:r>
              <a:rPr lang="en-US" sz="3600"/>
              <a:t>)</a:t>
            </a:r>
            <a:endParaRPr lang="en-US" sz="3600">
              <a:solidFill>
                <a:schemeClr val="tx2">
                  <a:lumMod val="75000"/>
                </a:schemeClr>
              </a:solidFill>
            </a:endParaRPr>
          </a:p>
          <a:p>
            <a:pPr>
              <a:defRPr/>
            </a:pPr>
            <a:endParaRPr lang="en-US" sz="3200"/>
          </a:p>
          <a:p>
            <a:pPr>
              <a:defRPr/>
            </a:pPr>
            <a:endParaRPr lang="en-US"/>
          </a:p>
        </p:txBody>
      </p:sp>
      <p:sp>
        <p:nvSpPr>
          <p:cNvPr id="2146751980" name="Title 3"/>
          <p:cNvSpPr>
            <a:spLocks noGrp="1"/>
          </p:cNvSpPr>
          <p:nvPr>
            <p:ph type="title"/>
          </p:nvPr>
        </p:nvSpPr>
        <p:spPr bwMode="auto"/>
        <p:txBody>
          <a:bodyPr>
            <a:normAutofit fontScale="90000"/>
          </a:bodyPr>
          <a:lstStyle/>
          <a:p>
            <a:pPr>
              <a:defRPr/>
            </a:pPr>
            <a:r>
              <a:rPr lang="bg-BG"/>
              <a:t>В</a:t>
            </a:r>
            <a:r>
              <a:rPr lang="en-US"/>
              <a:t> C# </a:t>
            </a:r>
            <a:r>
              <a:rPr lang="bg-BG"/>
              <a:t>символните низове са</a:t>
            </a:r>
            <a:r>
              <a:rPr lang="en-US"/>
              <a:t> Immutable, </a:t>
            </a:r>
            <a:r>
              <a:rPr lang="bg-BG"/>
              <a:t>използват </a:t>
            </a:r>
            <a:r>
              <a:rPr lang="en-US"/>
              <a:t> Unicode</a:t>
            </a:r>
            <a:endParaRPr/>
          </a:p>
        </p:txBody>
      </p:sp>
      <p:sp>
        <p:nvSpPr>
          <p:cNvPr id="1267372271" name="Rectangle 5"/>
          <p:cNvSpPr>
            <a:spLocks noChangeArrowheads="1"/>
          </p:cNvSpPr>
          <p:nvPr/>
        </p:nvSpPr>
        <p:spPr bwMode="auto">
          <a:xfrm>
            <a:off x="548345" y="3047999"/>
            <a:ext cx="4651437" cy="2040787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  <a:defRPr/>
            </a:pPr>
            <a:r>
              <a:rPr lang="en-US" sz="2800" b="1">
                <a:solidFill>
                  <a:schemeClr val="tx2">
                    <a:lumMod val="75000"/>
                  </a:schemeClr>
                </a:solidFill>
                <a:latin typeface="Consolas"/>
                <a:cs typeface="Consolas"/>
              </a:rPr>
              <a:t>string</a:t>
            </a:r>
            <a:r>
              <a:rPr lang="en-US" sz="2800" b="1">
                <a:solidFill>
                  <a:schemeClr val="tx2"/>
                </a:solidFill>
                <a:latin typeface="Consolas"/>
                <a:cs typeface="Consolas"/>
              </a:rPr>
              <a:t> str =</a:t>
            </a:r>
            <a:endParaRPr/>
          </a:p>
          <a:p>
            <a:pPr>
              <a:lnSpc>
                <a:spcPct val="10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  <a:defRPr/>
            </a:pPr>
            <a:r>
              <a:rPr lang="en-US" sz="2800" b="1">
                <a:solidFill>
                  <a:schemeClr val="tx2"/>
                </a:solidFill>
                <a:latin typeface="Consolas"/>
                <a:cs typeface="Consolas"/>
              </a:rPr>
              <a:t>  </a:t>
            </a:r>
            <a:r>
              <a:rPr lang="en-US" sz="2800" b="1">
                <a:solidFill>
                  <a:schemeClr val="tx2">
                    <a:lumMod val="75000"/>
                  </a:schemeClr>
                </a:solidFill>
                <a:latin typeface="Consolas"/>
                <a:cs typeface="Consolas"/>
              </a:rPr>
              <a:t>"Hello, C#"</a:t>
            </a:r>
            <a:r>
              <a:rPr lang="en-US" sz="2800" b="1">
                <a:solidFill>
                  <a:schemeClr val="tx2"/>
                </a:solidFill>
                <a:latin typeface="Consolas"/>
                <a:cs typeface="Consolas"/>
              </a:rPr>
              <a:t>;</a:t>
            </a:r>
            <a:endParaRPr sz="2800" b="1">
              <a:solidFill>
                <a:schemeClr val="tx2">
                  <a:lumMod val="75000"/>
                </a:schemeClr>
              </a:solidFill>
              <a:latin typeface="Consolas"/>
              <a:cs typeface="Consolas"/>
            </a:endParaRPr>
          </a:p>
          <a:p>
            <a:pPr>
              <a:lnSpc>
                <a:spcPct val="105000"/>
              </a:lnSpc>
              <a:spcBef>
                <a:spcPts val="600"/>
              </a:spcBef>
              <a:buClr>
                <a:schemeClr val="accent5">
                  <a:lumMod val="40000"/>
                  <a:lumOff val="60000"/>
                </a:schemeClr>
              </a:buClr>
              <a:buSzPct val="70000"/>
              <a:defRPr/>
            </a:pPr>
            <a:r>
              <a:rPr lang="en-US" sz="2800" b="1">
                <a:solidFill>
                  <a:schemeClr val="tx2">
                    <a:lumMod val="75000"/>
                  </a:schemeClr>
                </a:solidFill>
                <a:latin typeface="Consolas"/>
                <a:cs typeface="Consolas"/>
              </a:rPr>
              <a:t>char</a:t>
            </a:r>
            <a:r>
              <a:rPr lang="en-US" sz="2800" b="1">
                <a:solidFill>
                  <a:schemeClr val="tx2"/>
                </a:solidFill>
                <a:latin typeface="Consolas"/>
                <a:cs typeface="Consolas"/>
              </a:rPr>
              <a:t> ch = str[2];</a:t>
            </a:r>
            <a:r>
              <a:rPr lang="en-US" sz="2800" b="1">
                <a:solidFill>
                  <a:schemeClr val="tx2">
                    <a:lumMod val="75000"/>
                  </a:schemeClr>
                </a:solidFill>
                <a:latin typeface="Consolas"/>
                <a:cs typeface="Consolas"/>
              </a:rPr>
              <a:t> //</a:t>
            </a:r>
            <a:r>
              <a:rPr lang="en-US" sz="2800" b="1">
                <a:solidFill>
                  <a:schemeClr val="tx2">
                    <a:lumMod val="75000"/>
                  </a:schemeClr>
                </a:solidFill>
                <a:cs typeface="Consolas"/>
              </a:rPr>
              <a:t> OK</a:t>
            </a:r>
            <a:endParaRPr lang="en-US" sz="2800" b="1">
              <a:solidFill>
                <a:schemeClr val="tx2"/>
              </a:solidFill>
              <a:latin typeface="Consolas"/>
              <a:cs typeface="Consolas"/>
            </a:endParaRPr>
          </a:p>
          <a:p>
            <a:pPr>
              <a:lnSpc>
                <a:spcPct val="105000"/>
              </a:lnSpc>
              <a:spcBef>
                <a:spcPts val="600"/>
              </a:spcBef>
              <a:buClr>
                <a:schemeClr val="accent5">
                  <a:lumMod val="40000"/>
                  <a:lumOff val="60000"/>
                </a:schemeClr>
              </a:buClr>
              <a:buSzPct val="70000"/>
              <a:defRPr/>
            </a:pPr>
            <a:r>
              <a:rPr lang="en-US" sz="2800" b="1">
                <a:solidFill>
                  <a:schemeClr val="tx2"/>
                </a:solidFill>
                <a:latin typeface="Consolas"/>
                <a:cs typeface="Consolas"/>
              </a:rPr>
              <a:t>str[2] = 'a'; </a:t>
            </a:r>
            <a:r>
              <a:rPr lang="en-US" sz="2800" b="1">
                <a:solidFill>
                  <a:schemeClr val="tx2">
                    <a:lumMod val="75000"/>
                  </a:schemeClr>
                </a:solidFill>
                <a:latin typeface="Consolas"/>
                <a:cs typeface="Consolas"/>
              </a:rPr>
              <a:t>//</a:t>
            </a:r>
            <a:r>
              <a:rPr lang="en-US" sz="2800" b="1">
                <a:solidFill>
                  <a:schemeClr val="tx2">
                    <a:lumMod val="75000"/>
                  </a:schemeClr>
                </a:solidFill>
                <a:cs typeface="Consolas"/>
              </a:rPr>
              <a:t> Error!</a:t>
            </a:r>
            <a:endParaRPr/>
          </a:p>
        </p:txBody>
      </p:sp>
      <p:sp>
        <p:nvSpPr>
          <p:cNvPr id="1593367290" name="Rectangle 7"/>
          <p:cNvSpPr>
            <a:spLocks noChangeArrowheads="1"/>
          </p:cNvSpPr>
          <p:nvPr/>
        </p:nvSpPr>
        <p:spPr bwMode="auto">
          <a:xfrm>
            <a:off x="645120" y="6176712"/>
            <a:ext cx="11145985" cy="544765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  <a:defRPr/>
            </a:pPr>
            <a:r>
              <a:rPr lang="en-US" sz="2800" b="1">
                <a:solidFill>
                  <a:schemeClr val="tx2">
                    <a:lumMod val="75000"/>
                  </a:schemeClr>
                </a:solidFill>
                <a:latin typeface="Consolas"/>
                <a:cs typeface="Consolas"/>
              </a:rPr>
              <a:t>string</a:t>
            </a:r>
            <a:r>
              <a:rPr lang="en-US" sz="2800" b="1">
                <a:solidFill>
                  <a:schemeClr val="tx2"/>
                </a:solidFill>
                <a:latin typeface="Consolas"/>
                <a:cs typeface="Consolas"/>
              </a:rPr>
              <a:t> greeting = </a:t>
            </a:r>
            <a:r>
              <a:rPr lang="en-US" sz="2800" b="1">
                <a:solidFill>
                  <a:schemeClr val="tx2">
                    <a:lumMod val="75000"/>
                  </a:schemeClr>
                </a:solidFill>
                <a:latin typeface="Consolas"/>
                <a:cs typeface="Consolas"/>
              </a:rPr>
              <a:t>"</a:t>
            </a:r>
            <a:r>
              <a:rPr lang="ar-AE" sz="2800" b="1">
                <a:solidFill>
                  <a:schemeClr val="tx2">
                    <a:lumMod val="75000"/>
                  </a:schemeClr>
                </a:solidFill>
                <a:latin typeface="Consolas"/>
                <a:cs typeface="Consolas"/>
              </a:rPr>
              <a:t>السَّلَامُ عَلَيْكُمْ</a:t>
            </a:r>
            <a:r>
              <a:rPr lang="en-US" sz="2800" b="1">
                <a:solidFill>
                  <a:schemeClr val="tx2">
                    <a:lumMod val="75000"/>
                  </a:schemeClr>
                </a:solidFill>
                <a:latin typeface="Consolas"/>
                <a:cs typeface="Consolas"/>
              </a:rPr>
              <a:t>"</a:t>
            </a:r>
            <a:r>
              <a:rPr lang="en-US" sz="2800" b="1">
                <a:solidFill>
                  <a:schemeClr val="tx2"/>
                </a:solidFill>
                <a:latin typeface="Consolas"/>
                <a:cs typeface="Consolas"/>
              </a:rPr>
              <a:t>; </a:t>
            </a:r>
            <a:r>
              <a:rPr lang="en-US" sz="2800" b="1">
                <a:solidFill>
                  <a:schemeClr val="tx2">
                    <a:lumMod val="75000"/>
                  </a:schemeClr>
                </a:solidFill>
                <a:latin typeface="Consolas"/>
                <a:cs typeface="Consolas"/>
              </a:rPr>
              <a:t>// </a:t>
            </a:r>
            <a:r>
              <a:rPr lang="en-US" sz="2800" b="1" i="1">
                <a:solidFill>
                  <a:schemeClr val="tx2">
                    <a:lumMod val="75000"/>
                  </a:schemeClr>
                </a:solidFill>
                <a:cs typeface="Consolas"/>
              </a:rPr>
              <a:t>As-salamu alaykum </a:t>
            </a:r>
            <a:endParaRPr/>
          </a:p>
        </p:txBody>
      </p:sp>
      <p:sp>
        <p:nvSpPr>
          <p:cNvPr id="292077820" name="Rectangle: Rounded Corners 6"/>
          <p:cNvSpPr/>
          <p:nvPr/>
        </p:nvSpPr>
        <p:spPr bwMode="auto">
          <a:xfrm>
            <a:off x="5498604" y="3047999"/>
            <a:ext cx="6191394" cy="2055947"/>
          </a:xfrm>
          <a:prstGeom prst="roundRect">
            <a:avLst>
              <a:gd name="adj" fmla="val 1348"/>
            </a:avLst>
          </a:prstGeom>
          <a:solidFill>
            <a:srgbClr val="F0A22E">
              <a:alpha val="4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en-US" sz="2800"/>
          </a:p>
        </p:txBody>
      </p:sp>
      <p:graphicFrame>
        <p:nvGraphicFramePr>
          <p:cNvPr id="327966379" name="Group 52"/>
          <p:cNvGraphicFramePr>
            <a:graphicFrameLocks xmlns:a="http://schemas.openxmlformats.org/drawingml/2006/main" noGrp="1"/>
          </p:cNvGraphicFramePr>
          <p:nvPr/>
        </p:nvGraphicFramePr>
        <p:xfrm rot="0">
          <a:off x="7678779" y="3576988"/>
          <a:ext cx="3809998" cy="997968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422679"/>
                <a:gridCol w="424151"/>
                <a:gridCol w="422679"/>
                <a:gridCol w="421206"/>
                <a:gridCol w="422679"/>
                <a:gridCol w="424151"/>
                <a:gridCol w="424151"/>
                <a:gridCol w="424151"/>
                <a:gridCol w="424151"/>
              </a:tblGrid>
              <a:tr h="0">
                <a:tc>
                  <a:txBody>
                    <a:bodyPr/>
                    <a:p>
                      <a:pPr marL="0" marR="0" lvl="0" indent="0" algn="ctr" defTabSz="914400" rtl="0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Tx/>
                        <a:buFontTx/>
                        <a:buNone/>
                        <a:defRPr/>
                      </a:pPr>
                      <a:r>
                        <a:rPr lang="en-US" sz="2800" b="0">
                          <a:solidFill>
                            <a:schemeClr val="tx2"/>
                          </a:solidFill>
                          <a:latin typeface="Consolas"/>
                          <a:ea typeface="+mn-ea"/>
                          <a:cs typeface="Consolas"/>
                        </a:rPr>
                        <a:t>0</a:t>
                      </a:r>
                      <a:endParaRPr lang="bg-BG" sz="2800" b="0">
                        <a:solidFill>
                          <a:schemeClr val="tx2"/>
                        </a:solidFill>
                        <a:latin typeface="Consolas"/>
                        <a:ea typeface="+mn-ea"/>
                        <a:cs typeface="Consolas"/>
                      </a:endParaRPr>
                    </a:p>
                  </a:txBody>
                  <a:tcPr marL="90000" marR="90000" marT="46800" marB="46800" anchor="ctr">
                    <a:lnL w="28575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L>
                    <a:lnR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R>
                    <a:lnT w="28575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solidFill>
                      <a:schemeClr val="bg1"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Tx/>
                        <a:buFontTx/>
                        <a:buNone/>
                        <a:defRPr/>
                      </a:pPr>
                      <a:r>
                        <a:rPr lang="en-US" sz="2800" b="0">
                          <a:solidFill>
                            <a:schemeClr val="tx2"/>
                          </a:solidFill>
                          <a:latin typeface="Consolas"/>
                          <a:ea typeface="+mn-ea"/>
                          <a:cs typeface="Consolas"/>
                        </a:rPr>
                        <a:t>1</a:t>
                      </a:r>
                      <a:endParaRPr lang="bg-BG" sz="2800" b="0">
                        <a:solidFill>
                          <a:schemeClr val="tx2"/>
                        </a:solidFill>
                        <a:latin typeface="Consolas"/>
                        <a:ea typeface="+mn-ea"/>
                        <a:cs typeface="Consolas"/>
                      </a:endParaRPr>
                    </a:p>
                  </a:txBody>
                  <a:tcPr marL="90000" marR="90000" marT="46800" marB="46800" anchor="ctr">
                    <a:lnL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L>
                    <a:lnR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R>
                    <a:lnT w="28575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solidFill>
                      <a:schemeClr val="bg1"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Tx/>
                        <a:buFontTx/>
                        <a:buNone/>
                        <a:defRPr/>
                      </a:pPr>
                      <a:r>
                        <a:rPr lang="en-US" sz="2800" b="0">
                          <a:solidFill>
                            <a:schemeClr val="tx2"/>
                          </a:solidFill>
                          <a:latin typeface="Consolas"/>
                          <a:ea typeface="+mn-ea"/>
                          <a:cs typeface="Consolas"/>
                        </a:rPr>
                        <a:t>2</a:t>
                      </a:r>
                      <a:endParaRPr lang="bg-BG" sz="2800" b="0">
                        <a:solidFill>
                          <a:schemeClr val="tx2"/>
                        </a:solidFill>
                        <a:latin typeface="Consolas"/>
                        <a:ea typeface="+mn-ea"/>
                        <a:cs typeface="Consolas"/>
                      </a:endParaRPr>
                    </a:p>
                  </a:txBody>
                  <a:tcPr marL="90000" marR="90000" marT="46800" marB="46800" anchor="ctr">
                    <a:lnL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L>
                    <a:lnR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R>
                    <a:lnT w="28575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solidFill>
                      <a:schemeClr val="bg1"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Tx/>
                        <a:buFontTx/>
                        <a:buNone/>
                        <a:defRPr/>
                      </a:pPr>
                      <a:r>
                        <a:rPr lang="en-US" sz="2800" b="0">
                          <a:solidFill>
                            <a:schemeClr val="tx2"/>
                          </a:solidFill>
                          <a:latin typeface="Consolas"/>
                          <a:ea typeface="+mn-ea"/>
                          <a:cs typeface="Consolas"/>
                        </a:rPr>
                        <a:t>3</a:t>
                      </a:r>
                      <a:endParaRPr lang="bg-BG" sz="2800" b="0">
                        <a:solidFill>
                          <a:schemeClr val="tx2"/>
                        </a:solidFill>
                        <a:latin typeface="Consolas"/>
                        <a:ea typeface="+mn-ea"/>
                        <a:cs typeface="Consolas"/>
                      </a:endParaRPr>
                    </a:p>
                  </a:txBody>
                  <a:tcPr marL="90000" marR="90000" marT="46800" marB="46800" anchor="ctr">
                    <a:lnL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L>
                    <a:lnR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R>
                    <a:lnT w="28575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solidFill>
                      <a:schemeClr val="bg1"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Tx/>
                        <a:buFontTx/>
                        <a:buNone/>
                        <a:defRPr/>
                      </a:pPr>
                      <a:r>
                        <a:rPr lang="en-US" sz="2800" b="0">
                          <a:solidFill>
                            <a:schemeClr val="tx2"/>
                          </a:solidFill>
                          <a:latin typeface="Consolas"/>
                          <a:ea typeface="+mn-ea"/>
                          <a:cs typeface="Consolas"/>
                        </a:rPr>
                        <a:t>4</a:t>
                      </a:r>
                      <a:endParaRPr lang="bg-BG" sz="2800" b="0">
                        <a:solidFill>
                          <a:schemeClr val="tx2"/>
                        </a:solidFill>
                        <a:latin typeface="Consolas"/>
                        <a:ea typeface="+mn-ea"/>
                        <a:cs typeface="Consolas"/>
                      </a:endParaRPr>
                    </a:p>
                  </a:txBody>
                  <a:tcPr marL="90000" marR="90000" marT="46800" marB="46800" anchor="ctr">
                    <a:lnL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L>
                    <a:lnR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R>
                    <a:lnT w="28575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solidFill>
                      <a:schemeClr val="bg1"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Tx/>
                        <a:buFontTx/>
                        <a:buNone/>
                        <a:defRPr/>
                      </a:pPr>
                      <a:r>
                        <a:rPr lang="en-US" sz="2800" b="0">
                          <a:solidFill>
                            <a:schemeClr val="tx2"/>
                          </a:solidFill>
                          <a:latin typeface="Consolas"/>
                          <a:ea typeface="+mn-ea"/>
                          <a:cs typeface="Consolas"/>
                        </a:rPr>
                        <a:t>5</a:t>
                      </a:r>
                      <a:endParaRPr lang="bg-BG" sz="2800" b="0">
                        <a:solidFill>
                          <a:schemeClr val="tx2"/>
                        </a:solidFill>
                        <a:latin typeface="Consolas"/>
                        <a:ea typeface="+mn-ea"/>
                        <a:cs typeface="Consolas"/>
                      </a:endParaRPr>
                    </a:p>
                  </a:txBody>
                  <a:tcPr marL="90000" marR="90000" marT="46800" marB="46800" anchor="ctr">
                    <a:lnL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L>
                    <a:lnR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R>
                    <a:lnT w="28575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solidFill>
                      <a:schemeClr val="bg1"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Tx/>
                        <a:buFontTx/>
                        <a:buNone/>
                        <a:defRPr/>
                      </a:pPr>
                      <a:r>
                        <a:rPr lang="en-US" sz="2800" b="0">
                          <a:solidFill>
                            <a:schemeClr val="tx2"/>
                          </a:solidFill>
                          <a:latin typeface="Consolas"/>
                          <a:ea typeface="+mn-ea"/>
                          <a:cs typeface="Consolas"/>
                        </a:rPr>
                        <a:t>6</a:t>
                      </a:r>
                      <a:endParaRPr lang="bg-BG" sz="2800" b="0">
                        <a:solidFill>
                          <a:schemeClr val="tx2"/>
                        </a:solidFill>
                        <a:latin typeface="Consolas"/>
                        <a:ea typeface="+mn-ea"/>
                        <a:cs typeface="Consolas"/>
                      </a:endParaRPr>
                    </a:p>
                  </a:txBody>
                  <a:tcPr marL="90000" marR="90000" marT="46800" marB="46800" anchor="ctr">
                    <a:lnL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L>
                    <a:lnR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R>
                    <a:lnT w="28575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solidFill>
                      <a:schemeClr val="bg1"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Tx/>
                        <a:buFontTx/>
                        <a:buNone/>
                        <a:defRPr/>
                      </a:pPr>
                      <a:r>
                        <a:rPr lang="en-US" sz="2800" b="0">
                          <a:solidFill>
                            <a:schemeClr val="tx2"/>
                          </a:solidFill>
                          <a:latin typeface="Consolas"/>
                          <a:ea typeface="+mn-ea"/>
                          <a:cs typeface="Consolas"/>
                        </a:rPr>
                        <a:t>7</a:t>
                      </a:r>
                      <a:endParaRPr lang="bg-BG" sz="2800" b="0">
                        <a:solidFill>
                          <a:schemeClr val="tx2"/>
                        </a:solidFill>
                        <a:latin typeface="Consolas"/>
                        <a:ea typeface="+mn-ea"/>
                        <a:cs typeface="Consolas"/>
                      </a:endParaRPr>
                    </a:p>
                  </a:txBody>
                  <a:tcPr marL="90000" marR="90000" marT="46800" marB="46800" anchor="ctr">
                    <a:lnL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L>
                    <a:lnR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R>
                    <a:lnT w="28575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solidFill>
                      <a:schemeClr val="bg1"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Tx/>
                        <a:buFontTx/>
                        <a:buNone/>
                        <a:defRPr/>
                      </a:pPr>
                      <a:r>
                        <a:rPr lang="en-US" sz="2800" b="0">
                          <a:solidFill>
                            <a:schemeClr val="tx2"/>
                          </a:solidFill>
                          <a:latin typeface="Consolas"/>
                          <a:ea typeface="+mn-ea"/>
                          <a:cs typeface="Consolas"/>
                        </a:rPr>
                        <a:t>8</a:t>
                      </a:r>
                      <a:endParaRPr lang="bg-BG" sz="2800" b="0">
                        <a:solidFill>
                          <a:schemeClr val="tx2"/>
                        </a:solidFill>
                        <a:latin typeface="Consolas"/>
                        <a:ea typeface="+mn-ea"/>
                        <a:cs typeface="Consolas"/>
                      </a:endParaRPr>
                    </a:p>
                  </a:txBody>
                  <a:tcPr marL="90000" marR="90000" marT="46800" marB="46800" anchor="ctr">
                    <a:lnL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L>
                    <a:lnR w="28575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R>
                    <a:lnT w="28575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solidFill>
                      <a:schemeClr val="bg1">
                        <a:alpha val="50000"/>
                      </a:schemeClr>
                    </a:solidFill>
                  </a:tcPr>
                </a:tc>
              </a:tr>
              <a:tr h="150813">
                <a:tc>
                  <a:txBody>
                    <a:bodyPr/>
                    <a:p>
                      <a:pPr marL="0" marR="0" lvl="0" indent="0" algn="ctr" defTabSz="914400" rtl="0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Tx/>
                        <a:buFontTx/>
                        <a:buNone/>
                        <a:defRPr/>
                      </a:pPr>
                      <a:r>
                        <a:rPr lang="en-US" sz="2800" b="1">
                          <a:solidFill>
                            <a:schemeClr val="tx2"/>
                          </a:solidFill>
                          <a:latin typeface="Consolas"/>
                          <a:ea typeface="+mn-ea"/>
                          <a:cs typeface="Consolas"/>
                        </a:rPr>
                        <a:t>H</a:t>
                      </a:r>
                      <a:endParaRPr lang="bg-BG" sz="2800" b="1">
                        <a:solidFill>
                          <a:schemeClr val="tx2"/>
                        </a:solidFill>
                        <a:latin typeface="Consolas"/>
                        <a:ea typeface="+mn-ea"/>
                        <a:cs typeface="Consolas"/>
                      </a:endParaRPr>
                    </a:p>
                  </a:txBody>
                  <a:tcPr marL="90000" marR="90000" marT="46800" marB="46800" anchor="ctr">
                    <a:lnL w="28575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L>
                    <a:lnR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28575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B>
                    <a:solidFill>
                      <a:schemeClr val="bg1"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Tx/>
                        <a:buFontTx/>
                        <a:buNone/>
                        <a:defRPr/>
                      </a:pPr>
                      <a:r>
                        <a:rPr lang="en-US" sz="2800" b="1">
                          <a:solidFill>
                            <a:schemeClr val="tx2"/>
                          </a:solidFill>
                          <a:latin typeface="Consolas"/>
                          <a:ea typeface="+mn-ea"/>
                          <a:cs typeface="Consolas"/>
                        </a:rPr>
                        <a:t>e</a:t>
                      </a:r>
                      <a:endParaRPr lang="bg-BG" sz="2800" b="1">
                        <a:solidFill>
                          <a:schemeClr val="tx2"/>
                        </a:solidFill>
                        <a:latin typeface="Consolas"/>
                        <a:ea typeface="+mn-ea"/>
                        <a:cs typeface="Consolas"/>
                      </a:endParaRPr>
                    </a:p>
                  </a:txBody>
                  <a:tcPr marL="90000" marR="90000" marT="46800" marB="46800" anchor="ctr">
                    <a:lnL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L>
                    <a:lnR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28575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B>
                    <a:solidFill>
                      <a:schemeClr val="bg1"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Tx/>
                        <a:buFontTx/>
                        <a:buNone/>
                        <a:defRPr/>
                      </a:pPr>
                      <a:r>
                        <a:rPr lang="en-US" sz="2800" b="1">
                          <a:solidFill>
                            <a:schemeClr val="tx2"/>
                          </a:solidFill>
                          <a:latin typeface="Consolas"/>
                          <a:ea typeface="+mn-ea"/>
                          <a:cs typeface="Consolas"/>
                        </a:rPr>
                        <a:t>l</a:t>
                      </a:r>
                      <a:endParaRPr lang="bg-BG" sz="2800" b="1">
                        <a:solidFill>
                          <a:schemeClr val="tx2"/>
                        </a:solidFill>
                        <a:latin typeface="Consolas"/>
                        <a:ea typeface="+mn-ea"/>
                        <a:cs typeface="Consolas"/>
                      </a:endParaRPr>
                    </a:p>
                  </a:txBody>
                  <a:tcPr marL="90000" marR="90000" marT="46800" marB="46800" anchor="ctr">
                    <a:lnL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L>
                    <a:lnR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28575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B>
                    <a:solidFill>
                      <a:schemeClr val="bg1"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Tx/>
                        <a:buFontTx/>
                        <a:buNone/>
                        <a:defRPr/>
                      </a:pPr>
                      <a:r>
                        <a:rPr lang="en-US" sz="2800" b="1">
                          <a:solidFill>
                            <a:schemeClr val="tx2"/>
                          </a:solidFill>
                          <a:latin typeface="Consolas"/>
                          <a:ea typeface="+mn-ea"/>
                          <a:cs typeface="Consolas"/>
                        </a:rPr>
                        <a:t>l</a:t>
                      </a:r>
                      <a:endParaRPr lang="bg-BG" sz="2800" b="1">
                        <a:solidFill>
                          <a:schemeClr val="tx2"/>
                        </a:solidFill>
                        <a:latin typeface="Consolas"/>
                        <a:ea typeface="+mn-ea"/>
                        <a:cs typeface="Consolas"/>
                      </a:endParaRPr>
                    </a:p>
                  </a:txBody>
                  <a:tcPr marL="90000" marR="90000" marT="46800" marB="46800" anchor="ctr">
                    <a:lnL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L>
                    <a:lnR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28575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B>
                    <a:solidFill>
                      <a:schemeClr val="bg1"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Tx/>
                        <a:buFontTx/>
                        <a:buNone/>
                        <a:defRPr/>
                      </a:pPr>
                      <a:r>
                        <a:rPr lang="en-US" sz="2800" b="1">
                          <a:solidFill>
                            <a:schemeClr val="tx2"/>
                          </a:solidFill>
                          <a:latin typeface="Consolas"/>
                          <a:ea typeface="+mn-ea"/>
                          <a:cs typeface="Consolas"/>
                        </a:rPr>
                        <a:t>o</a:t>
                      </a:r>
                      <a:endParaRPr lang="bg-BG" sz="2800" b="1">
                        <a:solidFill>
                          <a:schemeClr val="tx2"/>
                        </a:solidFill>
                        <a:latin typeface="Consolas"/>
                        <a:ea typeface="+mn-ea"/>
                        <a:cs typeface="Consolas"/>
                      </a:endParaRPr>
                    </a:p>
                  </a:txBody>
                  <a:tcPr marL="90000" marR="90000" marT="46800" marB="46800" anchor="ctr">
                    <a:lnL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L>
                    <a:lnR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28575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B>
                    <a:solidFill>
                      <a:schemeClr val="bg1"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Tx/>
                        <a:buFontTx/>
                        <a:buNone/>
                        <a:defRPr/>
                      </a:pPr>
                      <a:r>
                        <a:rPr lang="en-US" sz="2800" b="1">
                          <a:solidFill>
                            <a:schemeClr val="tx2"/>
                          </a:solidFill>
                          <a:latin typeface="Consolas"/>
                          <a:ea typeface="+mn-ea"/>
                          <a:cs typeface="Consolas"/>
                        </a:rPr>
                        <a:t>,</a:t>
                      </a:r>
                      <a:endParaRPr lang="bg-BG" sz="2800" b="1">
                        <a:solidFill>
                          <a:schemeClr val="tx2"/>
                        </a:solidFill>
                        <a:latin typeface="Consolas"/>
                        <a:ea typeface="+mn-ea"/>
                        <a:cs typeface="Consolas"/>
                      </a:endParaRPr>
                    </a:p>
                  </a:txBody>
                  <a:tcPr marL="90000" marR="90000" marT="46800" marB="46800" anchor="ctr">
                    <a:lnL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L>
                    <a:lnR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28575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B>
                    <a:solidFill>
                      <a:schemeClr val="bg1"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Tx/>
                        <a:buFontTx/>
                        <a:buNone/>
                        <a:defRPr/>
                      </a:pPr>
                      <a:r>
                        <a:rPr lang="en-US" sz="2800" b="1">
                          <a:solidFill>
                            <a:schemeClr val="tx2"/>
                          </a:solidFill>
                          <a:latin typeface="Consolas"/>
                          <a:ea typeface="+mn-ea"/>
                          <a:cs typeface="Consolas"/>
                        </a:rPr>
                        <a:t> </a:t>
                      </a:r>
                      <a:endParaRPr lang="bg-BG" sz="2800" b="1">
                        <a:solidFill>
                          <a:schemeClr val="tx2"/>
                        </a:solidFill>
                        <a:latin typeface="Consolas"/>
                        <a:ea typeface="+mn-ea"/>
                        <a:cs typeface="Consolas"/>
                      </a:endParaRPr>
                    </a:p>
                  </a:txBody>
                  <a:tcPr marL="90000" marR="90000" marT="46800" marB="46800" anchor="ctr">
                    <a:lnL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L>
                    <a:lnR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28575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B>
                    <a:solidFill>
                      <a:schemeClr val="bg1"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Tx/>
                        <a:buFontTx/>
                        <a:buNone/>
                        <a:defRPr/>
                      </a:pPr>
                      <a:r>
                        <a:rPr lang="en-US" sz="2800" b="1">
                          <a:solidFill>
                            <a:schemeClr val="tx2"/>
                          </a:solidFill>
                          <a:latin typeface="Consolas"/>
                          <a:ea typeface="+mn-ea"/>
                          <a:cs typeface="Consolas"/>
                        </a:rPr>
                        <a:t>C</a:t>
                      </a:r>
                      <a:endParaRPr lang="bg-BG" sz="2800" b="1">
                        <a:solidFill>
                          <a:schemeClr val="tx2"/>
                        </a:solidFill>
                        <a:latin typeface="Consolas"/>
                        <a:ea typeface="+mn-ea"/>
                        <a:cs typeface="Consolas"/>
                      </a:endParaRPr>
                    </a:p>
                  </a:txBody>
                  <a:tcPr marL="90000" marR="90000" marT="46800" marB="46800" anchor="ctr">
                    <a:lnL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L>
                    <a:lnR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28575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B>
                    <a:solidFill>
                      <a:schemeClr val="bg1"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Tx/>
                        <a:buFontTx/>
                        <a:buNone/>
                        <a:defRPr/>
                      </a:pPr>
                      <a:r>
                        <a:rPr lang="en-US" sz="2800" b="1">
                          <a:solidFill>
                            <a:schemeClr val="tx2"/>
                          </a:solidFill>
                          <a:latin typeface="Consolas"/>
                          <a:ea typeface="+mn-ea"/>
                          <a:cs typeface="Consolas"/>
                        </a:rPr>
                        <a:t>#</a:t>
                      </a:r>
                      <a:endParaRPr lang="bg-BG" sz="2800" b="1">
                        <a:solidFill>
                          <a:schemeClr val="tx2"/>
                        </a:solidFill>
                        <a:latin typeface="Consolas"/>
                        <a:ea typeface="+mn-ea"/>
                        <a:cs typeface="Consolas"/>
                      </a:endParaRPr>
                    </a:p>
                  </a:txBody>
                  <a:tcPr marL="90000" marR="90000" marT="46800" marB="46800" anchor="ctr">
                    <a:lnL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L>
                    <a:lnR w="28575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28575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B>
                    <a:solidFill>
                      <a:schemeClr val="bg1">
                        <a:alpha val="5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1747922666" name="TextBox 12"/>
          <p:cNvSpPr txBox="1"/>
          <p:nvPr/>
        </p:nvSpPr>
        <p:spPr bwMode="auto">
          <a:xfrm>
            <a:off x="6252673" y="3545818"/>
            <a:ext cx="12594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defRPr/>
            </a:pPr>
            <a:r>
              <a:rPr lang="en-US" sz="2800" b="1">
                <a:cs typeface="Consolas"/>
              </a:rPr>
              <a:t>index =</a:t>
            </a:r>
            <a:endParaRPr/>
          </a:p>
        </p:txBody>
      </p:sp>
      <p:sp>
        <p:nvSpPr>
          <p:cNvPr id="1089630491" name="TextBox 13"/>
          <p:cNvSpPr txBox="1"/>
          <p:nvPr/>
        </p:nvSpPr>
        <p:spPr bwMode="auto">
          <a:xfrm>
            <a:off x="5571628" y="4075972"/>
            <a:ext cx="19404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defRPr/>
            </a:pPr>
            <a:r>
              <a:rPr lang="en-US" sz="2800" b="1">
                <a:cs typeface="Consolas"/>
              </a:rPr>
              <a:t>str[index] =</a:t>
            </a:r>
            <a:endParaRPr/>
          </a:p>
        </p:txBody>
      </p:sp>
      <p:sp>
        <p:nvSpPr>
          <p:cNvPr id="308385851" name="Slide Number Placeholder"/>
          <p:cNvSpPr>
            <a:spLocks noGrp="1"/>
          </p:cNvSpPr>
          <p:nvPr>
            <p:ph type="sldNum" sz="quarter" idx="4"/>
          </p:nvPr>
        </p:nvSpPr>
        <p:spPr bwMode="auto">
          <a:xfrm>
            <a:off x="11566412" y="6525002"/>
            <a:ext cx="428822" cy="196477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014DD1E-5D91-48A3-AD6D-45FBA980D106}" type="slidenum">
              <a:rPr lang="en-US">
                <a:solidFill>
                  <a:prstClr val="white">
                    <a:tint val="75000"/>
                  </a:prstClr>
                </a:solidFill>
              </a:rPr>
              <a:t>4</a:t>
            </a:fld>
            <a:endParaRPr lang="en-US">
              <a:solidFill>
                <a:prstClr val="white">
                  <a:tint val="75000"/>
                </a:prstClr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73722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07132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73722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071324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3367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9336729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9069112" name="Content Placeholder 2"/>
          <p:cNvSpPr>
            <a:spLocks noGrp="1"/>
          </p:cNvSpPr>
          <p:nvPr>
            <p:ph idx="1"/>
          </p:nvPr>
        </p:nvSpPr>
        <p:spPr bwMode="auto"/>
        <p:txBody>
          <a:bodyPr>
            <a:normAutofit/>
          </a:bodyPr>
          <a:lstStyle/>
          <a:p>
            <a:pPr>
              <a:defRPr/>
            </a:pPr>
            <a:r>
              <a:rPr lang="bg-BG"/>
              <a:t>Инициализация от </a:t>
            </a:r>
            <a:r>
              <a:rPr lang="en-US">
                <a:solidFill>
                  <a:schemeClr val="tx2">
                    <a:lumMod val="75000"/>
                  </a:schemeClr>
                </a:solidFill>
              </a:rPr>
              <a:t>string literal</a:t>
            </a:r>
            <a:r>
              <a:rPr lang="en-US"/>
              <a:t>:</a:t>
            </a:r>
            <a:endParaRPr/>
          </a:p>
          <a:p>
            <a:pPr>
              <a:defRPr/>
            </a:pPr>
            <a:endParaRPr lang="en-US"/>
          </a:p>
          <a:p>
            <a:pPr>
              <a:spcBef>
                <a:spcPts val="1200"/>
              </a:spcBef>
              <a:defRPr/>
            </a:pPr>
            <a:r>
              <a:rPr lang="bg-BG"/>
              <a:t>Въвеждане на </a:t>
            </a:r>
            <a:r>
              <a:rPr lang="en-US" b="1">
                <a:solidFill>
                  <a:schemeClr val="tx2">
                    <a:lumMod val="75000"/>
                  </a:schemeClr>
                </a:solidFill>
                <a:latin typeface="Consolas"/>
              </a:rPr>
              <a:t>string</a:t>
            </a:r>
            <a:r>
              <a:rPr lang="en-US"/>
              <a:t> </a:t>
            </a:r>
            <a:r>
              <a:rPr lang="bg-BG"/>
              <a:t>от конзолата</a:t>
            </a:r>
            <a:r>
              <a:rPr lang="en-US"/>
              <a:t>:</a:t>
            </a:r>
            <a:endParaRPr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spcBef>
                <a:spcPts val="0"/>
              </a:spcBef>
              <a:defRPr/>
            </a:pPr>
            <a:r>
              <a:rPr lang="bg-BG"/>
              <a:t>Преобразуване на </a:t>
            </a:r>
            <a:r>
              <a:rPr lang="en-US" b="1">
                <a:solidFill>
                  <a:schemeClr val="tx2">
                    <a:lumMod val="75000"/>
                  </a:schemeClr>
                </a:solidFill>
                <a:latin typeface="Consolas"/>
              </a:rPr>
              <a:t>string</a:t>
            </a:r>
            <a:r>
              <a:rPr lang="en-US"/>
              <a:t> </a:t>
            </a:r>
            <a:r>
              <a:rPr lang="bg-BG"/>
              <a:t>от и до </a:t>
            </a:r>
            <a:r>
              <a:rPr lang="en-US" b="1">
                <a:solidFill>
                  <a:schemeClr val="tx2">
                    <a:lumMod val="75000"/>
                  </a:schemeClr>
                </a:solidFill>
                <a:latin typeface="Consolas"/>
              </a:rPr>
              <a:t>char</a:t>
            </a:r>
            <a:r>
              <a:rPr lang="en-US">
                <a:solidFill>
                  <a:schemeClr val="tx2">
                    <a:lumMod val="75000"/>
                  </a:schemeClr>
                </a:solidFill>
              </a:rPr>
              <a:t> array</a:t>
            </a:r>
            <a:r>
              <a:rPr lang="en-US"/>
              <a:t>:</a:t>
            </a:r>
            <a:endParaRPr/>
          </a:p>
        </p:txBody>
      </p:sp>
      <p:sp>
        <p:nvSpPr>
          <p:cNvPr id="1825238431" name="Title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bg-BG"/>
              <a:t>Инициализация на символни низове</a:t>
            </a:r>
            <a:endParaRPr lang="en-US"/>
          </a:p>
        </p:txBody>
      </p:sp>
      <p:sp>
        <p:nvSpPr>
          <p:cNvPr id="759435429" name="Rectangle 4"/>
          <p:cNvSpPr>
            <a:spLocks noChangeArrowheads="1"/>
          </p:cNvSpPr>
          <p:nvPr/>
        </p:nvSpPr>
        <p:spPr bwMode="auto">
          <a:xfrm>
            <a:off x="684212" y="1905000"/>
            <a:ext cx="6324600" cy="544765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pPr lvl="0">
              <a:lnSpc>
                <a:spcPct val="105000"/>
              </a:lnSpc>
              <a:buClr>
                <a:srgbClr val="A19574">
                  <a:lumMod val="40000"/>
                  <a:lumOff val="60000"/>
                </a:srgbClr>
              </a:buClr>
              <a:buSzPct val="70000"/>
              <a:defRPr/>
            </a:pPr>
            <a:r>
              <a:rPr lang="en-US" sz="2800" b="1">
                <a:solidFill>
                  <a:srgbClr val="FBEEC9">
                    <a:lumMod val="75000"/>
                  </a:srgbClr>
                </a:solidFill>
                <a:latin typeface="Consolas"/>
                <a:cs typeface="Consolas"/>
              </a:rPr>
              <a:t>string</a:t>
            </a:r>
            <a:r>
              <a:rPr lang="en-US" sz="2800" b="1">
                <a:solidFill>
                  <a:srgbClr val="FBEEC9"/>
                </a:solidFill>
                <a:latin typeface="Consolas"/>
                <a:cs typeface="Consolas"/>
              </a:rPr>
              <a:t> str = </a:t>
            </a:r>
            <a:r>
              <a:rPr lang="en-US" sz="2800" b="1">
                <a:solidFill>
                  <a:srgbClr val="FBEEC9">
                    <a:lumMod val="75000"/>
                  </a:srgbClr>
                </a:solidFill>
                <a:latin typeface="Consolas"/>
                <a:cs typeface="Consolas"/>
              </a:rPr>
              <a:t>"Hello, C#"</a:t>
            </a:r>
            <a:r>
              <a:rPr lang="en-US" sz="2800" b="1">
                <a:solidFill>
                  <a:srgbClr val="FBEEC9"/>
                </a:solidFill>
                <a:latin typeface="Consolas"/>
                <a:cs typeface="Consolas"/>
              </a:rPr>
              <a:t>;</a:t>
            </a:r>
            <a:endParaRPr lang="bg-BG" sz="2800" b="1">
              <a:solidFill>
                <a:srgbClr val="FBEEC9"/>
              </a:solidFill>
              <a:latin typeface="Consolas"/>
              <a:cs typeface="Consolas"/>
            </a:endParaRPr>
          </a:p>
        </p:txBody>
      </p:sp>
      <p:sp>
        <p:nvSpPr>
          <p:cNvPr id="1374332432" name="Rectangle 6"/>
          <p:cNvSpPr>
            <a:spLocks noChangeArrowheads="1"/>
          </p:cNvSpPr>
          <p:nvPr/>
        </p:nvSpPr>
        <p:spPr bwMode="auto">
          <a:xfrm>
            <a:off x="684212" y="3429000"/>
            <a:ext cx="10744200" cy="978345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  <a:defRPr/>
            </a:pPr>
            <a:r>
              <a:rPr lang="en-US" sz="2800" b="1">
                <a:solidFill>
                  <a:schemeClr val="tx2"/>
                </a:solidFill>
                <a:latin typeface="Consolas"/>
                <a:cs typeface="Consolas"/>
              </a:rPr>
              <a:t>string name = </a:t>
            </a:r>
            <a:r>
              <a:rPr lang="en-US" sz="2800" b="1">
                <a:solidFill>
                  <a:schemeClr val="tx2">
                    <a:lumMod val="75000"/>
                  </a:schemeClr>
                </a:solidFill>
                <a:latin typeface="Consolas"/>
                <a:cs typeface="Consolas"/>
              </a:rPr>
              <a:t>Console.ReadLine()</a:t>
            </a:r>
            <a:r>
              <a:rPr lang="en-US" sz="2800" b="1">
                <a:solidFill>
                  <a:schemeClr val="tx2"/>
                </a:solidFill>
                <a:latin typeface="Consolas"/>
                <a:cs typeface="Consolas"/>
              </a:rPr>
              <a:t>;</a:t>
            </a:r>
            <a:endParaRPr/>
          </a:p>
          <a:p>
            <a:pPr>
              <a:lnSpc>
                <a:spcPct val="10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  <a:defRPr/>
            </a:pPr>
            <a:r>
              <a:rPr lang="en-US" sz="2800" b="1">
                <a:solidFill>
                  <a:schemeClr val="tx2"/>
                </a:solidFill>
                <a:latin typeface="Consolas"/>
                <a:cs typeface="Consolas"/>
              </a:rPr>
              <a:t>Console.WriteLine("</a:t>
            </a:r>
            <a:r>
              <a:rPr lang="en-US" sz="2800" b="1">
                <a:solidFill>
                  <a:schemeClr val="tx2"/>
                </a:solidFill>
                <a:cs typeface="Consolas"/>
              </a:rPr>
              <a:t>Hi, </a:t>
            </a:r>
            <a:r>
              <a:rPr lang="en-US" sz="2800" b="1">
                <a:solidFill>
                  <a:schemeClr val="tx2"/>
                </a:solidFill>
                <a:latin typeface="Consolas"/>
                <a:cs typeface="Consolas"/>
              </a:rPr>
              <a:t>" + name);</a:t>
            </a:r>
            <a:endParaRPr/>
          </a:p>
        </p:txBody>
      </p:sp>
      <p:sp>
        <p:nvSpPr>
          <p:cNvPr id="1282713813" name="Rectangle 7"/>
          <p:cNvSpPr>
            <a:spLocks noChangeArrowheads="1"/>
          </p:cNvSpPr>
          <p:nvPr/>
        </p:nvSpPr>
        <p:spPr bwMode="auto">
          <a:xfrm>
            <a:off x="684212" y="5410200"/>
            <a:ext cx="10744200" cy="978345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  <a:defRPr/>
            </a:pPr>
            <a:r>
              <a:rPr lang="en-US" sz="2800" b="1">
                <a:solidFill>
                  <a:schemeClr val="tx2"/>
                </a:solidFill>
                <a:latin typeface="Consolas"/>
                <a:cs typeface="Consolas"/>
              </a:rPr>
              <a:t>string str = new String(new char[]</a:t>
            </a:r>
            <a:r>
              <a:rPr lang="en-US" sz="2800" b="1">
                <a:solidFill>
                  <a:schemeClr val="tx2"/>
                </a:solidFill>
                <a:cs typeface="Consolas"/>
              </a:rPr>
              <a:t> </a:t>
            </a:r>
            <a:r>
              <a:rPr lang="en-US" sz="2800" b="1">
                <a:solidFill>
                  <a:schemeClr val="tx2"/>
                </a:solidFill>
                <a:latin typeface="Consolas"/>
                <a:cs typeface="Consolas"/>
              </a:rPr>
              <a:t>{</a:t>
            </a:r>
            <a:r>
              <a:rPr lang="en-US" sz="2800" b="1">
                <a:solidFill>
                  <a:schemeClr val="tx2">
                    <a:lumMod val="75000"/>
                  </a:schemeClr>
                </a:solidFill>
                <a:latin typeface="Consolas"/>
                <a:cs typeface="Consolas"/>
              </a:rPr>
              <a:t>'s'</a:t>
            </a:r>
            <a:r>
              <a:rPr lang="en-US" sz="2800" b="1">
                <a:solidFill>
                  <a:schemeClr val="tx2"/>
                </a:solidFill>
                <a:latin typeface="Consolas"/>
                <a:cs typeface="Consolas"/>
              </a:rPr>
              <a:t>,</a:t>
            </a:r>
            <a:r>
              <a:rPr lang="en-US" sz="2800" b="1">
                <a:solidFill>
                  <a:schemeClr val="tx2">
                    <a:lumMod val="75000"/>
                  </a:schemeClr>
                </a:solidFill>
                <a:cs typeface="Consolas"/>
              </a:rPr>
              <a:t> </a:t>
            </a:r>
            <a:r>
              <a:rPr lang="en-US" sz="2800" b="1">
                <a:solidFill>
                  <a:schemeClr val="tx2">
                    <a:lumMod val="75000"/>
                  </a:schemeClr>
                </a:solidFill>
                <a:latin typeface="Consolas"/>
                <a:cs typeface="Consolas"/>
              </a:rPr>
              <a:t>'t'</a:t>
            </a:r>
            <a:r>
              <a:rPr lang="en-US" sz="2800" b="1">
                <a:solidFill>
                  <a:schemeClr val="tx2"/>
                </a:solidFill>
                <a:latin typeface="Consolas"/>
                <a:cs typeface="Consolas"/>
              </a:rPr>
              <a:t>,</a:t>
            </a:r>
            <a:r>
              <a:rPr lang="en-US" sz="2800" b="1">
                <a:solidFill>
                  <a:schemeClr val="tx2">
                    <a:lumMod val="75000"/>
                  </a:schemeClr>
                </a:solidFill>
                <a:cs typeface="Consolas"/>
              </a:rPr>
              <a:t> </a:t>
            </a:r>
            <a:r>
              <a:rPr lang="en-US" sz="2800" b="1">
                <a:solidFill>
                  <a:schemeClr val="tx2">
                    <a:lumMod val="75000"/>
                  </a:schemeClr>
                </a:solidFill>
                <a:latin typeface="Consolas"/>
                <a:cs typeface="Consolas"/>
              </a:rPr>
              <a:t>'r'</a:t>
            </a:r>
            <a:r>
              <a:rPr lang="en-US" sz="2800" b="1">
                <a:solidFill>
                  <a:schemeClr val="tx2"/>
                </a:solidFill>
                <a:latin typeface="Consolas"/>
                <a:cs typeface="Consolas"/>
              </a:rPr>
              <a:t>});</a:t>
            </a:r>
            <a:endParaRPr/>
          </a:p>
          <a:p>
            <a:pPr>
              <a:lnSpc>
                <a:spcPct val="10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  <a:defRPr/>
            </a:pPr>
            <a:r>
              <a:rPr lang="en-US" sz="2800" b="1">
                <a:solidFill>
                  <a:schemeClr val="tx2"/>
                </a:solidFill>
                <a:latin typeface="Consolas"/>
                <a:cs typeface="Consolas"/>
              </a:rPr>
              <a:t>char[] charArr = str.</a:t>
            </a:r>
            <a:r>
              <a:rPr lang="en-US" sz="2800" b="1">
                <a:solidFill>
                  <a:schemeClr val="tx2">
                    <a:lumMod val="75000"/>
                  </a:schemeClr>
                </a:solidFill>
                <a:latin typeface="Consolas"/>
                <a:cs typeface="Consolas"/>
              </a:rPr>
              <a:t>ToCharArray()</a:t>
            </a:r>
            <a:r>
              <a:rPr lang="en-US" sz="2800" b="1">
                <a:solidFill>
                  <a:schemeClr val="tx2"/>
                </a:solidFill>
                <a:latin typeface="Consolas"/>
                <a:cs typeface="Consolas"/>
              </a:rPr>
              <a:t>; // ['s',</a:t>
            </a:r>
            <a:r>
              <a:rPr lang="en-US" sz="2800" b="1">
                <a:solidFill>
                  <a:schemeClr val="tx2"/>
                </a:solidFill>
                <a:latin typeface="+mj-lt"/>
                <a:cs typeface="Consolas"/>
              </a:rPr>
              <a:t> </a:t>
            </a:r>
            <a:r>
              <a:rPr lang="en-US" sz="2800" b="1">
                <a:solidFill>
                  <a:schemeClr val="tx2"/>
                </a:solidFill>
                <a:latin typeface="Consolas"/>
                <a:cs typeface="Consolas"/>
              </a:rPr>
              <a:t>'t',</a:t>
            </a:r>
            <a:r>
              <a:rPr lang="en-US" sz="2800" b="1">
                <a:solidFill>
                  <a:schemeClr val="tx2"/>
                </a:solidFill>
                <a:latin typeface="+mj-lt"/>
                <a:cs typeface="Consolas"/>
              </a:rPr>
              <a:t> </a:t>
            </a:r>
            <a:r>
              <a:rPr lang="en-US" sz="2800" b="1">
                <a:solidFill>
                  <a:schemeClr val="tx2"/>
                </a:solidFill>
                <a:latin typeface="Consolas"/>
                <a:cs typeface="Consolas"/>
              </a:rPr>
              <a:t>'r']</a:t>
            </a:r>
            <a:endParaRPr/>
          </a:p>
        </p:txBody>
      </p:sp>
      <p:graphicFrame>
        <p:nvGraphicFramePr>
          <p:cNvPr id="1831952212" name="Group 52"/>
          <p:cNvGraphicFramePr>
            <a:graphicFrameLocks xmlns:a="http://schemas.openxmlformats.org/drawingml/2006/main" noGrp="1"/>
          </p:cNvGraphicFramePr>
          <p:nvPr/>
        </p:nvGraphicFramePr>
        <p:xfrm rot="0">
          <a:off x="7502611" y="1676400"/>
          <a:ext cx="4178539" cy="940056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463565"/>
                <a:gridCol w="465179"/>
                <a:gridCol w="463565"/>
                <a:gridCol w="461949"/>
                <a:gridCol w="463565"/>
                <a:gridCol w="465179"/>
                <a:gridCol w="465179"/>
                <a:gridCol w="465179"/>
                <a:gridCol w="465179"/>
              </a:tblGrid>
              <a:tr h="0">
                <a:tc>
                  <a:txBody>
                    <a:bodyPr/>
                    <a:p>
                      <a:pPr marL="0" marR="0" lvl="0" indent="0" algn="ctr" defTabSz="914400" rtl="0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Tx/>
                        <a:buFontTx/>
                        <a:buNone/>
                        <a:defRPr/>
                      </a:pPr>
                      <a:r>
                        <a:rPr lang="en-US" sz="2400" b="0">
                          <a:solidFill>
                            <a:schemeClr val="tx2"/>
                          </a:solidFill>
                          <a:latin typeface="Consolas"/>
                          <a:ea typeface="+mn-ea"/>
                          <a:cs typeface="Consolas"/>
                        </a:rPr>
                        <a:t>0</a:t>
                      </a:r>
                      <a:endParaRPr lang="bg-BG" sz="2400" b="0">
                        <a:solidFill>
                          <a:schemeClr val="tx2"/>
                        </a:solidFill>
                        <a:latin typeface="Consolas"/>
                        <a:ea typeface="+mn-ea"/>
                        <a:cs typeface="Consolas"/>
                      </a:endParaRPr>
                    </a:p>
                  </a:txBody>
                  <a:tcPr marL="90000" marR="90000" marT="46800" marB="46800" anchor="ctr">
                    <a:lnL w="28575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L>
                    <a:lnR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R>
                    <a:lnT w="28575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solidFill>
                      <a:schemeClr val="bg1"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Tx/>
                        <a:buFontTx/>
                        <a:buNone/>
                        <a:defRPr/>
                      </a:pPr>
                      <a:r>
                        <a:rPr lang="en-US" sz="2400" b="0">
                          <a:solidFill>
                            <a:schemeClr val="tx2"/>
                          </a:solidFill>
                          <a:latin typeface="Consolas"/>
                          <a:ea typeface="+mn-ea"/>
                          <a:cs typeface="Consolas"/>
                        </a:rPr>
                        <a:t>1</a:t>
                      </a:r>
                      <a:endParaRPr lang="bg-BG" sz="2400" b="0">
                        <a:solidFill>
                          <a:schemeClr val="tx2"/>
                        </a:solidFill>
                        <a:latin typeface="Consolas"/>
                        <a:ea typeface="+mn-ea"/>
                        <a:cs typeface="Consolas"/>
                      </a:endParaRPr>
                    </a:p>
                  </a:txBody>
                  <a:tcPr marL="90000" marR="90000" marT="46800" marB="46800" anchor="ctr">
                    <a:lnL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L>
                    <a:lnR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R>
                    <a:lnT w="28575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solidFill>
                      <a:schemeClr val="bg1"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Tx/>
                        <a:buFontTx/>
                        <a:buNone/>
                        <a:defRPr/>
                      </a:pPr>
                      <a:r>
                        <a:rPr lang="en-US" sz="2400" b="0">
                          <a:solidFill>
                            <a:schemeClr val="tx2"/>
                          </a:solidFill>
                          <a:latin typeface="Consolas"/>
                          <a:ea typeface="+mn-ea"/>
                          <a:cs typeface="Consolas"/>
                        </a:rPr>
                        <a:t>2</a:t>
                      </a:r>
                      <a:endParaRPr lang="bg-BG" sz="2400" b="0">
                        <a:solidFill>
                          <a:schemeClr val="tx2"/>
                        </a:solidFill>
                        <a:latin typeface="Consolas"/>
                        <a:ea typeface="+mn-ea"/>
                        <a:cs typeface="Consolas"/>
                      </a:endParaRPr>
                    </a:p>
                  </a:txBody>
                  <a:tcPr marL="90000" marR="90000" marT="46800" marB="46800" anchor="ctr">
                    <a:lnL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L>
                    <a:lnR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R>
                    <a:lnT w="28575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solidFill>
                      <a:schemeClr val="bg1"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Tx/>
                        <a:buFontTx/>
                        <a:buNone/>
                        <a:defRPr/>
                      </a:pPr>
                      <a:r>
                        <a:rPr lang="en-US" sz="2400" b="0">
                          <a:solidFill>
                            <a:schemeClr val="tx2"/>
                          </a:solidFill>
                          <a:latin typeface="Consolas"/>
                          <a:ea typeface="+mn-ea"/>
                          <a:cs typeface="Consolas"/>
                        </a:rPr>
                        <a:t>3</a:t>
                      </a:r>
                      <a:endParaRPr lang="bg-BG" sz="2400" b="0">
                        <a:solidFill>
                          <a:schemeClr val="tx2"/>
                        </a:solidFill>
                        <a:latin typeface="Consolas"/>
                        <a:ea typeface="+mn-ea"/>
                        <a:cs typeface="Consolas"/>
                      </a:endParaRPr>
                    </a:p>
                  </a:txBody>
                  <a:tcPr marL="90000" marR="90000" marT="46800" marB="46800" anchor="ctr">
                    <a:lnL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L>
                    <a:lnR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R>
                    <a:lnT w="28575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solidFill>
                      <a:schemeClr val="bg1"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Tx/>
                        <a:buFontTx/>
                        <a:buNone/>
                        <a:defRPr/>
                      </a:pPr>
                      <a:r>
                        <a:rPr lang="en-US" sz="2400" b="0">
                          <a:solidFill>
                            <a:schemeClr val="tx2"/>
                          </a:solidFill>
                          <a:latin typeface="Consolas"/>
                          <a:ea typeface="+mn-ea"/>
                          <a:cs typeface="Consolas"/>
                        </a:rPr>
                        <a:t>4</a:t>
                      </a:r>
                      <a:endParaRPr lang="bg-BG" sz="2400" b="0">
                        <a:solidFill>
                          <a:schemeClr val="tx2"/>
                        </a:solidFill>
                        <a:latin typeface="Consolas"/>
                        <a:ea typeface="+mn-ea"/>
                        <a:cs typeface="Consolas"/>
                      </a:endParaRPr>
                    </a:p>
                  </a:txBody>
                  <a:tcPr marL="90000" marR="90000" marT="46800" marB="46800" anchor="ctr">
                    <a:lnL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L>
                    <a:lnR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R>
                    <a:lnT w="28575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solidFill>
                      <a:schemeClr val="bg1"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Tx/>
                        <a:buFontTx/>
                        <a:buNone/>
                        <a:defRPr/>
                      </a:pPr>
                      <a:r>
                        <a:rPr lang="en-US" sz="2400" b="0">
                          <a:solidFill>
                            <a:schemeClr val="tx2"/>
                          </a:solidFill>
                          <a:latin typeface="Consolas"/>
                          <a:ea typeface="+mn-ea"/>
                          <a:cs typeface="Consolas"/>
                        </a:rPr>
                        <a:t>5</a:t>
                      </a:r>
                      <a:endParaRPr lang="bg-BG" sz="2400" b="0">
                        <a:solidFill>
                          <a:schemeClr val="tx2"/>
                        </a:solidFill>
                        <a:latin typeface="Consolas"/>
                        <a:ea typeface="+mn-ea"/>
                        <a:cs typeface="Consolas"/>
                      </a:endParaRPr>
                    </a:p>
                  </a:txBody>
                  <a:tcPr marL="90000" marR="90000" marT="46800" marB="46800" anchor="ctr">
                    <a:lnL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L>
                    <a:lnR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R>
                    <a:lnT w="28575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solidFill>
                      <a:schemeClr val="bg1"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Tx/>
                        <a:buFontTx/>
                        <a:buNone/>
                        <a:defRPr/>
                      </a:pPr>
                      <a:r>
                        <a:rPr lang="en-US" sz="2400" b="0">
                          <a:solidFill>
                            <a:schemeClr val="tx2"/>
                          </a:solidFill>
                          <a:latin typeface="Consolas"/>
                          <a:ea typeface="+mn-ea"/>
                          <a:cs typeface="Consolas"/>
                        </a:rPr>
                        <a:t>6</a:t>
                      </a:r>
                      <a:endParaRPr lang="bg-BG" sz="2400" b="0">
                        <a:solidFill>
                          <a:schemeClr val="tx2"/>
                        </a:solidFill>
                        <a:latin typeface="Consolas"/>
                        <a:ea typeface="+mn-ea"/>
                        <a:cs typeface="Consolas"/>
                      </a:endParaRPr>
                    </a:p>
                  </a:txBody>
                  <a:tcPr marL="90000" marR="90000" marT="46800" marB="46800" anchor="ctr">
                    <a:lnL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L>
                    <a:lnR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R>
                    <a:lnT w="28575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solidFill>
                      <a:schemeClr val="bg1"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Tx/>
                        <a:buFontTx/>
                        <a:buNone/>
                        <a:defRPr/>
                      </a:pPr>
                      <a:r>
                        <a:rPr lang="en-US" sz="2400" b="0">
                          <a:solidFill>
                            <a:schemeClr val="tx2"/>
                          </a:solidFill>
                          <a:latin typeface="Consolas"/>
                          <a:ea typeface="+mn-ea"/>
                          <a:cs typeface="Consolas"/>
                        </a:rPr>
                        <a:t>7</a:t>
                      </a:r>
                      <a:endParaRPr lang="bg-BG" sz="2400" b="0">
                        <a:solidFill>
                          <a:schemeClr val="tx2"/>
                        </a:solidFill>
                        <a:latin typeface="Consolas"/>
                        <a:ea typeface="+mn-ea"/>
                        <a:cs typeface="Consolas"/>
                      </a:endParaRPr>
                    </a:p>
                  </a:txBody>
                  <a:tcPr marL="90000" marR="90000" marT="46800" marB="46800" anchor="ctr">
                    <a:lnL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L>
                    <a:lnR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R>
                    <a:lnT w="28575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solidFill>
                      <a:schemeClr val="bg1"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Tx/>
                        <a:buFontTx/>
                        <a:buNone/>
                        <a:defRPr/>
                      </a:pPr>
                      <a:r>
                        <a:rPr lang="en-US" sz="2400" b="0">
                          <a:solidFill>
                            <a:schemeClr val="tx2"/>
                          </a:solidFill>
                          <a:latin typeface="Consolas"/>
                          <a:ea typeface="+mn-ea"/>
                          <a:cs typeface="Consolas"/>
                        </a:rPr>
                        <a:t>8</a:t>
                      </a:r>
                      <a:endParaRPr lang="bg-BG" sz="2400" b="0">
                        <a:solidFill>
                          <a:schemeClr val="tx2"/>
                        </a:solidFill>
                        <a:latin typeface="Consolas"/>
                        <a:ea typeface="+mn-ea"/>
                        <a:cs typeface="Consolas"/>
                      </a:endParaRPr>
                    </a:p>
                  </a:txBody>
                  <a:tcPr marL="90000" marR="90000" marT="46800" marB="46800" anchor="ctr">
                    <a:lnL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L>
                    <a:lnR w="28575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R>
                    <a:lnT w="28575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T>
                    <a:lnB w="12700" algn="ctr">
                      <a:solidFill>
                        <a:schemeClr val="tx1"/>
                      </a:solidFill>
                    </a:lnB>
                    <a:solidFill>
                      <a:schemeClr val="bg1">
                        <a:alpha val="50000"/>
                      </a:schemeClr>
                    </a:solidFill>
                  </a:tcPr>
                </a:tc>
              </a:tr>
              <a:tr h="150813">
                <a:tc>
                  <a:txBody>
                    <a:bodyPr/>
                    <a:p>
                      <a:pPr marL="0" marR="0" lvl="0" indent="0" algn="ctr" defTabSz="914400" rtl="0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Tx/>
                        <a:buFontTx/>
                        <a:buNone/>
                        <a:defRPr/>
                      </a:pPr>
                      <a:r>
                        <a:rPr lang="en-US" sz="2800" b="1">
                          <a:solidFill>
                            <a:schemeClr val="tx2"/>
                          </a:solidFill>
                          <a:latin typeface="Consolas"/>
                          <a:ea typeface="+mn-ea"/>
                          <a:cs typeface="Consolas"/>
                        </a:rPr>
                        <a:t>H</a:t>
                      </a:r>
                      <a:endParaRPr lang="bg-BG" sz="2800" b="1">
                        <a:solidFill>
                          <a:schemeClr val="tx2"/>
                        </a:solidFill>
                        <a:latin typeface="Consolas"/>
                        <a:ea typeface="+mn-ea"/>
                        <a:cs typeface="Consolas"/>
                      </a:endParaRPr>
                    </a:p>
                  </a:txBody>
                  <a:tcPr marL="90000" marR="90000" marT="46800" marB="46800" anchor="ctr">
                    <a:lnL w="28575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L>
                    <a:lnR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28575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B>
                    <a:solidFill>
                      <a:schemeClr val="bg1"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Tx/>
                        <a:buFontTx/>
                        <a:buNone/>
                        <a:defRPr/>
                      </a:pPr>
                      <a:r>
                        <a:rPr lang="en-US" sz="2800" b="1">
                          <a:solidFill>
                            <a:schemeClr val="tx2"/>
                          </a:solidFill>
                          <a:latin typeface="Consolas"/>
                          <a:ea typeface="+mn-ea"/>
                          <a:cs typeface="Consolas"/>
                        </a:rPr>
                        <a:t>e</a:t>
                      </a:r>
                      <a:endParaRPr lang="bg-BG" sz="2800" b="1">
                        <a:solidFill>
                          <a:schemeClr val="tx2"/>
                        </a:solidFill>
                        <a:latin typeface="Consolas"/>
                        <a:ea typeface="+mn-ea"/>
                        <a:cs typeface="Consolas"/>
                      </a:endParaRPr>
                    </a:p>
                  </a:txBody>
                  <a:tcPr marL="90000" marR="90000" marT="46800" marB="46800" anchor="ctr">
                    <a:lnL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L>
                    <a:lnR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28575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B>
                    <a:solidFill>
                      <a:schemeClr val="bg1"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Tx/>
                        <a:buFontTx/>
                        <a:buNone/>
                        <a:defRPr/>
                      </a:pPr>
                      <a:r>
                        <a:rPr lang="en-US" sz="2800" b="1">
                          <a:solidFill>
                            <a:schemeClr val="tx2"/>
                          </a:solidFill>
                          <a:latin typeface="Consolas"/>
                          <a:ea typeface="+mn-ea"/>
                          <a:cs typeface="Consolas"/>
                        </a:rPr>
                        <a:t>l</a:t>
                      </a:r>
                      <a:endParaRPr lang="bg-BG" sz="2800" b="1">
                        <a:solidFill>
                          <a:schemeClr val="tx2"/>
                        </a:solidFill>
                        <a:latin typeface="Consolas"/>
                        <a:ea typeface="+mn-ea"/>
                        <a:cs typeface="Consolas"/>
                      </a:endParaRPr>
                    </a:p>
                  </a:txBody>
                  <a:tcPr marL="90000" marR="90000" marT="46800" marB="46800" anchor="ctr">
                    <a:lnL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L>
                    <a:lnR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28575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B>
                    <a:solidFill>
                      <a:schemeClr val="bg1"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Tx/>
                        <a:buFontTx/>
                        <a:buNone/>
                        <a:defRPr/>
                      </a:pPr>
                      <a:r>
                        <a:rPr lang="en-US" sz="2800" b="1">
                          <a:solidFill>
                            <a:schemeClr val="tx2"/>
                          </a:solidFill>
                          <a:latin typeface="Consolas"/>
                          <a:ea typeface="+mn-ea"/>
                          <a:cs typeface="Consolas"/>
                        </a:rPr>
                        <a:t>l</a:t>
                      </a:r>
                      <a:endParaRPr lang="bg-BG" sz="2800" b="1">
                        <a:solidFill>
                          <a:schemeClr val="tx2"/>
                        </a:solidFill>
                        <a:latin typeface="Consolas"/>
                        <a:ea typeface="+mn-ea"/>
                        <a:cs typeface="Consolas"/>
                      </a:endParaRPr>
                    </a:p>
                  </a:txBody>
                  <a:tcPr marL="90000" marR="90000" marT="46800" marB="46800" anchor="ctr">
                    <a:lnL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L>
                    <a:lnR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28575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B>
                    <a:solidFill>
                      <a:schemeClr val="bg1"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Tx/>
                        <a:buFontTx/>
                        <a:buNone/>
                        <a:defRPr/>
                      </a:pPr>
                      <a:r>
                        <a:rPr lang="en-US" sz="2800" b="1">
                          <a:solidFill>
                            <a:schemeClr val="tx2"/>
                          </a:solidFill>
                          <a:latin typeface="Consolas"/>
                          <a:ea typeface="+mn-ea"/>
                          <a:cs typeface="Consolas"/>
                        </a:rPr>
                        <a:t>o</a:t>
                      </a:r>
                      <a:endParaRPr lang="bg-BG" sz="2800" b="1">
                        <a:solidFill>
                          <a:schemeClr val="tx2"/>
                        </a:solidFill>
                        <a:latin typeface="Consolas"/>
                        <a:ea typeface="+mn-ea"/>
                        <a:cs typeface="Consolas"/>
                      </a:endParaRPr>
                    </a:p>
                  </a:txBody>
                  <a:tcPr marL="90000" marR="90000" marT="46800" marB="46800" anchor="ctr">
                    <a:lnL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L>
                    <a:lnR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28575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B>
                    <a:solidFill>
                      <a:schemeClr val="bg1"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Tx/>
                        <a:buFontTx/>
                        <a:buNone/>
                        <a:defRPr/>
                      </a:pPr>
                      <a:r>
                        <a:rPr lang="en-US" sz="2800" b="1">
                          <a:solidFill>
                            <a:schemeClr val="tx2"/>
                          </a:solidFill>
                          <a:latin typeface="Consolas"/>
                          <a:ea typeface="+mn-ea"/>
                          <a:cs typeface="Consolas"/>
                        </a:rPr>
                        <a:t>,</a:t>
                      </a:r>
                      <a:endParaRPr lang="bg-BG" sz="2800" b="1">
                        <a:solidFill>
                          <a:schemeClr val="tx2"/>
                        </a:solidFill>
                        <a:latin typeface="Consolas"/>
                        <a:ea typeface="+mn-ea"/>
                        <a:cs typeface="Consolas"/>
                      </a:endParaRPr>
                    </a:p>
                  </a:txBody>
                  <a:tcPr marL="90000" marR="90000" marT="46800" marB="46800" anchor="ctr">
                    <a:lnL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L>
                    <a:lnR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28575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B>
                    <a:solidFill>
                      <a:schemeClr val="bg1"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Tx/>
                        <a:buFontTx/>
                        <a:buNone/>
                        <a:defRPr/>
                      </a:pPr>
                      <a:r>
                        <a:rPr lang="en-US" sz="2800" b="1">
                          <a:solidFill>
                            <a:schemeClr val="tx2"/>
                          </a:solidFill>
                          <a:latin typeface="Consolas"/>
                          <a:ea typeface="+mn-ea"/>
                          <a:cs typeface="Consolas"/>
                        </a:rPr>
                        <a:t> </a:t>
                      </a:r>
                      <a:endParaRPr lang="bg-BG" sz="2800" b="1">
                        <a:solidFill>
                          <a:schemeClr val="tx2"/>
                        </a:solidFill>
                        <a:latin typeface="Consolas"/>
                        <a:ea typeface="+mn-ea"/>
                        <a:cs typeface="Consolas"/>
                      </a:endParaRPr>
                    </a:p>
                  </a:txBody>
                  <a:tcPr marL="90000" marR="90000" marT="46800" marB="46800" anchor="ctr">
                    <a:lnL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L>
                    <a:lnR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28575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B>
                    <a:solidFill>
                      <a:schemeClr val="bg1"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Tx/>
                        <a:buFontTx/>
                        <a:buNone/>
                        <a:defRPr/>
                      </a:pPr>
                      <a:r>
                        <a:rPr lang="en-US" sz="2800" b="1">
                          <a:solidFill>
                            <a:schemeClr val="tx2"/>
                          </a:solidFill>
                          <a:latin typeface="Consolas"/>
                          <a:ea typeface="+mn-ea"/>
                          <a:cs typeface="Consolas"/>
                        </a:rPr>
                        <a:t>C</a:t>
                      </a:r>
                      <a:endParaRPr lang="bg-BG" sz="2800" b="1">
                        <a:solidFill>
                          <a:schemeClr val="tx2"/>
                        </a:solidFill>
                        <a:latin typeface="Consolas"/>
                        <a:ea typeface="+mn-ea"/>
                        <a:cs typeface="Consolas"/>
                      </a:endParaRPr>
                    </a:p>
                  </a:txBody>
                  <a:tcPr marL="90000" marR="90000" marT="46800" marB="46800" anchor="ctr">
                    <a:lnL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L>
                    <a:lnR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28575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B>
                    <a:solidFill>
                      <a:schemeClr val="bg1">
                        <a:alpha val="50000"/>
                      </a:schemeClr>
                    </a:solidFill>
                  </a:tcPr>
                </a:tc>
                <a:tc>
                  <a:txBody>
                    <a:bodyPr/>
                    <a:p>
                      <a:pPr marL="0" marR="0" lvl="0" indent="0" algn="ctr" defTabSz="914400" rtl="0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tx1"/>
                        </a:buClr>
                        <a:buSzTx/>
                        <a:buFontTx/>
                        <a:buNone/>
                        <a:defRPr/>
                      </a:pPr>
                      <a:r>
                        <a:rPr lang="en-US" sz="2800" b="1">
                          <a:solidFill>
                            <a:schemeClr val="tx2"/>
                          </a:solidFill>
                          <a:latin typeface="Consolas"/>
                          <a:ea typeface="+mn-ea"/>
                          <a:cs typeface="Consolas"/>
                        </a:rPr>
                        <a:t>#</a:t>
                      </a:r>
                      <a:endParaRPr lang="bg-BG" sz="2800" b="1">
                        <a:solidFill>
                          <a:schemeClr val="tx2"/>
                        </a:solidFill>
                        <a:latin typeface="Consolas"/>
                        <a:ea typeface="+mn-ea"/>
                        <a:cs typeface="Consolas"/>
                      </a:endParaRPr>
                    </a:p>
                  </a:txBody>
                  <a:tcPr marL="90000" marR="90000" marT="46800" marB="46800" anchor="ctr">
                    <a:lnL w="6350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L>
                    <a:lnR w="28575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R>
                    <a:lnT w="12700" algn="ctr">
                      <a:solidFill>
                        <a:schemeClr val="tx1"/>
                      </a:solidFill>
                    </a:lnT>
                    <a:lnB w="28575" algn="ctr">
                      <a:solidFill>
                        <a:schemeClr val="accent5">
                          <a:lumMod val="20000"/>
                          <a:lumOff val="80000"/>
                        </a:schemeClr>
                      </a:solidFill>
                    </a:lnB>
                    <a:solidFill>
                      <a:schemeClr val="bg1">
                        <a:alpha val="50000"/>
                      </a:schemeClr>
                    </a:solidFill>
                  </a:tcPr>
                </a:tc>
              </a:tr>
            </a:tbl>
          </a:graphicData>
        </a:graphic>
      </p:graphicFrame>
      <p:pic>
        <p:nvPicPr>
          <p:cNvPr id="255774920" name="Picture 10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7533286" y="3079324"/>
            <a:ext cx="4178537" cy="1302621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809413098" name="Slide Number Placeholder"/>
          <p:cNvSpPr>
            <a:spLocks noGrp="1"/>
          </p:cNvSpPr>
          <p:nvPr>
            <p:ph type="sldNum" sz="quarter" idx="4"/>
          </p:nvPr>
        </p:nvSpPr>
        <p:spPr bwMode="auto">
          <a:xfrm>
            <a:off x="11566412" y="6525002"/>
            <a:ext cx="428822" cy="196477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014DD1E-5D91-48A3-AD6D-45FBA980D106}" type="slidenum">
              <a:rPr lang="en-US">
                <a:solidFill>
                  <a:prstClr val="white">
                    <a:tint val="75000"/>
                  </a:prstClr>
                </a:solidFill>
              </a:rPr>
              <a:t>5</a:t>
            </a:fld>
            <a:endParaRPr lang="en-US">
              <a:solidFill>
                <a:prstClr val="white">
                  <a:tint val="75000"/>
                </a:prstClr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1952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90691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4332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7749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90691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27138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74332432" grpId="0" animBg="1"/>
      <p:bldP spid="128271381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2033251" name="Rectangle 13"/>
          <p:cNvSpPr>
            <a:spLocks noChangeArrowheads="1" noGrp="1"/>
          </p:cNvSpPr>
          <p:nvPr>
            <p:ph idx="1"/>
          </p:nvPr>
        </p:nvSpPr>
        <p:spPr bwMode="auto"/>
        <p:txBody>
          <a:bodyPr>
            <a:normAutofit/>
          </a:bodyPr>
          <a:lstStyle/>
          <a:p>
            <a:pPr>
              <a:defRPr/>
            </a:pPr>
            <a:r>
              <a:rPr lang="en-US">
                <a:solidFill>
                  <a:schemeClr val="tx2">
                    <a:lumMod val="75000"/>
                  </a:schemeClr>
                </a:solidFill>
              </a:rPr>
              <a:t>Ordinal</a:t>
            </a:r>
            <a:r>
              <a:rPr lang="en-US"/>
              <a:t> (exact binary) </a:t>
            </a:r>
            <a:r>
              <a:rPr lang="bg-BG"/>
              <a:t>сравняване на символни низове</a:t>
            </a: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>
                <a:solidFill>
                  <a:schemeClr val="tx2">
                    <a:lumMod val="75000"/>
                  </a:schemeClr>
                </a:solidFill>
              </a:rPr>
              <a:t>Case-insensitive</a:t>
            </a:r>
            <a:r>
              <a:rPr lang="en-US"/>
              <a:t> </a:t>
            </a:r>
            <a:r>
              <a:rPr lang="bg-BG"/>
              <a:t>сравняване на символни низове</a:t>
            </a: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>
                <a:solidFill>
                  <a:schemeClr val="tx2">
                    <a:lumMod val="75000"/>
                  </a:schemeClr>
                </a:solidFill>
              </a:rPr>
              <a:t>Case-sensitive</a:t>
            </a:r>
            <a:r>
              <a:rPr lang="en-US"/>
              <a:t> </a:t>
            </a:r>
            <a:r>
              <a:rPr lang="bg-BG"/>
              <a:t>сравняване на символни низове</a:t>
            </a:r>
            <a:endParaRPr lang="en-US"/>
          </a:p>
        </p:txBody>
      </p:sp>
      <p:sp>
        <p:nvSpPr>
          <p:cNvPr id="1529287921" name="Rectangle 2"/>
          <p:cNvSpPr>
            <a:spLocks noChangeArrowheads="1"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bg-BG"/>
              <a:t>Сравняване на символни низове</a:t>
            </a:r>
            <a:endParaRPr/>
          </a:p>
        </p:txBody>
      </p:sp>
      <p:sp>
        <p:nvSpPr>
          <p:cNvPr id="1149042977" name="Rectangle 4"/>
          <p:cNvSpPr>
            <a:spLocks noChangeArrowheads="1"/>
          </p:cNvSpPr>
          <p:nvPr/>
        </p:nvSpPr>
        <p:spPr bwMode="auto">
          <a:xfrm>
            <a:off x="912811" y="3192279"/>
            <a:ext cx="10210799" cy="1938992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pPr>
              <a:buClr>
                <a:schemeClr val="accent5">
                  <a:lumMod val="40000"/>
                  <a:lumOff val="60000"/>
                </a:schemeClr>
              </a:buClr>
              <a:buSzPct val="70000"/>
              <a:defRPr/>
            </a:pPr>
            <a:r>
              <a:rPr lang="en-US" sz="3000" b="1">
                <a:solidFill>
                  <a:schemeClr val="tx2"/>
                </a:solidFill>
                <a:latin typeface="Consolas"/>
                <a:cs typeface="Consolas"/>
              </a:rPr>
              <a:t>int result = </a:t>
            </a:r>
            <a:r>
              <a:rPr lang="en-US" sz="3000" b="1">
                <a:solidFill>
                  <a:schemeClr val="tx2">
                    <a:lumMod val="75000"/>
                  </a:schemeClr>
                </a:solidFill>
                <a:latin typeface="Consolas"/>
                <a:cs typeface="Consolas"/>
              </a:rPr>
              <a:t>string.Compare</a:t>
            </a:r>
            <a:r>
              <a:rPr lang="en-US" sz="3000" b="1">
                <a:solidFill>
                  <a:schemeClr val="tx2"/>
                </a:solidFill>
                <a:latin typeface="Consolas"/>
                <a:cs typeface="Consolas"/>
              </a:rPr>
              <a:t>(str1, str2, </a:t>
            </a:r>
            <a:r>
              <a:rPr lang="en-US" sz="3000" b="1">
                <a:solidFill>
                  <a:schemeClr val="tx2">
                    <a:lumMod val="75000"/>
                  </a:schemeClr>
                </a:solidFill>
                <a:latin typeface="Consolas"/>
                <a:cs typeface="Consolas"/>
              </a:rPr>
              <a:t>true</a:t>
            </a:r>
            <a:r>
              <a:rPr lang="en-US" sz="3000" b="1">
                <a:solidFill>
                  <a:schemeClr val="tx2"/>
                </a:solidFill>
                <a:latin typeface="Consolas"/>
                <a:cs typeface="Consolas"/>
              </a:rPr>
              <a:t>);</a:t>
            </a:r>
            <a:endParaRPr/>
          </a:p>
          <a:p>
            <a:pPr>
              <a:buClr>
                <a:schemeClr val="accent5">
                  <a:lumMod val="40000"/>
                  <a:lumOff val="60000"/>
                </a:schemeClr>
              </a:buClr>
              <a:buSzPct val="70000"/>
              <a:defRPr/>
            </a:pPr>
            <a:r>
              <a:rPr lang="en-US" sz="3000" b="1">
                <a:solidFill>
                  <a:schemeClr val="tx2"/>
                </a:solidFill>
                <a:latin typeface="Consolas"/>
                <a:cs typeface="Consolas"/>
              </a:rPr>
              <a:t>// result </a:t>
            </a:r>
            <a:r>
              <a:rPr lang="en-US" sz="3000" b="1">
                <a:solidFill>
                  <a:schemeClr val="tx2">
                    <a:lumMod val="75000"/>
                  </a:schemeClr>
                </a:solidFill>
                <a:latin typeface="Consolas"/>
                <a:cs typeface="Consolas"/>
              </a:rPr>
              <a:t>==</a:t>
            </a:r>
            <a:r>
              <a:rPr lang="en-US" sz="3000" b="1">
                <a:solidFill>
                  <a:schemeClr val="tx2"/>
                </a:solidFill>
                <a:latin typeface="Consolas"/>
                <a:cs typeface="Consolas"/>
              </a:rPr>
              <a:t> 0 if str1 </a:t>
            </a:r>
            <a:r>
              <a:rPr lang="en-US" sz="3000" b="1">
                <a:solidFill>
                  <a:schemeClr val="tx2">
                    <a:lumMod val="75000"/>
                  </a:schemeClr>
                </a:solidFill>
                <a:latin typeface="Consolas"/>
                <a:cs typeface="Consolas"/>
              </a:rPr>
              <a:t>equals</a:t>
            </a:r>
            <a:r>
              <a:rPr lang="en-US" sz="3000" b="1">
                <a:solidFill>
                  <a:schemeClr val="tx2"/>
                </a:solidFill>
                <a:latin typeface="Consolas"/>
                <a:cs typeface="Consolas"/>
              </a:rPr>
              <a:t> str2</a:t>
            </a:r>
            <a:endParaRPr/>
          </a:p>
          <a:p>
            <a:pPr>
              <a:buClr>
                <a:schemeClr val="accent5">
                  <a:lumMod val="40000"/>
                  <a:lumOff val="60000"/>
                </a:schemeClr>
              </a:buClr>
              <a:buSzPct val="70000"/>
              <a:defRPr/>
            </a:pPr>
            <a:r>
              <a:rPr lang="en-US" sz="3000" b="1">
                <a:solidFill>
                  <a:schemeClr val="tx2"/>
                </a:solidFill>
                <a:latin typeface="Consolas"/>
                <a:cs typeface="Consolas"/>
              </a:rPr>
              <a:t>// result </a:t>
            </a:r>
            <a:r>
              <a:rPr lang="en-US" sz="3000" b="1">
                <a:solidFill>
                  <a:schemeClr val="tx2">
                    <a:lumMod val="75000"/>
                  </a:schemeClr>
                </a:solidFill>
                <a:latin typeface="Consolas"/>
                <a:cs typeface="Consolas"/>
              </a:rPr>
              <a:t>&lt;</a:t>
            </a:r>
            <a:r>
              <a:rPr lang="en-US" sz="3000" b="1">
                <a:solidFill>
                  <a:schemeClr val="tx2"/>
                </a:solidFill>
                <a:latin typeface="Consolas"/>
                <a:cs typeface="Consolas"/>
              </a:rPr>
              <a:t> 0 if str1 is </a:t>
            </a:r>
            <a:r>
              <a:rPr lang="en-US" sz="3000" b="1">
                <a:solidFill>
                  <a:schemeClr val="tx2">
                    <a:lumMod val="75000"/>
                  </a:schemeClr>
                </a:solidFill>
                <a:latin typeface="Consolas"/>
                <a:cs typeface="Consolas"/>
              </a:rPr>
              <a:t>before</a:t>
            </a:r>
            <a:r>
              <a:rPr lang="en-US" sz="3000" b="1">
                <a:solidFill>
                  <a:schemeClr val="tx2"/>
                </a:solidFill>
                <a:latin typeface="Consolas"/>
                <a:cs typeface="Consolas"/>
              </a:rPr>
              <a:t> str2</a:t>
            </a:r>
            <a:endParaRPr/>
          </a:p>
          <a:p>
            <a:pPr>
              <a:buClr>
                <a:schemeClr val="accent5">
                  <a:lumMod val="40000"/>
                  <a:lumOff val="60000"/>
                </a:schemeClr>
              </a:buClr>
              <a:buSzPct val="70000"/>
              <a:defRPr/>
            </a:pPr>
            <a:r>
              <a:rPr lang="en-US" sz="3000" b="1">
                <a:solidFill>
                  <a:schemeClr val="tx2"/>
                </a:solidFill>
                <a:latin typeface="Consolas"/>
                <a:cs typeface="Consolas"/>
              </a:rPr>
              <a:t>// result </a:t>
            </a:r>
            <a:r>
              <a:rPr lang="en-US" sz="3000" b="1">
                <a:solidFill>
                  <a:schemeClr val="tx2">
                    <a:lumMod val="75000"/>
                  </a:schemeClr>
                </a:solidFill>
                <a:latin typeface="Consolas"/>
                <a:cs typeface="Consolas"/>
              </a:rPr>
              <a:t>&gt;</a:t>
            </a:r>
            <a:r>
              <a:rPr lang="en-US" sz="3000" b="1">
                <a:solidFill>
                  <a:schemeClr val="tx2"/>
                </a:solidFill>
                <a:latin typeface="Consolas"/>
                <a:cs typeface="Consolas"/>
              </a:rPr>
              <a:t> 0 if str1 is </a:t>
            </a:r>
            <a:r>
              <a:rPr lang="en-US" sz="3000" b="1">
                <a:solidFill>
                  <a:schemeClr val="tx2">
                    <a:lumMod val="75000"/>
                  </a:schemeClr>
                </a:solidFill>
                <a:latin typeface="Consolas"/>
                <a:cs typeface="Consolas"/>
              </a:rPr>
              <a:t>after</a:t>
            </a:r>
            <a:r>
              <a:rPr lang="en-US" sz="3000" b="1">
                <a:solidFill>
                  <a:schemeClr val="tx2"/>
                </a:solidFill>
                <a:latin typeface="Consolas"/>
                <a:cs typeface="Consolas"/>
              </a:rPr>
              <a:t> str2</a:t>
            </a:r>
            <a:endParaRPr lang="en-US" sz="3000" b="1">
              <a:solidFill>
                <a:srgbClr val="8CF4F2"/>
              </a:solidFill>
              <a:latin typeface="Consolas"/>
              <a:cs typeface="Consolas"/>
            </a:endParaRPr>
          </a:p>
        </p:txBody>
      </p:sp>
      <p:sp>
        <p:nvSpPr>
          <p:cNvPr id="760456558" name="Rectangle 5"/>
          <p:cNvSpPr>
            <a:spLocks noChangeArrowheads="1"/>
          </p:cNvSpPr>
          <p:nvPr/>
        </p:nvSpPr>
        <p:spPr bwMode="auto">
          <a:xfrm>
            <a:off x="912812" y="5967998"/>
            <a:ext cx="10210799" cy="577081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  <a:defRPr/>
            </a:pPr>
            <a:r>
              <a:rPr lang="en-US" sz="3000" b="1">
                <a:solidFill>
                  <a:schemeClr val="tx2"/>
                </a:solidFill>
                <a:latin typeface="Consolas"/>
                <a:cs typeface="Consolas"/>
              </a:rPr>
              <a:t>int result = </a:t>
            </a:r>
            <a:r>
              <a:rPr lang="en-US" sz="3000" b="1">
                <a:solidFill>
                  <a:schemeClr val="tx2">
                    <a:lumMod val="75000"/>
                  </a:schemeClr>
                </a:solidFill>
                <a:latin typeface="Consolas"/>
                <a:cs typeface="Consolas"/>
              </a:rPr>
              <a:t>string.Compare</a:t>
            </a:r>
            <a:r>
              <a:rPr lang="en-US" sz="3000" b="1">
                <a:solidFill>
                  <a:schemeClr val="tx2"/>
                </a:solidFill>
                <a:latin typeface="Consolas"/>
                <a:cs typeface="Consolas"/>
              </a:rPr>
              <a:t>(str1, str2, </a:t>
            </a:r>
            <a:r>
              <a:rPr lang="en-US" sz="3000" b="1">
                <a:solidFill>
                  <a:schemeClr val="tx2">
                    <a:lumMod val="75000"/>
                  </a:schemeClr>
                </a:solidFill>
                <a:latin typeface="Consolas"/>
                <a:cs typeface="Consolas"/>
              </a:rPr>
              <a:t>false</a:t>
            </a:r>
            <a:r>
              <a:rPr lang="en-US" sz="3000" b="1">
                <a:solidFill>
                  <a:schemeClr val="tx2"/>
                </a:solidFill>
                <a:latin typeface="Consolas"/>
                <a:cs typeface="Consolas"/>
              </a:rPr>
              <a:t>);</a:t>
            </a:r>
            <a:endParaRPr/>
          </a:p>
        </p:txBody>
      </p:sp>
      <p:sp>
        <p:nvSpPr>
          <p:cNvPr id="1344528608" name="Rectangle 5"/>
          <p:cNvSpPr>
            <a:spLocks noChangeArrowheads="1"/>
          </p:cNvSpPr>
          <p:nvPr/>
        </p:nvSpPr>
        <p:spPr bwMode="auto">
          <a:xfrm>
            <a:off x="912812" y="1782648"/>
            <a:ext cx="10210799" cy="556884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  <a:defRPr/>
            </a:pPr>
            <a:r>
              <a:rPr lang="en-US" sz="3000" b="1">
                <a:solidFill>
                  <a:schemeClr val="tx2"/>
                </a:solidFill>
                <a:latin typeface="Consolas"/>
                <a:cs typeface="Consolas"/>
              </a:rPr>
              <a:t>int eq = (str1 </a:t>
            </a:r>
            <a:r>
              <a:rPr lang="en-US" sz="3000" b="1">
                <a:solidFill>
                  <a:schemeClr val="tx2">
                    <a:lumMod val="75000"/>
                  </a:schemeClr>
                </a:solidFill>
                <a:latin typeface="Consolas"/>
                <a:cs typeface="Consolas"/>
              </a:rPr>
              <a:t>==</a:t>
            </a:r>
            <a:r>
              <a:rPr lang="en-US" sz="3000" b="1">
                <a:solidFill>
                  <a:schemeClr val="tx2"/>
                </a:solidFill>
                <a:latin typeface="Consolas"/>
                <a:cs typeface="Consolas"/>
              </a:rPr>
              <a:t> str2); </a:t>
            </a:r>
            <a:r>
              <a:rPr lang="en-US" sz="3000" b="1">
                <a:solidFill>
                  <a:schemeClr val="tx2">
                    <a:lumMod val="75000"/>
                  </a:schemeClr>
                </a:solidFill>
                <a:cs typeface="Consolas"/>
              </a:rPr>
              <a:t>// uses </a:t>
            </a:r>
            <a:r>
              <a:rPr lang="en-US" sz="3000" b="1">
                <a:solidFill>
                  <a:schemeClr val="tx2">
                    <a:lumMod val="75000"/>
                  </a:schemeClr>
                </a:solidFill>
                <a:latin typeface="Consolas"/>
                <a:cs typeface="Consolas"/>
              </a:rPr>
              <a:t>String.Equals(…)</a:t>
            </a:r>
            <a:endParaRPr/>
          </a:p>
        </p:txBody>
      </p:sp>
      <p:pic>
        <p:nvPicPr>
          <p:cNvPr id="936218653" name="Picture 2" descr="Резултат с изображение за compare icon"/>
          <p:cNvPicPr>
            <a:picLocks noChangeAspect="1" noChangeArrowheads="1"/>
          </p:cNvPicPr>
          <p:nvPr/>
        </p:nvPicPr>
        <p:blipFill rotWithShape="1">
          <a:blip r:embed="rId3"/>
          <a:stretch/>
        </p:blipFill>
        <p:spPr bwMode="auto">
          <a:xfrm>
            <a:off x="9696186" y="3913908"/>
            <a:ext cx="1709289" cy="1709289"/>
          </a:xfrm>
          <a:prstGeom prst="rect">
            <a:avLst/>
          </a:prstGeom>
          <a:noFill/>
        </p:spPr>
      </p:pic>
      <p:sp>
        <p:nvSpPr>
          <p:cNvPr id="1123889202" name="Slide Number Placeholder"/>
          <p:cNvSpPr>
            <a:spLocks noGrp="1"/>
          </p:cNvSpPr>
          <p:nvPr>
            <p:ph type="sldNum" sz="quarter" idx="4"/>
          </p:nvPr>
        </p:nvSpPr>
        <p:spPr bwMode="auto">
          <a:xfrm>
            <a:off x="11566412" y="6525002"/>
            <a:ext cx="428822" cy="196477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014DD1E-5D91-48A3-AD6D-45FBA980D106}" type="slidenum">
              <a:rPr lang="en-US">
                <a:solidFill>
                  <a:prstClr val="white">
                    <a:tint val="75000"/>
                  </a:prstClr>
                </a:solidFill>
              </a:rPr>
              <a:t>6</a:t>
            </a:fld>
            <a:endParaRPr lang="en-US">
              <a:solidFill>
                <a:prstClr val="white">
                  <a:tint val="75000"/>
                </a:prstClr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20332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90429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62186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203325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0456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49042977" grpId="0" animBg="1"/>
      <p:bldP spid="76045655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7302452" name="Rectangle 3"/>
          <p:cNvSpPr>
            <a:spLocks noChangeArrowheads="1" noGrp="1"/>
          </p:cNvSpPr>
          <p:nvPr>
            <p:ph idx="1"/>
          </p:nvPr>
        </p:nvSpPr>
        <p:spPr bwMode="auto"/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bg-BG"/>
              <a:t>Използване на метода </a:t>
            </a:r>
            <a:r>
              <a:rPr lang="en-US" b="1">
                <a:solidFill>
                  <a:schemeClr val="tx2">
                    <a:lumMod val="75000"/>
                  </a:schemeClr>
                </a:solidFill>
                <a:latin typeface="Consolas"/>
                <a:cs typeface="Consolas"/>
              </a:rPr>
              <a:t>Concat()</a:t>
            </a:r>
            <a:endParaRPr lang="bg-BG" b="1">
              <a:solidFill>
                <a:schemeClr val="tx2">
                  <a:lumMod val="75000"/>
                </a:schemeClr>
              </a:solidFill>
              <a:latin typeface="Consolas"/>
              <a:cs typeface="Consolas"/>
            </a:endParaRPr>
          </a:p>
          <a:p>
            <a:pPr>
              <a:lnSpc>
                <a:spcPct val="100000"/>
              </a:lnSpc>
              <a:defRPr/>
            </a:pPr>
            <a:endParaRPr lang="en-US" sz="2800"/>
          </a:p>
          <a:p>
            <a:pPr>
              <a:lnSpc>
                <a:spcPct val="100000"/>
              </a:lnSpc>
              <a:spcBef>
                <a:spcPts val="1800"/>
              </a:spcBef>
              <a:defRPr/>
            </a:pPr>
            <a:r>
              <a:rPr lang="bg-BG"/>
              <a:t>Използване на </a:t>
            </a:r>
            <a:r>
              <a:rPr lang="en-US" b="1">
                <a:solidFill>
                  <a:schemeClr val="tx2">
                    <a:lumMod val="75000"/>
                  </a:schemeClr>
                </a:solidFill>
                <a:latin typeface="Consolas"/>
                <a:cs typeface="Consolas"/>
              </a:rPr>
              <a:t>+</a:t>
            </a:r>
            <a:r>
              <a:rPr lang="en-US"/>
              <a:t> </a:t>
            </a:r>
            <a:r>
              <a:rPr lang="bg-BG"/>
              <a:t>или </a:t>
            </a:r>
            <a:r>
              <a:rPr lang="en-US" b="1">
                <a:solidFill>
                  <a:schemeClr val="tx2">
                    <a:lumMod val="75000"/>
                  </a:schemeClr>
                </a:solidFill>
                <a:latin typeface="Consolas"/>
                <a:cs typeface="Consolas"/>
              </a:rPr>
              <a:t>+=</a:t>
            </a:r>
            <a:r>
              <a:rPr lang="en-US"/>
              <a:t> </a:t>
            </a:r>
            <a:r>
              <a:rPr lang="bg-BG"/>
              <a:t>оператори</a:t>
            </a:r>
            <a:endParaRPr lang="en-US"/>
          </a:p>
          <a:p>
            <a:pPr>
              <a:lnSpc>
                <a:spcPct val="100000"/>
              </a:lnSpc>
              <a:defRPr/>
            </a:pPr>
            <a:endParaRPr lang="en-US"/>
          </a:p>
          <a:p>
            <a:pPr>
              <a:lnSpc>
                <a:spcPct val="100000"/>
              </a:lnSpc>
              <a:defRPr/>
            </a:pPr>
            <a:endParaRPr lang="en-US"/>
          </a:p>
          <a:p>
            <a:pPr>
              <a:lnSpc>
                <a:spcPct val="100000"/>
              </a:lnSpc>
              <a:defRPr/>
            </a:pPr>
            <a:r>
              <a:rPr lang="bg-BG"/>
              <a:t>Всеки обект може да бъде добавен към символен низ</a:t>
            </a:r>
            <a:endParaRPr lang="en-US"/>
          </a:p>
        </p:txBody>
      </p:sp>
      <p:sp>
        <p:nvSpPr>
          <p:cNvPr id="1678767569" name="Rectangle 2"/>
          <p:cNvSpPr>
            <a:spLocks noChangeArrowheads="1" noGrp="1"/>
          </p:cNvSpPr>
          <p:nvPr>
            <p:ph type="title"/>
          </p:nvPr>
        </p:nvSpPr>
        <p:spPr bwMode="auto"/>
        <p:txBody>
          <a:bodyPr>
            <a:normAutofit/>
          </a:bodyPr>
          <a:lstStyle/>
          <a:p>
            <a:pPr>
              <a:defRPr/>
            </a:pPr>
            <a:r>
              <a:rPr lang="bg-BG"/>
              <a:t>Съединяване (комбиниране) на символни низове</a:t>
            </a:r>
            <a:endParaRPr/>
          </a:p>
        </p:txBody>
      </p:sp>
      <p:sp>
        <p:nvSpPr>
          <p:cNvPr id="1307306537" name="Rectangle 4"/>
          <p:cNvSpPr>
            <a:spLocks noChangeArrowheads="1"/>
          </p:cNvSpPr>
          <p:nvPr/>
        </p:nvSpPr>
        <p:spPr bwMode="auto">
          <a:xfrm>
            <a:off x="790892" y="1905000"/>
            <a:ext cx="10637520" cy="523220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pPr>
              <a:buClr>
                <a:schemeClr val="accent5">
                  <a:lumMod val="40000"/>
                  <a:lumOff val="60000"/>
                </a:schemeClr>
              </a:buClr>
              <a:buSzPct val="70000"/>
              <a:defRPr/>
            </a:pPr>
            <a:r>
              <a:rPr lang="en-US" sz="2800" b="1">
                <a:solidFill>
                  <a:schemeClr val="tx2"/>
                </a:solidFill>
                <a:latin typeface="Consolas"/>
                <a:cs typeface="Consolas"/>
              </a:rPr>
              <a:t>string str = </a:t>
            </a:r>
            <a:r>
              <a:rPr lang="en-US" sz="2800" b="1">
                <a:solidFill>
                  <a:schemeClr val="tx2">
                    <a:lumMod val="75000"/>
                  </a:schemeClr>
                </a:solidFill>
                <a:latin typeface="Consolas"/>
                <a:cs typeface="Consolas"/>
              </a:rPr>
              <a:t>string.Concat</a:t>
            </a:r>
            <a:r>
              <a:rPr lang="en-US" sz="2800" b="1">
                <a:solidFill>
                  <a:schemeClr val="tx2"/>
                </a:solidFill>
                <a:latin typeface="Consolas"/>
                <a:cs typeface="Consolas"/>
              </a:rPr>
              <a:t>(str1, str2); </a:t>
            </a:r>
            <a:endParaRPr/>
          </a:p>
        </p:txBody>
      </p:sp>
      <p:sp>
        <p:nvSpPr>
          <p:cNvPr id="629414448" name="Rectangle 6"/>
          <p:cNvSpPr>
            <a:spLocks noChangeArrowheads="1"/>
          </p:cNvSpPr>
          <p:nvPr/>
        </p:nvSpPr>
        <p:spPr bwMode="auto">
          <a:xfrm>
            <a:off x="790892" y="3313093"/>
            <a:ext cx="10637520" cy="1014124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  <a:defRPr/>
            </a:pPr>
            <a:r>
              <a:rPr lang="en-US" sz="2800" b="1">
                <a:solidFill>
                  <a:schemeClr val="tx2"/>
                </a:solidFill>
                <a:latin typeface="Consolas"/>
                <a:cs typeface="Consolas"/>
              </a:rPr>
              <a:t>string str = str1 </a:t>
            </a:r>
            <a:r>
              <a:rPr lang="en-US" sz="2800" b="1">
                <a:solidFill>
                  <a:schemeClr val="tx2">
                    <a:lumMod val="75000"/>
                  </a:schemeClr>
                </a:solidFill>
                <a:latin typeface="Consolas"/>
                <a:cs typeface="Consolas"/>
              </a:rPr>
              <a:t>+</a:t>
            </a:r>
            <a:r>
              <a:rPr lang="en-US" sz="2800" b="1">
                <a:solidFill>
                  <a:schemeClr val="tx2"/>
                </a:solidFill>
                <a:latin typeface="Consolas"/>
                <a:cs typeface="Consolas"/>
              </a:rPr>
              <a:t> str2 </a:t>
            </a:r>
            <a:r>
              <a:rPr lang="en-US" sz="2800" b="1">
                <a:solidFill>
                  <a:schemeClr val="tx2">
                    <a:lumMod val="75000"/>
                  </a:schemeClr>
                </a:solidFill>
                <a:latin typeface="Consolas"/>
                <a:cs typeface="Consolas"/>
              </a:rPr>
              <a:t>+</a:t>
            </a:r>
            <a:r>
              <a:rPr lang="en-US" sz="2800" b="1">
                <a:solidFill>
                  <a:schemeClr val="tx2"/>
                </a:solidFill>
                <a:latin typeface="Consolas"/>
                <a:cs typeface="Consolas"/>
              </a:rPr>
              <a:t> str3;</a:t>
            </a:r>
            <a:endParaRPr/>
          </a:p>
          <a:p>
            <a:pPr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  <a:defRPr/>
            </a:pPr>
            <a:r>
              <a:rPr lang="en-US" sz="2800" b="1">
                <a:solidFill>
                  <a:schemeClr val="tx2"/>
                </a:solidFill>
                <a:latin typeface="Consolas"/>
                <a:cs typeface="Consolas"/>
              </a:rPr>
              <a:t>string str </a:t>
            </a:r>
            <a:r>
              <a:rPr lang="en-US" sz="2800" b="1">
                <a:solidFill>
                  <a:schemeClr val="tx2">
                    <a:lumMod val="75000"/>
                  </a:schemeClr>
                </a:solidFill>
                <a:latin typeface="Consolas"/>
                <a:cs typeface="Consolas"/>
              </a:rPr>
              <a:t>+=</a:t>
            </a:r>
            <a:r>
              <a:rPr lang="en-US" sz="2800" b="1">
                <a:solidFill>
                  <a:schemeClr val="tx2"/>
                </a:solidFill>
                <a:latin typeface="Consolas"/>
                <a:cs typeface="Consolas"/>
              </a:rPr>
              <a:t> str1;</a:t>
            </a:r>
            <a:endParaRPr/>
          </a:p>
        </p:txBody>
      </p:sp>
      <p:sp>
        <p:nvSpPr>
          <p:cNvPr id="157231784" name="Rectangle 7"/>
          <p:cNvSpPr>
            <a:spLocks noChangeArrowheads="1"/>
          </p:cNvSpPr>
          <p:nvPr/>
        </p:nvSpPr>
        <p:spPr bwMode="auto">
          <a:xfrm>
            <a:off x="790892" y="5334000"/>
            <a:ext cx="10637520" cy="954107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pPr>
              <a:buClr>
                <a:schemeClr val="accent5">
                  <a:lumMod val="40000"/>
                  <a:lumOff val="60000"/>
                </a:schemeClr>
              </a:buClr>
              <a:buSzPct val="70000"/>
              <a:defRPr/>
            </a:pPr>
            <a:r>
              <a:rPr lang="en-US" sz="2800" b="1">
                <a:solidFill>
                  <a:schemeClr val="tx2"/>
                </a:solidFill>
                <a:latin typeface="Consolas"/>
                <a:cs typeface="Consolas"/>
              </a:rPr>
              <a:t>string </a:t>
            </a:r>
            <a:r>
              <a:rPr lang="en-US" sz="2800" b="1">
                <a:solidFill>
                  <a:schemeClr val="tx2">
                    <a:lumMod val="75000"/>
                  </a:schemeClr>
                </a:solidFill>
                <a:latin typeface="Consolas"/>
                <a:cs typeface="Consolas"/>
              </a:rPr>
              <a:t>name</a:t>
            </a:r>
            <a:r>
              <a:rPr lang="en-US" sz="2800" b="1">
                <a:solidFill>
                  <a:schemeClr val="tx2"/>
                </a:solidFill>
                <a:latin typeface="Consolas"/>
                <a:cs typeface="Consolas"/>
              </a:rPr>
              <a:t> = "Peter"; int </a:t>
            </a:r>
            <a:r>
              <a:rPr lang="en-US" sz="2800" b="1">
                <a:solidFill>
                  <a:schemeClr val="tx2">
                    <a:lumMod val="75000"/>
                  </a:schemeClr>
                </a:solidFill>
                <a:latin typeface="Consolas"/>
                <a:cs typeface="Consolas"/>
              </a:rPr>
              <a:t>age</a:t>
            </a:r>
            <a:r>
              <a:rPr lang="en-US" sz="2800" b="1">
                <a:solidFill>
                  <a:schemeClr val="tx2"/>
                </a:solidFill>
                <a:latin typeface="Consolas"/>
                <a:cs typeface="Consolas"/>
              </a:rPr>
              <a:t> = 22;</a:t>
            </a:r>
            <a:endParaRPr/>
          </a:p>
          <a:p>
            <a:pPr>
              <a:buClr>
                <a:schemeClr val="accent5">
                  <a:lumMod val="40000"/>
                  <a:lumOff val="60000"/>
                </a:schemeClr>
              </a:buClr>
              <a:buSzPct val="70000"/>
              <a:defRPr/>
            </a:pPr>
            <a:r>
              <a:rPr lang="en-US" sz="2800" b="1">
                <a:solidFill>
                  <a:schemeClr val="tx2"/>
                </a:solidFill>
                <a:latin typeface="Consolas"/>
                <a:cs typeface="Consolas"/>
              </a:rPr>
              <a:t>string s = </a:t>
            </a:r>
            <a:r>
              <a:rPr lang="en-US" sz="2800" b="1">
                <a:solidFill>
                  <a:schemeClr val="tx2">
                    <a:lumMod val="75000"/>
                  </a:schemeClr>
                </a:solidFill>
                <a:latin typeface="Consolas"/>
                <a:cs typeface="Consolas"/>
              </a:rPr>
              <a:t>name</a:t>
            </a:r>
            <a:r>
              <a:rPr lang="en-US" sz="2800" b="1">
                <a:solidFill>
                  <a:schemeClr val="tx2"/>
                </a:solidFill>
                <a:latin typeface="Consolas"/>
                <a:cs typeface="Consolas"/>
              </a:rPr>
              <a:t> + </a:t>
            </a:r>
            <a:r>
              <a:rPr lang="en-US" sz="2800" b="1">
                <a:solidFill>
                  <a:schemeClr val="tx2">
                    <a:lumMod val="75000"/>
                  </a:schemeClr>
                </a:solidFill>
                <a:latin typeface="Consolas"/>
                <a:cs typeface="Consolas"/>
              </a:rPr>
              <a:t>" "</a:t>
            </a:r>
            <a:r>
              <a:rPr lang="en-US" sz="2800" b="1">
                <a:solidFill>
                  <a:schemeClr val="tx2"/>
                </a:solidFill>
                <a:latin typeface="Consolas"/>
                <a:cs typeface="Consolas"/>
              </a:rPr>
              <a:t> + </a:t>
            </a:r>
            <a:r>
              <a:rPr lang="en-US" sz="2800" b="1">
                <a:solidFill>
                  <a:schemeClr val="tx2">
                    <a:lumMod val="75000"/>
                  </a:schemeClr>
                </a:solidFill>
                <a:latin typeface="Consolas"/>
                <a:cs typeface="Consolas"/>
              </a:rPr>
              <a:t>age</a:t>
            </a:r>
            <a:r>
              <a:rPr lang="en-US" sz="2800" b="1">
                <a:solidFill>
                  <a:schemeClr val="tx2"/>
                </a:solidFill>
                <a:latin typeface="Consolas"/>
                <a:cs typeface="Consolas"/>
              </a:rPr>
              <a:t>; // </a:t>
            </a:r>
            <a:r>
              <a:rPr lang="en-US" sz="2800" b="1">
                <a:solidFill>
                  <a:schemeClr val="tx2"/>
                </a:solidFill>
                <a:latin typeface="Consolas"/>
                <a:cs typeface="Consolas"/>
              </a:rPr>
              <a:t> </a:t>
            </a:r>
            <a:r>
              <a:rPr lang="en-US" sz="2800" b="1">
                <a:solidFill>
                  <a:schemeClr val="tx2"/>
                </a:solidFill>
                <a:latin typeface="Consolas"/>
                <a:cs typeface="Consolas"/>
              </a:rPr>
              <a:t>"Peter 22"</a:t>
            </a:r>
            <a:endParaRPr/>
          </a:p>
        </p:txBody>
      </p:sp>
      <p:pic>
        <p:nvPicPr>
          <p:cNvPr id="828586953" name="Picture 3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9371012" y="2471613"/>
            <a:ext cx="2202718" cy="2022610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244469609" name="Slide Number Placeholder"/>
          <p:cNvSpPr>
            <a:spLocks noGrp="1"/>
          </p:cNvSpPr>
          <p:nvPr>
            <p:ph type="sldNum" sz="quarter" idx="4"/>
          </p:nvPr>
        </p:nvSpPr>
        <p:spPr bwMode="auto">
          <a:xfrm>
            <a:off x="11566412" y="6525002"/>
            <a:ext cx="428822" cy="196477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014DD1E-5D91-48A3-AD6D-45FBA980D106}" type="slidenum">
              <a:rPr lang="en-US">
                <a:solidFill>
                  <a:prstClr val="white">
                    <a:tint val="75000"/>
                  </a:prstClr>
                </a:solidFill>
              </a:rPr>
              <a:t>7</a:t>
            </a:fld>
            <a:endParaRPr lang="en-US">
              <a:solidFill>
                <a:prstClr val="white">
                  <a:tint val="75000"/>
                </a:prstClr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73024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9414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85869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730245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2317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9414448" grpId="0" animBg="1"/>
      <p:bldP spid="15723178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6146276" name="Content Placeholder 4"/>
          <p:cNvSpPr>
            <a:spLocks noGrp="1"/>
          </p:cNvSpPr>
          <p:nvPr>
            <p:ph idx="1"/>
          </p:nvPr>
        </p:nvSpPr>
        <p:spPr bwMode="auto">
          <a:xfrm>
            <a:off x="190413" y="1151121"/>
            <a:ext cx="8214853" cy="5570355"/>
          </a:xfrm>
        </p:spPr>
        <p:txBody>
          <a:bodyPr>
            <a:normAutofit fontScale="92500" lnSpcReduction="20000"/>
          </a:bodyPr>
          <a:lstStyle/>
          <a:p>
            <a:pPr>
              <a:defRPr/>
            </a:pPr>
            <a:r>
              <a:rPr lang="bg-BG">
                <a:solidFill>
                  <a:schemeClr val="tx2">
                    <a:lumMod val="75000"/>
                  </a:schemeClr>
                </a:solidFill>
              </a:rPr>
              <a:t>Символните низове</a:t>
            </a:r>
            <a:r>
              <a:rPr lang="en-US"/>
              <a:t> </a:t>
            </a:r>
            <a:r>
              <a:rPr lang="bg-BG"/>
              <a:t>са поредица от символи </a:t>
            </a:r>
            <a:r>
              <a:rPr lang="en-US"/>
              <a:t>(</a:t>
            </a:r>
            <a:r>
              <a:rPr lang="bg-BG"/>
              <a:t>текстове</a:t>
            </a:r>
            <a:r>
              <a:rPr lang="en-US"/>
              <a:t>)</a:t>
            </a:r>
            <a:endParaRPr lang="bg-BG"/>
          </a:p>
          <a:p>
            <a:pPr lvl="1">
              <a:defRPr/>
            </a:pPr>
            <a:r>
              <a:rPr lang="bg-BG"/>
              <a:t>Декларират се с  ключовата дума </a:t>
            </a:r>
            <a:r>
              <a:rPr lang="en-US" b="1">
                <a:solidFill>
                  <a:schemeClr val="tx2">
                    <a:lumMod val="75000"/>
                  </a:schemeClr>
                </a:solidFill>
                <a:latin typeface="Consolas"/>
                <a:cs typeface="Consolas"/>
              </a:rPr>
              <a:t>string</a:t>
            </a:r>
            <a:r>
              <a:rPr lang="bg-BG"/>
              <a:t>, синоним на типа данни </a:t>
            </a:r>
            <a:r>
              <a:rPr lang="en-US" b="1">
                <a:solidFill>
                  <a:schemeClr val="tx2">
                    <a:lumMod val="75000"/>
                  </a:schemeClr>
                </a:solidFill>
                <a:latin typeface="Consolas"/>
              </a:rPr>
              <a:t>System.String</a:t>
            </a:r>
            <a:r>
              <a:rPr lang="en-US"/>
              <a:t> </a:t>
            </a:r>
            <a:r>
              <a:rPr lang="bg-BG"/>
              <a:t>в </a:t>
            </a:r>
            <a:r>
              <a:rPr lang="en-US"/>
              <a:t>.NET</a:t>
            </a:r>
            <a:endParaRPr/>
          </a:p>
          <a:p>
            <a:pPr lvl="1">
              <a:defRPr/>
            </a:pPr>
            <a:r>
              <a:rPr lang="bg-BG"/>
              <a:t>Символните низове се заграждат в кавички</a:t>
            </a:r>
            <a:endParaRPr/>
          </a:p>
          <a:p>
            <a:pPr marL="304800" lvl="1" indent="-304800">
              <a:buClr>
                <a:srgbClr val="F2B254"/>
              </a:buClr>
              <a:buSzPct val="100000"/>
              <a:defRPr/>
            </a:pPr>
            <a:r>
              <a:rPr lang="bg-BG" sz="3600"/>
              <a:t>Символните низове са </a:t>
            </a:r>
            <a:r>
              <a:rPr lang="en-US" sz="3600" b="1">
                <a:solidFill>
                  <a:schemeClr val="tx2">
                    <a:lumMod val="75000"/>
                  </a:schemeClr>
                </a:solidFill>
              </a:rPr>
              <a:t>immutable</a:t>
            </a:r>
            <a:r>
              <a:rPr lang="en-US" sz="360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en-US" sz="3600"/>
              <a:t>(read-only) </a:t>
            </a:r>
            <a:r>
              <a:rPr lang="bg-BG" sz="3600"/>
              <a:t>поредици от символи</a:t>
            </a:r>
            <a:endParaRPr/>
          </a:p>
          <a:p>
            <a:pPr marL="304800" lvl="1" indent="-304800">
              <a:buClr>
                <a:srgbClr val="F2B254"/>
              </a:buClr>
              <a:buSzPct val="100000"/>
              <a:defRPr/>
            </a:pPr>
            <a:r>
              <a:rPr lang="bg-BG" sz="3600"/>
              <a:t>Можем да ги сравняваме, съединяваме</a:t>
            </a:r>
            <a:endParaRPr lang="bg-BG" sz="3000"/>
          </a:p>
          <a:p>
            <a:pPr marL="609600" lvl="2" indent="-304800">
              <a:buClr>
                <a:srgbClr val="F2B254"/>
              </a:buClr>
              <a:buSzPct val="100000"/>
              <a:defRPr/>
            </a:pPr>
            <a:r>
              <a:rPr lang="bg-BG" sz="2800"/>
              <a:t>Съединяването с </a:t>
            </a:r>
            <a:r>
              <a:rPr lang="en-US" sz="2800">
                <a:solidFill>
                  <a:schemeClr val="tx2">
                    <a:lumMod val="75000"/>
                  </a:schemeClr>
                </a:solidFill>
              </a:rPr>
              <a:t>“+” e </a:t>
            </a:r>
            <a:r>
              <a:rPr lang="bg-BG" sz="2800">
                <a:solidFill>
                  <a:schemeClr val="tx2">
                    <a:lumMod val="75000"/>
                  </a:schemeClr>
                </a:solidFill>
              </a:rPr>
              <a:t>бавно, </a:t>
            </a:r>
            <a:r>
              <a:rPr lang="bg-BG" sz="2800"/>
              <a:t>ще разгледаме специален начин в следващите теми</a:t>
            </a:r>
            <a:endParaRPr lang="bg-BG" sz="3400">
              <a:solidFill>
                <a:srgbClr val="FFC000"/>
              </a:solidFill>
            </a:endParaRPr>
          </a:p>
        </p:txBody>
      </p:sp>
      <p:sp>
        <p:nvSpPr>
          <p:cNvPr id="1099253828" name="Title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bg-BG"/>
              <a:t>Какво научихме този час?</a:t>
            </a:r>
            <a:endParaRPr lang="en-US"/>
          </a:p>
        </p:txBody>
      </p:sp>
      <p:pic>
        <p:nvPicPr>
          <p:cNvPr id="1679442312" name="Picture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8532812" y="1377743"/>
            <a:ext cx="2209800" cy="1412018"/>
          </a:xfrm>
          <a:prstGeom prst="rect">
            <a:avLst/>
          </a:prstGeom>
        </p:spPr>
      </p:pic>
      <p:pic>
        <p:nvPicPr>
          <p:cNvPr id="1053571609" name="Picture 10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1">
            <a:off x="9752012" y="1881767"/>
            <a:ext cx="2108746" cy="2282193"/>
          </a:xfrm>
          <a:prstGeom prst="rect">
            <a:avLst/>
          </a:prstGeom>
        </p:spPr>
      </p:pic>
      <p:pic>
        <p:nvPicPr>
          <p:cNvPr id="953749244" name="Picture 2" descr="Резултат с изображение за git logo"/>
          <p:cNvPicPr>
            <a:picLocks noChangeAspect="1" noChangeArrowheads="1"/>
          </p:cNvPicPr>
          <p:nvPr/>
        </p:nvPicPr>
        <p:blipFill rotWithShape="1">
          <a:blip r:embed="rId5"/>
          <a:stretch/>
        </p:blipFill>
        <p:spPr bwMode="auto">
          <a:xfrm rot="395240">
            <a:off x="8507944" y="4254964"/>
            <a:ext cx="1633595" cy="816796"/>
          </a:xfrm>
          <a:prstGeom prst="roundRect">
            <a:avLst>
              <a:gd name="adj" fmla="val 2267"/>
            </a:avLst>
          </a:prstGeom>
          <a:noFill/>
          <a:ln w="12700">
            <a:solidFill>
              <a:schemeClr val="tx1">
                <a:lumMod val="65000"/>
                <a:alpha val="50196"/>
              </a:schemeClr>
            </a:solidFill>
          </a:ln>
        </p:spPr>
      </p:pic>
      <p:pic>
        <p:nvPicPr>
          <p:cNvPr id="1804055211" name="Picture 6" descr="http://gregrickaby.com/wp-content/uploads/2012/03/github-logo.png"/>
          <p:cNvPicPr>
            <a:picLocks noChangeAspect="1" noChangeArrowheads="1"/>
          </p:cNvPicPr>
          <p:nvPr/>
        </p:nvPicPr>
        <p:blipFill rotWithShape="1">
          <a:blip r:embed="rId6"/>
          <a:stretch/>
        </p:blipFill>
        <p:spPr bwMode="auto">
          <a:xfrm rot="331862">
            <a:off x="9330624" y="5326986"/>
            <a:ext cx="2398736" cy="951223"/>
          </a:xfrm>
          <a:prstGeom prst="roundRect">
            <a:avLst>
              <a:gd name="adj" fmla="val 3596"/>
            </a:avLst>
          </a:prstGeom>
          <a:noFill/>
        </p:spPr>
      </p:pic>
      <p:sp>
        <p:nvSpPr>
          <p:cNvPr id="1703323168" name="Slide Number Placeholder"/>
          <p:cNvSpPr>
            <a:spLocks noGrp="1"/>
          </p:cNvSpPr>
          <p:nvPr>
            <p:ph type="sldNum" sz="quarter" idx="4"/>
          </p:nvPr>
        </p:nvSpPr>
        <p:spPr bwMode="auto">
          <a:xfrm>
            <a:off x="11566412" y="6525002"/>
            <a:ext cx="428822" cy="196477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014DD1E-5D91-48A3-AD6D-45FBA980D106}" type="slidenum">
              <a:rPr lang="en-US">
                <a:solidFill>
                  <a:prstClr val="white">
                    <a:tint val="75000"/>
                  </a:prstClr>
                </a:solidFill>
              </a:rPr>
              <a:t>8</a:t>
            </a:fld>
            <a:endParaRPr lang="en-US">
              <a:solidFill>
                <a:prstClr val="white">
                  <a:tint val="75000"/>
                </a:prstClr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61462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61462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614627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614627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614627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5586337" name="Title 10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bg-BG">
                <a:latin typeface="+mn-ea"/>
              </a:rPr>
              <a:t>Символни низове</a:t>
            </a:r>
            <a:endParaRPr lang="en-US"/>
          </a:p>
        </p:txBody>
      </p:sp>
      <p:sp>
        <p:nvSpPr>
          <p:cNvPr id="612644157" name="Text Placeholder 11"/>
          <p:cNvSpPr txBox="1"/>
          <p:nvPr/>
        </p:nvSpPr>
        <p:spPr bwMode="auto">
          <a:xfrm>
            <a:off x="303212" y="6400800"/>
            <a:ext cx="11885613" cy="349701"/>
          </a:xfrm>
          <a:prstGeom prst="rect">
            <a:avLst/>
          </a:prstGeom>
          <a:noFill/>
          <a:effectLst/>
        </p:spPr>
        <p:txBody>
          <a:bodyPr vert="horz" wrap="square" lIns="36000" tIns="36000" rIns="36000" bIns="36000" rtlCol="0" anchor="ctr" anchorCtr="0">
            <a:spAutoFit/>
          </a:bodyPr>
          <a:lstStyle>
            <a:defPPr>
              <a:defRPr lang="en-US"/>
            </a:defPPr>
            <a:lvl1pPr marL="0" algn="l" defTabSz="1218987" rtl="0"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1800" b="1" u="sng">
                <a:hlinkClick r:id="rId3" tooltip=""/>
              </a:rPr>
              <a:t>https://github.com/BG-IT-Edu/School-Programming/tree/main/Courses/Applied-Programmer/Programming-Fundamentals</a:t>
            </a:r>
            <a:endParaRPr lang="en-GB" sz="1800" b="1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1263076" name="Slide Content"/>
          <p:cNvSpPr>
            <a:spLocks noGrp="1"/>
          </p:cNvSpPr>
          <p:nvPr>
            <p:ph idx="1"/>
          </p:nvPr>
        </p:nvSpPr>
        <p:spPr bwMode="auto">
          <a:xfrm>
            <a:off x="146037" y="1066799"/>
            <a:ext cx="11891975" cy="5654677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bg-BG" sz="2900"/>
              <a:t>Настоящият курс </a:t>
            </a:r>
            <a:r>
              <a:rPr lang="en-US" sz="2900"/>
              <a:t>(</a:t>
            </a:r>
            <a:r>
              <a:rPr lang="bg-BG" sz="2900"/>
              <a:t>презентации</a:t>
            </a:r>
            <a:r>
              <a:rPr lang="en-US" sz="2900"/>
              <a:t>, </a:t>
            </a:r>
            <a:r>
              <a:rPr lang="bg-BG" sz="2900"/>
              <a:t>примери</a:t>
            </a:r>
            <a:r>
              <a:rPr lang="en-US" sz="2900"/>
              <a:t>, </a:t>
            </a:r>
            <a:r>
              <a:rPr lang="bg-BG" sz="2900"/>
              <a:t>задачи, упражнения и др.</a:t>
            </a:r>
            <a:r>
              <a:rPr lang="en-US" sz="2900"/>
              <a:t>)</a:t>
            </a:r>
            <a:r>
              <a:rPr lang="bg-BG" sz="2900"/>
              <a:t> е разработен за нуждите на Национална програма "</a:t>
            </a:r>
            <a:r>
              <a:rPr lang="bg-BG" sz="2900" b="1">
                <a:solidFill>
                  <a:schemeClr val="tx2">
                    <a:lumMod val="75000"/>
                  </a:schemeClr>
                </a:solidFill>
              </a:rPr>
              <a:t>Обучение за ИТ кариера</a:t>
            </a:r>
            <a:r>
              <a:rPr lang="bg-BG" sz="2900"/>
              <a:t>" на МОН за подготовка по професия "Приложен програмист"</a:t>
            </a:r>
            <a:endParaRPr/>
          </a:p>
          <a:p>
            <a:pPr>
              <a:defRPr/>
            </a:pPr>
            <a:endParaRPr lang="bg-BG" sz="2900"/>
          </a:p>
          <a:p>
            <a:pPr>
              <a:defRPr/>
            </a:pPr>
            <a:endParaRPr lang="bg-BG" sz="2900"/>
          </a:p>
          <a:p>
            <a:pPr>
              <a:defRPr/>
            </a:pPr>
            <a:r>
              <a:rPr lang="bg-BG" sz="2900"/>
              <a:t>Курсът е базиран на учебно съдържание и методика, предоставени от </a:t>
            </a:r>
            <a:r>
              <a:rPr lang="bg-BG" sz="2900" b="1">
                <a:solidFill>
                  <a:schemeClr val="tx2">
                    <a:lumMod val="75000"/>
                  </a:schemeClr>
                </a:solidFill>
              </a:rPr>
              <a:t>фондация "Софтуерен университет" </a:t>
            </a:r>
            <a:r>
              <a:rPr lang="bg-BG" sz="2900"/>
              <a:t>и се разпространява под свободен</a:t>
            </a:r>
            <a:r>
              <a:rPr lang="bg-BG" sz="290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bg-BG" sz="2900"/>
              <a:t>лиценз</a:t>
            </a:r>
            <a:r>
              <a:rPr lang="en-US" sz="2900" b="1">
                <a:solidFill>
                  <a:schemeClr val="tx2">
                    <a:lumMod val="75000"/>
                  </a:schemeClr>
                </a:solidFill>
              </a:rPr>
              <a:t> CC-BY-NC-SA</a:t>
            </a:r>
            <a:endParaRPr lang="bg-BG" sz="2900" b="1">
              <a:solidFill>
                <a:schemeClr val="tx2">
                  <a:lumMod val="75000"/>
                </a:schemeClr>
              </a:solidFill>
            </a:endParaRPr>
          </a:p>
        </p:txBody>
      </p:sp>
      <p:grpSp>
        <p:nvGrpSpPr>
          <p:cNvPr id="1532332449" name="Group Logos"/>
          <p:cNvGrpSpPr/>
          <p:nvPr/>
        </p:nvGrpSpPr>
        <p:grpSpPr bwMode="auto">
          <a:xfrm>
            <a:off x="2970212" y="5553269"/>
            <a:ext cx="6016452" cy="873381"/>
            <a:chOff x="2970212" y="5562600"/>
            <a:chExt cx="6016452" cy="873381"/>
          </a:xfrm>
        </p:grpSpPr>
        <p:pic>
          <p:nvPicPr>
            <p:cNvPr id="22" name="Logo CC-BY-NC-SA">
              <a:hlinkClick r:id="rId3"/>
            </p:cNvPr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 bwMode="auto">
            <a:xfrm>
              <a:off x="6551612" y="5562600"/>
              <a:ext cx="2435052" cy="873380"/>
            </a:xfrm>
            <a:prstGeom prst="rect">
              <a:avLst/>
            </a:prstGeom>
          </p:spPr>
        </p:pic>
        <p:pic>
          <p:nvPicPr>
            <p:cNvPr id="20" name="Logo SoftUni Foundation" descr="A picture containing plate, drawing&#10;&#10;Description automatically generated">
              <a:hlinkClick r:id="rId5"/>
            </p:cNvPr>
            <p:cNvPicPr>
              <a:picLocks noChangeAspect="1"/>
            </p:cNvPicPr>
            <p:nvPr/>
          </p:nvPicPr>
          <p:blipFill rotWithShape="1">
            <a:blip r:embed="rId6"/>
            <a:stretch/>
          </p:blipFill>
          <p:spPr bwMode="auto">
            <a:xfrm>
              <a:off x="2970212" y="5562600"/>
              <a:ext cx="3121158" cy="873381"/>
            </a:xfrm>
            <a:prstGeom prst="roundRect">
              <a:avLst>
                <a:gd name="adj" fmla="val 4326"/>
              </a:avLst>
            </a:prstGeom>
            <a:noFill/>
            <a:ln>
              <a:solidFill>
                <a:schemeClr val="accent2">
                  <a:lumMod val="75000"/>
                </a:schemeClr>
              </a:solidFill>
            </a:ln>
          </p:spPr>
        </p:pic>
      </p:grpSp>
      <p:grpSp>
        <p:nvGrpSpPr>
          <p:cNvPr id="346535586" name="Group Logos"/>
          <p:cNvGrpSpPr/>
          <p:nvPr/>
        </p:nvGrpSpPr>
        <p:grpSpPr bwMode="auto">
          <a:xfrm>
            <a:off x="3112083" y="2715207"/>
            <a:ext cx="5709475" cy="970203"/>
            <a:chOff x="3112083" y="2705876"/>
            <a:chExt cx="5709475" cy="970203"/>
          </a:xfrm>
        </p:grpSpPr>
        <p:pic>
          <p:nvPicPr>
            <p:cNvPr id="10" name="Logo IT Career" descr="A close up of a logo&#10;&#10;Description automatically generated">
              <a:hlinkClick r:id="rId7"/>
            </p:cNvPr>
            <p:cNvPicPr>
              <a:picLocks noChangeAspect="1"/>
            </p:cNvPicPr>
            <p:nvPr/>
          </p:nvPicPr>
          <p:blipFill rotWithShape="1">
            <a:blip r:embed="rId8"/>
            <a:stretch/>
          </p:blipFill>
          <p:spPr bwMode="auto">
            <a:xfrm>
              <a:off x="3112083" y="2705879"/>
              <a:ext cx="2837416" cy="970200"/>
            </a:xfrm>
            <a:prstGeom prst="roundRect">
              <a:avLst>
                <a:gd name="adj" fmla="val 4326"/>
              </a:avLst>
            </a:prstGeom>
            <a:noFill/>
            <a:ln>
              <a:solidFill>
                <a:schemeClr val="accent2">
                  <a:lumMod val="75000"/>
                </a:schemeClr>
              </a:solidFill>
            </a:ln>
          </p:spPr>
        </p:pic>
        <p:pic>
          <p:nvPicPr>
            <p:cNvPr id="12" name="Logo Ministry of Education">
              <a:hlinkClick r:id="rId9"/>
            </p:cNvPr>
            <p:cNvPicPr>
              <a:picLocks noChangeAspect="1" noChangeArrowheads="1"/>
            </p:cNvPicPr>
            <p:nvPr/>
          </p:nvPicPr>
          <p:blipFill rotWithShape="1">
            <a:blip r:embed="rId10"/>
            <a:stretch/>
          </p:blipFill>
          <p:spPr bwMode="auto">
            <a:xfrm>
              <a:off x="6716718" y="2705876"/>
              <a:ext cx="2104840" cy="970200"/>
            </a:xfrm>
            <a:prstGeom prst="roundRect">
              <a:avLst>
                <a:gd name="adj" fmla="val 4326"/>
              </a:avLst>
            </a:prstGeom>
            <a:noFill/>
            <a:ln>
              <a:solidFill>
                <a:schemeClr val="accent2">
                  <a:lumMod val="75000"/>
                </a:schemeClr>
              </a:solidFill>
            </a:ln>
          </p:spPr>
        </p:pic>
      </p:grpSp>
      <p:sp>
        <p:nvSpPr>
          <p:cNvPr id="1833970687" name="Slide Title"/>
          <p:cNvSpPr>
            <a:spLocks noGrp="1"/>
          </p:cNvSpPr>
          <p:nvPr>
            <p:ph type="title"/>
          </p:nvPr>
        </p:nvSpPr>
        <p:spPr bwMode="auto">
          <a:xfrm>
            <a:off x="188815" y="40341"/>
            <a:ext cx="11849197" cy="1110780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bg-BG"/>
              <a:t>Министерство на образованието и науката (МОН)</a:t>
            </a:r>
            <a:endParaRPr lang="en-US"/>
          </a:p>
        </p:txBody>
      </p:sp>
      <p:sp>
        <p:nvSpPr>
          <p:cNvPr id="1892358701" name="Slide Number Placeholder"/>
          <p:cNvSpPr>
            <a:spLocks noGrp="1"/>
          </p:cNvSpPr>
          <p:nvPr>
            <p:ph type="sldNum" sz="quarter" idx="4"/>
          </p:nvPr>
        </p:nvSpPr>
        <p:spPr bwMode="auto">
          <a:xfrm>
            <a:off x="11566412" y="6525002"/>
            <a:ext cx="428822" cy="196477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014DD1E-5D91-48A3-AD6D-45FBA980D106}" type="slidenum">
              <a:rPr lang="en-US">
                <a:solidFill>
                  <a:prstClr val="white">
                    <a:tint val="75000"/>
                  </a:prstClr>
                </a:solidFill>
              </a:rPr>
              <a:t>10</a:t>
            </a:fld>
            <a:endParaRPr lang="en-US">
              <a:solidFill>
                <a:prstClr val="white">
                  <a:tint val="75000"/>
                </a:prstClr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SoftUni 16x9">
  <a:themeElements>
    <a:clrScheme name="SoftUni Color Theme">
      <a:dk1>
        <a:sysClr val="windowText" lastClr="000000"/>
      </a:dk1>
      <a:lt1>
        <a:sysClr val="window" lastClr="FFFFFF"/>
      </a:lt1>
      <a:dk2>
        <a:srgbClr val="4E3B30"/>
      </a:dk2>
      <a:lt2>
        <a:srgbClr val="FBEEC9"/>
      </a:lt2>
      <a:accent1>
        <a:srgbClr val="F0A22E"/>
      </a:accent1>
      <a:accent2>
        <a:srgbClr val="A5644E"/>
      </a:accent2>
      <a:accent3>
        <a:srgbClr val="B58B80"/>
      </a:accent3>
      <a:accent4>
        <a:srgbClr val="C3986D"/>
      </a:accent4>
      <a:accent5>
        <a:srgbClr val="A19574"/>
      </a:accent5>
      <a:accent6>
        <a:srgbClr val="C17529"/>
      </a:accent6>
      <a:hlink>
        <a:srgbClr val="F6C781"/>
      </a:hlink>
      <a:folHlink>
        <a:srgbClr val="F2AC44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>
    <a:spDef>
      <a:spPr bwMode="auto"/>
      <a:bodyPr/>
      <a:lstStyle/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auto">
        <a:ln w="254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auto">
        <a:prstGeom prst="rect">
          <a:avLst/>
        </a:prstGeom>
        <a:noFill/>
      </a:spPr>
      <a:bodyPr/>
      <a:lstStyle/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Tech_16x9">
      <a:fillStyleLst>
        <a:solidFill>
          <a:schemeClr val="phClr"/>
        </a:solidFill>
        <a:gradFill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</a:theme>
</file>

<file path=customXml/_rels/item1.xml.rels><?xml version="1.0" encoding="UTF-8" standalone="yes"?><Relationships xmlns="http://schemas.openxmlformats.org/package/2006/relationships"><Relationship  Id="rId1" Type="http://schemas.openxmlformats.org/officeDocument/2006/relationships/customXmlProps" Target="itemProps1.xml"/></Relationships>
</file>

<file path=customXml/item1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Props1.xml><?xml version="1.0" encoding="utf-8"?>
<ds:datastoreItem xmlns:ds="http://schemas.openxmlformats.org/officeDocument/2006/customXml" ds:itemID="{3836F65B-1B07-41EE-A0E8-BC6EF385522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Software-University-Foundation</Template>
  <TotalTime>0</TotalTime>
  <Words>0</Words>
  <Application>ONLYOFFICE/9.2.1.43</Application>
  <PresentationFormat>On-screen Show (4:3)</PresentationFormat>
  <Paragraphs>0</Paragraphs>
  <Slides>10</Slides>
  <Notes>10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Manager/>
  <Company>Software University (SoftUni)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Упражнения от курса "Programming Fundamentals" за ученици.</dc:title>
  <dc:subject>Programming Fundamentals Course</dc:subject>
  <dc:creator>Software University Foundation</dc:creator>
  <cp:keywords>Sofware University; SoftUni; programming; coding; software development; education; training; course; курс; програмиране; кодене; кодиране; СофтУни</cp:keywords>
  <dc:description>Фондация "Софтуерен университет" - http://softuni.foundation</dc:description>
  <cp:lastModifiedBy/>
  <cp:revision>300</cp:revision>
  <dcterms:created xsi:type="dcterms:W3CDTF">2014-01-02T17:00:34Z</dcterms:created>
  <dcterms:modified xsi:type="dcterms:W3CDTF">2026-01-15T20:33:22Z</dcterms:modified>
  <cp:category>computer programming;programming;C#;програмиране;кодиране</cp:category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TemplateID">
    <vt:lpwstr>TC027879909991</vt:lpwstr>
  </property>
</Properties>
</file>